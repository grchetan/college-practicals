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92608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194560"/>
            <a:ext cx="3200400" cy="3200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7432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74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UDBHAV '26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0058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Personal Finance Companion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089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089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FinTech Track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Chetan Prajapat  |  Gaurav Kachawa  |  Aditya Patil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</a:rPr>
              <a:t>Where does all the money go?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228600"/>
            <a:ext cx="265176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22860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C39A"/>
                </a:solidFill>
              </a:rPr>
              <a:t>76%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Indians have no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financial plan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4864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1848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Expense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9848" y="18928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Most students &amp; young earners have zero visibility into where their money is spent each month.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1417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618488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04688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Low Financial Literacy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04688" y="18928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70% of Indian youth don't know basics of budgeting, SIPs, or how to manage EMIs.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17520"/>
            <a:ext cx="5486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1868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Zero Savings Discipline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" y="34930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Impulse spending via UPI/e-wallets leads to month-end money crunch for young professionals.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17520"/>
            <a:ext cx="5486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21868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04688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Personalized Guidance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04688" y="34930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Generic finance apps fail to account for Indian spending patterns, festivals, &amp; regional costs.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SpendSmart — Smart money management for every Indian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8412480" cy="9144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SpendSmart is a web + mobile app that automatically reads UPI/SMS transaction data, categorizes spending using AI, sets smart budgets, and gives personalized financial recommendations — designed specifically for India's young earners.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2468880"/>
            <a:ext cx="265176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6334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84048" y="3218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Auto-Track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98448" y="3611880"/>
            <a:ext cx="8229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7673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Reads UPI &amp; bank SMS to auto-log every transaction — zero manual entry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2468880"/>
            <a:ext cx="265176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6334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10128" y="3218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Categorize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24528" y="3611880"/>
            <a:ext cx="8229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7673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ML model sorts spends into Food, Travel, EMI, Entertainment &amp; more intelligently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6208" y="2468880"/>
            <a:ext cx="2651760" cy="22860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633472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36208" y="3218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Smart Advice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50608" y="3611880"/>
            <a:ext cx="8229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376732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Personalized budgets, savings goals, SIP suggestions based on your spending DNA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Everything you need to take charge of your finances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904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4712" y="14904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UPI/SMS Auto-Import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Reads bank &amp; UPI messages to auto-log transactions. No manual data entry.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132588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32588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69080" y="14904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AI Categorization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01568" y="1984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Smart ML model categorizes expenses: Food, Rent, EMI, Travel, Fun.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32588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325880"/>
            <a:ext cx="27432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4904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13448" y="14904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Visual 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5936" y="198424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Monthly charts, spending trends, category-wise breakdown in one view.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004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24712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Budget Goals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Set monthly limits per category. Get alerts before you overspend.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320040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2004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069080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Savings Suggestions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01568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recommends how much to save &amp; where to invest based on your patterns.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8776" y="320040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320040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013448" y="33649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Privacy First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45936" y="385876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All data encrypted &amp; stored locally. No bank credentials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0"/>
            <a:ext cx="4114800" cy="41148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4048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Modern, scalable, and beginner-friendly technologies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011680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013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Native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459736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597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118104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18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776472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776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Chart.js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23744" y="1325880"/>
            <a:ext cx="20116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23744" y="1801368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18013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Node.js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3744" y="2459736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24597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23744" y="3118104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3118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REST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3744" y="3776472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3776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JWT Auth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27448" y="1325880"/>
            <a:ext cx="201168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7448" y="1801368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18013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27448" y="2459736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24597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Mongoose ODM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27448" y="3118104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3118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Firebase (cache)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31152" y="1325880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13258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/ ML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31152" y="1801368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18013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31152" y="2459736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24597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31152" y="3118104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1181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NLP (SMS parse)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31152" y="3776472"/>
            <a:ext cx="201168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77647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4048" y="43159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Tools &amp; Services: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103120" y="4370832"/>
            <a:ext cx="1261872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0" y="4370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Git &amp; GitHub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0" y="4370832"/>
            <a:ext cx="1261872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4370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 Code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4370832"/>
            <a:ext cx="1261872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370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Postman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4370832"/>
            <a:ext cx="1261872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4370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Figma (UI Design)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370832"/>
            <a:ext cx="1261872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37083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Render (Deploy)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Track &amp; 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411480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</a:rPr>
              <a:t>Selected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💳  FinTech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SpendSmart directly addresses financial inclusion &amp; literacy — core challenges in India's FinTech landscape, targeting 400M+ young digital payment users.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960120"/>
            <a:ext cx="41148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960120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6984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₹6.3T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65192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India FinTech market size by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2350008"/>
            <a:ext cx="41148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2350008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4597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500M+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65192" y="2990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UPI users in India (2024)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36592" y="3739896"/>
            <a:ext cx="41148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3739896"/>
            <a:ext cx="54864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8496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65%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965192" y="43799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Population under 35 — our core users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617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</a:rPr>
              <a:t>Our target: students, freshers &amp; young professionals aged 18–28 who use UPI daily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Meet the Team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Three passionate developers ready to build SpendSmart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207008"/>
            <a:ext cx="2514600" cy="354787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07008"/>
            <a:ext cx="25146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6172" y="1389888"/>
            <a:ext cx="950976" cy="9509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6172" y="13898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👨‍💻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" y="24688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Chetan Prajapat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29260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2C39A"/>
                </a:solidFill>
              </a:rPr>
              <a:t>Team Lead &amp; Full-Stack Dev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383280"/>
            <a:ext cx="15087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538728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Skills: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" y="384048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84048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Node.js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" y="416052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16052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8056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44805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MongoDB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29000" y="1207008"/>
            <a:ext cx="2514600" cy="354787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207008"/>
            <a:ext cx="25146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1389888"/>
            <a:ext cx="950976" cy="950976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10812" y="13898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38728" y="24688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Gaurav Kachawa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38728" y="29260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C63FF"/>
                </a:solidFill>
              </a:rPr>
              <a:t>Frontend Developer &amp; UI/UX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31920" y="3383280"/>
            <a:ext cx="15087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538728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Skills: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30168" y="384048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0168" y="384048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React Native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30168" y="416052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416052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Figma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30168" y="448056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44805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Tailwind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1207008"/>
            <a:ext cx="2514600" cy="354787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1207008"/>
            <a:ext cx="25146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5452" y="1389888"/>
            <a:ext cx="950976" cy="9509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5452" y="1389888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373368" y="24688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Aditya Patil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373368" y="29260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59E0B"/>
                </a:solidFill>
              </a:rPr>
              <a:t>ML Engineer &amp; Backend Dev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66560" y="3383280"/>
            <a:ext cx="15087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538728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Skills: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64808" y="384048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384048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Python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64808" y="416052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416052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64808" y="4480560"/>
            <a:ext cx="2112264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4808" y="4480560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NLP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2C39A"/>
                </a:solidFill>
              </a:rPr>
              <a:t>Let's build smarter finances for India 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SpendSmart - UDBHAV'26</dc:title>
  <dc:subject>PptxGenJS Presentation</dc:subject>
  <dc:creator>PptxGenJS</dc:creator>
  <cp:lastModifiedBy>PptxGenJS</cp:lastModifiedBy>
  <cp:revision>1</cp:revision>
  <dcterms:created xsi:type="dcterms:W3CDTF">2026-04-19T09:55:33Z</dcterms:created>
  <dcterms:modified xsi:type="dcterms:W3CDTF">2026-04-19T09:55:33Z</dcterms:modified>
</cp:coreProperties>
</file>