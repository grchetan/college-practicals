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 id="2147483667" r:id="rId2"/>
  </p:sldMasterIdLst>
  <p:notesMasterIdLst>
    <p:notesMasterId r:id="rId69"/>
  </p:notes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83" r:id="rId30"/>
    <p:sldId id="284" r:id="rId31"/>
    <p:sldId id="285" r:id="rId32"/>
    <p:sldId id="286" r:id="rId33"/>
    <p:sldId id="287" r:id="rId34"/>
    <p:sldId id="288" r:id="rId35"/>
    <p:sldId id="289" r:id="rId36"/>
    <p:sldId id="290" r:id="rId37"/>
    <p:sldId id="291" r:id="rId38"/>
    <p:sldId id="292" r:id="rId39"/>
    <p:sldId id="293" r:id="rId40"/>
    <p:sldId id="294" r:id="rId41"/>
    <p:sldId id="295" r:id="rId42"/>
    <p:sldId id="296" r:id="rId43"/>
    <p:sldId id="297" r:id="rId44"/>
    <p:sldId id="298" r:id="rId45"/>
    <p:sldId id="299" r:id="rId46"/>
    <p:sldId id="300" r:id="rId47"/>
    <p:sldId id="301" r:id="rId48"/>
    <p:sldId id="302" r:id="rId49"/>
    <p:sldId id="303" r:id="rId50"/>
    <p:sldId id="304" r:id="rId51"/>
    <p:sldId id="305" r:id="rId52"/>
    <p:sldId id="306" r:id="rId53"/>
    <p:sldId id="307" r:id="rId54"/>
    <p:sldId id="308" r:id="rId55"/>
    <p:sldId id="309" r:id="rId56"/>
    <p:sldId id="310" r:id="rId57"/>
    <p:sldId id="311" r:id="rId58"/>
    <p:sldId id="312" r:id="rId59"/>
    <p:sldId id="313" r:id="rId60"/>
    <p:sldId id="314" r:id="rId61"/>
    <p:sldId id="315" r:id="rId62"/>
    <p:sldId id="316" r:id="rId63"/>
    <p:sldId id="317" r:id="rId64"/>
    <p:sldId id="318" r:id="rId65"/>
    <p:sldId id="319" r:id="rId66"/>
    <p:sldId id="320" r:id="rId67"/>
    <p:sldId id="358" r:id="rId68"/>
  </p:sldIdLst>
  <p:sldSz cx="12192000" cy="6858000"/>
  <p:notesSz cx="6858000" cy="9144000"/>
  <p:embeddedFontLst>
    <p:embeddedFont>
      <p:font typeface="Tahoma" panose="020B0604030504040204" pitchFamily="34" charset="0"/>
      <p:regular r:id="rId70"/>
      <p:bold r:id="rId71"/>
    </p:embeddedFont>
    <p:embeddedFont>
      <p:font typeface="Times" panose="02020603050405020304" pitchFamily="18" charset="0"/>
      <p:regular r:id="rId72"/>
      <p:bold r:id="rId73"/>
      <p:italic r:id="rId74"/>
      <p:boldItalic r:id="rId75"/>
    </p:embeddedFont>
    <p:embeddedFont>
      <p:font typeface="Oswald" panose="020B0604020202020204" charset="0"/>
      <p:regular r:id="rId76"/>
      <p:bold r:id="rId77"/>
    </p:embeddedFont>
    <p:embeddedFont>
      <p:font typeface="Trebuchet MS" panose="020B0603020202020204" pitchFamily="34" charset="0"/>
      <p:regular r:id="rId78"/>
      <p:bold r:id="rId79"/>
      <p:italic r:id="rId80"/>
      <p:boldItalic r:id="rId81"/>
    </p:embeddedFont>
    <p:embeddedFont>
      <p:font typeface="Calibri" panose="020F0502020204030204" pitchFamily="34" charset="0"/>
      <p:regular r:id="rId82"/>
      <p:bold r:id="rId83"/>
      <p:italic r:id="rId84"/>
      <p:boldItalic r:id="rId8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114" roundtripDataSignature="AMtx7mhYDmxLCy4lVNyM1uyLtSrnZhMC8g=="/>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3" d="100"/>
          <a:sy n="63" d="100"/>
        </p:scale>
        <p:origin x="780" y="64"/>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117" Type="http://schemas.openxmlformats.org/officeDocument/2006/relationships/theme" Target="theme/theme1.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84" Type="http://schemas.openxmlformats.org/officeDocument/2006/relationships/font" Target="fonts/font15.fntdata"/><Relationship Id="rId16" Type="http://schemas.openxmlformats.org/officeDocument/2006/relationships/slide" Target="slides/slide14.xml"/><Relationship Id="rId11" Type="http://schemas.openxmlformats.org/officeDocument/2006/relationships/slide" Target="slides/slide9.xml"/><Relationship Id="rId32" Type="http://schemas.openxmlformats.org/officeDocument/2006/relationships/slide" Target="slides/slide30.xml"/><Relationship Id="rId37" Type="http://schemas.openxmlformats.org/officeDocument/2006/relationships/slide" Target="slides/slide35.xml"/><Relationship Id="rId53" Type="http://schemas.openxmlformats.org/officeDocument/2006/relationships/slide" Target="slides/slide51.xml"/><Relationship Id="rId58" Type="http://schemas.openxmlformats.org/officeDocument/2006/relationships/slide" Target="slides/slide56.xml"/><Relationship Id="rId74" Type="http://schemas.openxmlformats.org/officeDocument/2006/relationships/font" Target="fonts/font5.fntdata"/><Relationship Id="rId79" Type="http://schemas.openxmlformats.org/officeDocument/2006/relationships/font" Target="fonts/font10.fntdata"/><Relationship Id="rId5" Type="http://schemas.openxmlformats.org/officeDocument/2006/relationships/slide" Target="slides/slide3.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slide" Target="slides/slide62.xml"/><Relationship Id="rId69" Type="http://schemas.openxmlformats.org/officeDocument/2006/relationships/notesMaster" Target="notesMasters/notesMaster1.xml"/><Relationship Id="rId77" Type="http://schemas.openxmlformats.org/officeDocument/2006/relationships/font" Target="fonts/font8.fntdata"/><Relationship Id="rId118" Type="http://schemas.openxmlformats.org/officeDocument/2006/relationships/tableStyles" Target="tableStyles.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font" Target="fonts/font3.fntdata"/><Relationship Id="rId80" Type="http://schemas.openxmlformats.org/officeDocument/2006/relationships/font" Target="fonts/font11.fntdata"/><Relationship Id="rId85" Type="http://schemas.openxmlformats.org/officeDocument/2006/relationships/font" Target="fonts/font16.fntdata"/><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slide" Target="slides/slide65.xml"/><Relationship Id="rId116" Type="http://schemas.openxmlformats.org/officeDocument/2006/relationships/viewProps" Target="viewProps.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font" Target="fonts/font1.fntdata"/><Relationship Id="rId75" Type="http://schemas.openxmlformats.org/officeDocument/2006/relationships/font" Target="fonts/font6.fntdata"/><Relationship Id="rId83" Type="http://schemas.openxmlformats.org/officeDocument/2006/relationships/font" Target="fonts/font14.fntdata"/><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14" Type="http://customschemas.google.com/relationships/presentationmetadata" Target="metadata"/><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font" Target="fonts/font4.fntdata"/><Relationship Id="rId78" Type="http://schemas.openxmlformats.org/officeDocument/2006/relationships/font" Target="fonts/font9.fntdata"/><Relationship Id="rId81" Type="http://schemas.openxmlformats.org/officeDocument/2006/relationships/font" Target="fonts/font12.fntdata"/><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font" Target="fonts/font7.fntdata"/><Relationship Id="rId7" Type="http://schemas.openxmlformats.org/officeDocument/2006/relationships/slide" Target="slides/slide5.xml"/><Relationship Id="rId71" Type="http://schemas.openxmlformats.org/officeDocument/2006/relationships/font" Target="fonts/font2.fntdata"/><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 Id="rId115" Type="http://schemas.openxmlformats.org/officeDocument/2006/relationships/presProps" Target="presProps.xml"/><Relationship Id="rId61" Type="http://schemas.openxmlformats.org/officeDocument/2006/relationships/slide" Target="slides/slide59.xml"/><Relationship Id="rId82" Type="http://schemas.openxmlformats.org/officeDocument/2006/relationships/font" Target="fonts/font13.fntdata"/><Relationship Id="rId19" Type="http://schemas.openxmlformats.org/officeDocument/2006/relationships/slide" Target="slides/slide1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8"/>
        <p:cNvGrpSpPr/>
        <p:nvPr/>
      </p:nvGrpSpPr>
      <p:grpSpPr>
        <a:xfrm>
          <a:off x="0" y="0"/>
          <a:ext cx="0" cy="0"/>
          <a:chOff x="0" y="0"/>
          <a:chExt cx="0" cy="0"/>
        </a:xfrm>
      </p:grpSpPr>
      <p:sp>
        <p:nvSpPr>
          <p:cNvPr id="379" name="Google Shape;379;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80" name="Google Shape;380;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4"/>
        <p:cNvGrpSpPr/>
        <p:nvPr/>
      </p:nvGrpSpPr>
      <p:grpSpPr>
        <a:xfrm>
          <a:off x="0" y="0"/>
          <a:ext cx="0" cy="0"/>
          <a:chOff x="0" y="0"/>
          <a:chExt cx="0" cy="0"/>
        </a:xfrm>
      </p:grpSpPr>
      <p:sp>
        <p:nvSpPr>
          <p:cNvPr id="385" name="Google Shape;385;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86" name="Google Shape;386;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1"/>
        <p:cNvGrpSpPr/>
        <p:nvPr/>
      </p:nvGrpSpPr>
      <p:grpSpPr>
        <a:xfrm>
          <a:off x="0" y="0"/>
          <a:ext cx="0" cy="0"/>
          <a:chOff x="0" y="0"/>
          <a:chExt cx="0" cy="0"/>
        </a:xfrm>
      </p:grpSpPr>
      <p:sp>
        <p:nvSpPr>
          <p:cNvPr id="392" name="Google Shape;392;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93" name="Google Shape;393;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8"/>
        <p:cNvGrpSpPr/>
        <p:nvPr/>
      </p:nvGrpSpPr>
      <p:grpSpPr>
        <a:xfrm>
          <a:off x="0" y="0"/>
          <a:ext cx="0" cy="0"/>
          <a:chOff x="0" y="0"/>
          <a:chExt cx="0" cy="0"/>
        </a:xfrm>
      </p:grpSpPr>
      <p:sp>
        <p:nvSpPr>
          <p:cNvPr id="399" name="Google Shape;399;p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Times New Roman"/>
              <a:buNone/>
            </a:pPr>
            <a:fld id="{00000000-1234-1234-1234-123412341234}" type="slidenum">
              <a:rPr lang="en-US" sz="1200" b="0" i="0" u="none" strike="noStrike" cap="none">
                <a:solidFill>
                  <a:srgbClr val="000000"/>
                </a:solidFill>
                <a:latin typeface="Times New Roman"/>
                <a:ea typeface="Times New Roman"/>
                <a:cs typeface="Times New Roman"/>
                <a:sym typeface="Times New Roman"/>
              </a:rPr>
              <a:t>4</a:t>
            </a:fld>
            <a:endParaRPr sz="1200" b="0" i="0" u="none" strike="noStrike" cap="none">
              <a:solidFill>
                <a:srgbClr val="000000"/>
              </a:solidFill>
              <a:latin typeface="Times New Roman"/>
              <a:ea typeface="Times New Roman"/>
              <a:cs typeface="Times New Roman"/>
              <a:sym typeface="Times New Roman"/>
            </a:endParaRPr>
          </a:p>
        </p:txBody>
      </p:sp>
      <p:sp>
        <p:nvSpPr>
          <p:cNvPr id="400" name="Google Shape;400;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01" name="Google Shape;401;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latin typeface="Times New Roman"/>
              <a:ea typeface="Times New Roman"/>
              <a:cs typeface="Times New Roman"/>
              <a:sym typeface="Times New Roman"/>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0"/>
        <p:cNvGrpSpPr/>
        <p:nvPr/>
      </p:nvGrpSpPr>
      <p:grpSpPr>
        <a:xfrm>
          <a:off x="0" y="0"/>
          <a:ext cx="0" cy="0"/>
          <a:chOff x="0" y="0"/>
          <a:chExt cx="0" cy="0"/>
        </a:xfrm>
      </p:grpSpPr>
      <p:sp>
        <p:nvSpPr>
          <p:cNvPr id="411" name="Google Shape;411;p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Times New Roman"/>
              <a:buNone/>
            </a:pPr>
            <a:fld id="{00000000-1234-1234-1234-123412341234}" type="slidenum">
              <a:rPr lang="en-US" sz="1200" b="0" i="0" u="none" strike="noStrike" cap="none">
                <a:solidFill>
                  <a:srgbClr val="000000"/>
                </a:solidFill>
                <a:latin typeface="Times New Roman"/>
                <a:ea typeface="Times New Roman"/>
                <a:cs typeface="Times New Roman"/>
                <a:sym typeface="Times New Roman"/>
              </a:rPr>
              <a:t>5</a:t>
            </a:fld>
            <a:endParaRPr sz="1200" b="0" i="0" u="none" strike="noStrike" cap="none">
              <a:solidFill>
                <a:srgbClr val="000000"/>
              </a:solidFill>
              <a:latin typeface="Times New Roman"/>
              <a:ea typeface="Times New Roman"/>
              <a:cs typeface="Times New Roman"/>
              <a:sym typeface="Times New Roman"/>
            </a:endParaRPr>
          </a:p>
        </p:txBody>
      </p:sp>
      <p:sp>
        <p:nvSpPr>
          <p:cNvPr id="412" name="Google Shape;412;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13" name="Google Shape;413;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latin typeface="Times New Roman"/>
              <a:ea typeface="Times New Roman"/>
              <a:cs typeface="Times New Roman"/>
              <a:sym typeface="Times New Roman"/>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1"/>
        <p:cNvGrpSpPr/>
        <p:nvPr/>
      </p:nvGrpSpPr>
      <p:grpSpPr>
        <a:xfrm>
          <a:off x="0" y="0"/>
          <a:ext cx="0" cy="0"/>
          <a:chOff x="0" y="0"/>
          <a:chExt cx="0" cy="0"/>
        </a:xfrm>
      </p:grpSpPr>
      <p:sp>
        <p:nvSpPr>
          <p:cNvPr id="422" name="Google Shape;422;p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Times New Roman"/>
              <a:buNone/>
            </a:pPr>
            <a:fld id="{00000000-1234-1234-1234-123412341234}" type="slidenum">
              <a:rPr lang="en-US" sz="1200" b="0" i="0" u="none" strike="noStrike" cap="none">
                <a:solidFill>
                  <a:srgbClr val="000000"/>
                </a:solidFill>
                <a:latin typeface="Times New Roman"/>
                <a:ea typeface="Times New Roman"/>
                <a:cs typeface="Times New Roman"/>
                <a:sym typeface="Times New Roman"/>
              </a:rPr>
              <a:t>6</a:t>
            </a:fld>
            <a:endParaRPr sz="1200" b="0" i="0" u="none" strike="noStrike" cap="none">
              <a:solidFill>
                <a:srgbClr val="000000"/>
              </a:solidFill>
              <a:latin typeface="Times New Roman"/>
              <a:ea typeface="Times New Roman"/>
              <a:cs typeface="Times New Roman"/>
              <a:sym typeface="Times New Roman"/>
            </a:endParaRPr>
          </a:p>
        </p:txBody>
      </p:sp>
      <p:sp>
        <p:nvSpPr>
          <p:cNvPr id="423" name="Google Shape;423;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24" name="Google Shape;424;p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latin typeface="Times New Roman"/>
              <a:ea typeface="Times New Roman"/>
              <a:cs typeface="Times New Roman"/>
              <a:sym typeface="Times New Roman"/>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3"/>
        <p:cNvGrpSpPr/>
        <p:nvPr/>
      </p:nvGrpSpPr>
      <p:grpSpPr>
        <a:xfrm>
          <a:off x="0" y="0"/>
          <a:ext cx="0" cy="0"/>
          <a:chOff x="0" y="0"/>
          <a:chExt cx="0" cy="0"/>
        </a:xfrm>
      </p:grpSpPr>
      <p:sp>
        <p:nvSpPr>
          <p:cNvPr id="434" name="Google Shape;434;p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Times New Roman"/>
              <a:buNone/>
            </a:pPr>
            <a:fld id="{00000000-1234-1234-1234-123412341234}" type="slidenum">
              <a:rPr lang="en-US" sz="1200" b="0" i="0" u="none" strike="noStrike" cap="none">
                <a:solidFill>
                  <a:srgbClr val="000000"/>
                </a:solidFill>
                <a:latin typeface="Times New Roman"/>
                <a:ea typeface="Times New Roman"/>
                <a:cs typeface="Times New Roman"/>
                <a:sym typeface="Times New Roman"/>
              </a:rPr>
              <a:t>7</a:t>
            </a:fld>
            <a:endParaRPr sz="1200" b="0" i="0" u="none" strike="noStrike" cap="none">
              <a:solidFill>
                <a:srgbClr val="000000"/>
              </a:solidFill>
              <a:latin typeface="Times New Roman"/>
              <a:ea typeface="Times New Roman"/>
              <a:cs typeface="Times New Roman"/>
              <a:sym typeface="Times New Roman"/>
            </a:endParaRPr>
          </a:p>
        </p:txBody>
      </p:sp>
      <p:sp>
        <p:nvSpPr>
          <p:cNvPr id="435" name="Google Shape;435;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36" name="Google Shape;436;p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latin typeface="Times New Roman"/>
              <a:ea typeface="Times New Roman"/>
              <a:cs typeface="Times New Roman"/>
              <a:sym typeface="Times New Roman"/>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2"/>
        <p:cNvGrpSpPr/>
        <p:nvPr/>
      </p:nvGrpSpPr>
      <p:grpSpPr>
        <a:xfrm>
          <a:off x="0" y="0"/>
          <a:ext cx="0" cy="0"/>
          <a:chOff x="0" y="0"/>
          <a:chExt cx="0" cy="0"/>
        </a:xfrm>
      </p:grpSpPr>
      <p:sp>
        <p:nvSpPr>
          <p:cNvPr id="453" name="Google Shape;453;p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Times New Roman"/>
              <a:buNone/>
            </a:pPr>
            <a:fld id="{00000000-1234-1234-1234-123412341234}" type="slidenum">
              <a:rPr lang="en-US" sz="1200" b="0" i="0" u="none" strike="noStrike" cap="none">
                <a:solidFill>
                  <a:srgbClr val="000000"/>
                </a:solidFill>
                <a:latin typeface="Times New Roman"/>
                <a:ea typeface="Times New Roman"/>
                <a:cs typeface="Times New Roman"/>
                <a:sym typeface="Times New Roman"/>
              </a:rPr>
              <a:t>8</a:t>
            </a:fld>
            <a:endParaRPr sz="1200" b="0" i="0" u="none" strike="noStrike" cap="none">
              <a:solidFill>
                <a:srgbClr val="000000"/>
              </a:solidFill>
              <a:latin typeface="Times New Roman"/>
              <a:ea typeface="Times New Roman"/>
              <a:cs typeface="Times New Roman"/>
              <a:sym typeface="Times New Roman"/>
            </a:endParaRPr>
          </a:p>
        </p:txBody>
      </p:sp>
      <p:sp>
        <p:nvSpPr>
          <p:cNvPr id="454" name="Google Shape;454;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55" name="Google Shape;455;p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latin typeface="Times New Roman"/>
              <a:ea typeface="Times New Roman"/>
              <a:cs typeface="Times New Roman"/>
              <a:sym typeface="Times New Roman"/>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3"/>
        <p:cNvGrpSpPr/>
        <p:nvPr/>
      </p:nvGrpSpPr>
      <p:grpSpPr>
        <a:xfrm>
          <a:off x="0" y="0"/>
          <a:ext cx="0" cy="0"/>
          <a:chOff x="0" y="0"/>
          <a:chExt cx="0" cy="0"/>
        </a:xfrm>
      </p:grpSpPr>
      <p:sp>
        <p:nvSpPr>
          <p:cNvPr id="464" name="Google Shape;464;p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Times New Roman"/>
              <a:buNone/>
            </a:pPr>
            <a:fld id="{00000000-1234-1234-1234-123412341234}" type="slidenum">
              <a:rPr lang="en-US" sz="1200" b="0" i="0" u="none" strike="noStrike" cap="none">
                <a:solidFill>
                  <a:srgbClr val="000000"/>
                </a:solidFill>
                <a:latin typeface="Times New Roman"/>
                <a:ea typeface="Times New Roman"/>
                <a:cs typeface="Times New Roman"/>
                <a:sym typeface="Times New Roman"/>
              </a:rPr>
              <a:t>9</a:t>
            </a:fld>
            <a:endParaRPr sz="1200" b="0" i="0" u="none" strike="noStrike" cap="none">
              <a:solidFill>
                <a:srgbClr val="000000"/>
              </a:solidFill>
              <a:latin typeface="Times New Roman"/>
              <a:ea typeface="Times New Roman"/>
              <a:cs typeface="Times New Roman"/>
              <a:sym typeface="Times New Roman"/>
            </a:endParaRPr>
          </a:p>
        </p:txBody>
      </p:sp>
      <p:sp>
        <p:nvSpPr>
          <p:cNvPr id="465" name="Google Shape;465;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66" name="Google Shape;466;p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latin typeface="Times New Roman"/>
              <a:ea typeface="Times New Roman"/>
              <a:cs typeface="Times New Roman"/>
              <a:sym typeface="Times New Roman"/>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4"/>
        <p:cNvGrpSpPr/>
        <p:nvPr/>
      </p:nvGrpSpPr>
      <p:grpSpPr>
        <a:xfrm>
          <a:off x="0" y="0"/>
          <a:ext cx="0" cy="0"/>
          <a:chOff x="0" y="0"/>
          <a:chExt cx="0" cy="0"/>
        </a:xfrm>
      </p:grpSpPr>
      <p:sp>
        <p:nvSpPr>
          <p:cNvPr id="475" name="Google Shape;475;p1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Times New Roman"/>
              <a:buNone/>
            </a:pPr>
            <a:fld id="{00000000-1234-1234-1234-123412341234}" type="slidenum">
              <a:rPr lang="en-US" sz="1200" b="0" i="0" u="none" strike="noStrike" cap="none">
                <a:solidFill>
                  <a:srgbClr val="000000"/>
                </a:solidFill>
                <a:latin typeface="Times New Roman"/>
                <a:ea typeface="Times New Roman"/>
                <a:cs typeface="Times New Roman"/>
                <a:sym typeface="Times New Roman"/>
              </a:rPr>
              <a:t>10</a:t>
            </a:fld>
            <a:endParaRPr sz="1200" b="0" i="0" u="none" strike="noStrike" cap="none">
              <a:solidFill>
                <a:srgbClr val="000000"/>
              </a:solidFill>
              <a:latin typeface="Times New Roman"/>
              <a:ea typeface="Times New Roman"/>
              <a:cs typeface="Times New Roman"/>
              <a:sym typeface="Times New Roman"/>
            </a:endParaRPr>
          </a:p>
        </p:txBody>
      </p:sp>
      <p:sp>
        <p:nvSpPr>
          <p:cNvPr id="476" name="Google Shape;476;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77" name="Google Shape;477;p1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latin typeface="Times New Roman"/>
              <a:ea typeface="Times New Roman"/>
              <a:cs typeface="Times New Roman"/>
              <a:sym typeface="Times New Roman"/>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5"/>
        <p:cNvGrpSpPr/>
        <p:nvPr/>
      </p:nvGrpSpPr>
      <p:grpSpPr>
        <a:xfrm>
          <a:off x="0" y="0"/>
          <a:ext cx="0" cy="0"/>
          <a:chOff x="0" y="0"/>
          <a:chExt cx="0" cy="0"/>
        </a:xfrm>
      </p:grpSpPr>
      <p:sp>
        <p:nvSpPr>
          <p:cNvPr id="486" name="Google Shape;486;p1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Times New Roman"/>
              <a:buNone/>
            </a:pPr>
            <a:fld id="{00000000-1234-1234-1234-123412341234}" type="slidenum">
              <a:rPr lang="en-US" sz="1200" b="0" i="0" u="none" strike="noStrike" cap="none">
                <a:solidFill>
                  <a:srgbClr val="000000"/>
                </a:solidFill>
                <a:latin typeface="Times New Roman"/>
                <a:ea typeface="Times New Roman"/>
                <a:cs typeface="Times New Roman"/>
                <a:sym typeface="Times New Roman"/>
              </a:rPr>
              <a:t>11</a:t>
            </a:fld>
            <a:endParaRPr sz="1200" b="0" i="0" u="none" strike="noStrike" cap="none">
              <a:solidFill>
                <a:srgbClr val="000000"/>
              </a:solidFill>
              <a:latin typeface="Times New Roman"/>
              <a:ea typeface="Times New Roman"/>
              <a:cs typeface="Times New Roman"/>
              <a:sym typeface="Times New Roman"/>
            </a:endParaRPr>
          </a:p>
        </p:txBody>
      </p:sp>
      <p:sp>
        <p:nvSpPr>
          <p:cNvPr id="487" name="Google Shape;487;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88" name="Google Shape;488;p1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latin typeface="Times New Roman"/>
              <a:ea typeface="Times New Roman"/>
              <a:cs typeface="Times New Roman"/>
              <a:sym typeface="Times New Roman"/>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7"/>
        <p:cNvGrpSpPr/>
        <p:nvPr/>
      </p:nvGrpSpPr>
      <p:grpSpPr>
        <a:xfrm>
          <a:off x="0" y="0"/>
          <a:ext cx="0" cy="0"/>
          <a:chOff x="0" y="0"/>
          <a:chExt cx="0" cy="0"/>
        </a:xfrm>
      </p:grpSpPr>
      <p:sp>
        <p:nvSpPr>
          <p:cNvPr id="498" name="Google Shape;498;p1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Times New Roman"/>
              <a:buNone/>
            </a:pPr>
            <a:fld id="{00000000-1234-1234-1234-123412341234}" type="slidenum">
              <a:rPr lang="en-US" sz="1200" b="0" i="0" u="none" strike="noStrike" cap="none">
                <a:solidFill>
                  <a:srgbClr val="000000"/>
                </a:solidFill>
                <a:latin typeface="Times New Roman"/>
                <a:ea typeface="Times New Roman"/>
                <a:cs typeface="Times New Roman"/>
                <a:sym typeface="Times New Roman"/>
              </a:rPr>
              <a:t>12</a:t>
            </a:fld>
            <a:endParaRPr sz="1200" b="0" i="0" u="none" strike="noStrike" cap="none">
              <a:solidFill>
                <a:srgbClr val="000000"/>
              </a:solidFill>
              <a:latin typeface="Times New Roman"/>
              <a:ea typeface="Times New Roman"/>
              <a:cs typeface="Times New Roman"/>
              <a:sym typeface="Times New Roman"/>
            </a:endParaRPr>
          </a:p>
        </p:txBody>
      </p:sp>
      <p:sp>
        <p:nvSpPr>
          <p:cNvPr id="499" name="Google Shape;499;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500" name="Google Shape;500;p1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latin typeface="Times New Roman"/>
              <a:ea typeface="Times New Roman"/>
              <a:cs typeface="Times New Roman"/>
              <a:sym typeface="Times New Roman"/>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8"/>
        <p:cNvGrpSpPr/>
        <p:nvPr/>
      </p:nvGrpSpPr>
      <p:grpSpPr>
        <a:xfrm>
          <a:off x="0" y="0"/>
          <a:ext cx="0" cy="0"/>
          <a:chOff x="0" y="0"/>
          <a:chExt cx="0" cy="0"/>
        </a:xfrm>
      </p:grpSpPr>
      <p:sp>
        <p:nvSpPr>
          <p:cNvPr id="509" name="Google Shape;509;p1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Times New Roman"/>
              <a:buNone/>
            </a:pPr>
            <a:fld id="{00000000-1234-1234-1234-123412341234}" type="slidenum">
              <a:rPr lang="en-US" sz="1200" b="0" i="0" u="none" strike="noStrike" cap="none">
                <a:solidFill>
                  <a:srgbClr val="000000"/>
                </a:solidFill>
                <a:latin typeface="Times New Roman"/>
                <a:ea typeface="Times New Roman"/>
                <a:cs typeface="Times New Roman"/>
                <a:sym typeface="Times New Roman"/>
              </a:rPr>
              <a:t>13</a:t>
            </a:fld>
            <a:endParaRPr sz="1200" b="0" i="0" u="none" strike="noStrike" cap="none">
              <a:solidFill>
                <a:srgbClr val="000000"/>
              </a:solidFill>
              <a:latin typeface="Times New Roman"/>
              <a:ea typeface="Times New Roman"/>
              <a:cs typeface="Times New Roman"/>
              <a:sym typeface="Times New Roman"/>
            </a:endParaRPr>
          </a:p>
        </p:txBody>
      </p:sp>
      <p:sp>
        <p:nvSpPr>
          <p:cNvPr id="510" name="Google Shape;510;p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511" name="Google Shape;511;p1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latin typeface="Times New Roman"/>
              <a:ea typeface="Times New Roman"/>
              <a:cs typeface="Times New Roman"/>
              <a:sym typeface="Times New Roman"/>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7"/>
        <p:cNvGrpSpPr/>
        <p:nvPr/>
      </p:nvGrpSpPr>
      <p:grpSpPr>
        <a:xfrm>
          <a:off x="0" y="0"/>
          <a:ext cx="0" cy="0"/>
          <a:chOff x="0" y="0"/>
          <a:chExt cx="0" cy="0"/>
        </a:xfrm>
      </p:grpSpPr>
      <p:sp>
        <p:nvSpPr>
          <p:cNvPr id="528" name="Google Shape;528;p1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29" name="Google Shape;529;p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4"/>
        <p:cNvGrpSpPr/>
        <p:nvPr/>
      </p:nvGrpSpPr>
      <p:grpSpPr>
        <a:xfrm>
          <a:off x="0" y="0"/>
          <a:ext cx="0" cy="0"/>
          <a:chOff x="0" y="0"/>
          <a:chExt cx="0" cy="0"/>
        </a:xfrm>
      </p:grpSpPr>
      <p:sp>
        <p:nvSpPr>
          <p:cNvPr id="535" name="Google Shape;535;p1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Times New Roman"/>
              <a:buNone/>
            </a:pPr>
            <a:fld id="{00000000-1234-1234-1234-123412341234}" type="slidenum">
              <a:rPr lang="en-US" sz="1200" b="0" i="0" u="none" strike="noStrike" cap="none">
                <a:solidFill>
                  <a:srgbClr val="000000"/>
                </a:solidFill>
                <a:latin typeface="Times New Roman"/>
                <a:ea typeface="Times New Roman"/>
                <a:cs typeface="Times New Roman"/>
                <a:sym typeface="Times New Roman"/>
              </a:rPr>
              <a:t>15</a:t>
            </a:fld>
            <a:endParaRPr sz="1200" b="0" i="0" u="none" strike="noStrike" cap="none">
              <a:solidFill>
                <a:srgbClr val="000000"/>
              </a:solidFill>
              <a:latin typeface="Times New Roman"/>
              <a:ea typeface="Times New Roman"/>
              <a:cs typeface="Times New Roman"/>
              <a:sym typeface="Times New Roman"/>
            </a:endParaRPr>
          </a:p>
        </p:txBody>
      </p:sp>
      <p:sp>
        <p:nvSpPr>
          <p:cNvPr id="536" name="Google Shape;536;p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537" name="Google Shape;537;p1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latin typeface="Times New Roman"/>
              <a:ea typeface="Times New Roman"/>
              <a:cs typeface="Times New Roman"/>
              <a:sym typeface="Times New Roman"/>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5"/>
        <p:cNvGrpSpPr/>
        <p:nvPr/>
      </p:nvGrpSpPr>
      <p:grpSpPr>
        <a:xfrm>
          <a:off x="0" y="0"/>
          <a:ext cx="0" cy="0"/>
          <a:chOff x="0" y="0"/>
          <a:chExt cx="0" cy="0"/>
        </a:xfrm>
      </p:grpSpPr>
      <p:sp>
        <p:nvSpPr>
          <p:cNvPr id="546" name="Google Shape;546;p1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Times New Roman"/>
              <a:buNone/>
            </a:pPr>
            <a:fld id="{00000000-1234-1234-1234-123412341234}" type="slidenum">
              <a:rPr lang="en-US" sz="1200" b="0" i="0" u="none" strike="noStrike" cap="none">
                <a:solidFill>
                  <a:srgbClr val="000000"/>
                </a:solidFill>
                <a:latin typeface="Times New Roman"/>
                <a:ea typeface="Times New Roman"/>
                <a:cs typeface="Times New Roman"/>
                <a:sym typeface="Times New Roman"/>
              </a:rPr>
              <a:t>16</a:t>
            </a:fld>
            <a:endParaRPr sz="1200" b="0" i="0" u="none" strike="noStrike" cap="none">
              <a:solidFill>
                <a:srgbClr val="000000"/>
              </a:solidFill>
              <a:latin typeface="Times New Roman"/>
              <a:ea typeface="Times New Roman"/>
              <a:cs typeface="Times New Roman"/>
              <a:sym typeface="Times New Roman"/>
            </a:endParaRPr>
          </a:p>
        </p:txBody>
      </p:sp>
      <p:sp>
        <p:nvSpPr>
          <p:cNvPr id="547" name="Google Shape;547;p1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548" name="Google Shape;548;p1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latin typeface="Times New Roman"/>
              <a:ea typeface="Times New Roman"/>
              <a:cs typeface="Times New Roman"/>
              <a:sym typeface="Times New Roman"/>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4"/>
        <p:cNvGrpSpPr/>
        <p:nvPr/>
      </p:nvGrpSpPr>
      <p:grpSpPr>
        <a:xfrm>
          <a:off x="0" y="0"/>
          <a:ext cx="0" cy="0"/>
          <a:chOff x="0" y="0"/>
          <a:chExt cx="0" cy="0"/>
        </a:xfrm>
      </p:grpSpPr>
      <p:sp>
        <p:nvSpPr>
          <p:cNvPr id="565" name="Google Shape;565;p1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Times New Roman"/>
              <a:buNone/>
            </a:pPr>
            <a:fld id="{00000000-1234-1234-1234-123412341234}" type="slidenum">
              <a:rPr lang="en-US" sz="1200" b="0" i="0" u="none" strike="noStrike" cap="none">
                <a:solidFill>
                  <a:srgbClr val="000000"/>
                </a:solidFill>
                <a:latin typeface="Times New Roman"/>
                <a:ea typeface="Times New Roman"/>
                <a:cs typeface="Times New Roman"/>
                <a:sym typeface="Times New Roman"/>
              </a:rPr>
              <a:t>17</a:t>
            </a:fld>
            <a:endParaRPr sz="1200" b="0" i="0" u="none" strike="noStrike" cap="none">
              <a:solidFill>
                <a:srgbClr val="000000"/>
              </a:solidFill>
              <a:latin typeface="Times New Roman"/>
              <a:ea typeface="Times New Roman"/>
              <a:cs typeface="Times New Roman"/>
              <a:sym typeface="Times New Roman"/>
            </a:endParaRPr>
          </a:p>
        </p:txBody>
      </p:sp>
      <p:sp>
        <p:nvSpPr>
          <p:cNvPr id="566" name="Google Shape;566;p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567" name="Google Shape;567;p1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latin typeface="Times New Roman"/>
              <a:ea typeface="Times New Roman"/>
              <a:cs typeface="Times New Roman"/>
              <a:sym typeface="Times New Roman"/>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5"/>
        <p:cNvGrpSpPr/>
        <p:nvPr/>
      </p:nvGrpSpPr>
      <p:grpSpPr>
        <a:xfrm>
          <a:off x="0" y="0"/>
          <a:ext cx="0" cy="0"/>
          <a:chOff x="0" y="0"/>
          <a:chExt cx="0" cy="0"/>
        </a:xfrm>
      </p:grpSpPr>
      <p:sp>
        <p:nvSpPr>
          <p:cNvPr id="576" name="Google Shape;576;p1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77" name="Google Shape;577;p1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2"/>
        <p:cNvGrpSpPr/>
        <p:nvPr/>
      </p:nvGrpSpPr>
      <p:grpSpPr>
        <a:xfrm>
          <a:off x="0" y="0"/>
          <a:ext cx="0" cy="0"/>
          <a:chOff x="0" y="0"/>
          <a:chExt cx="0" cy="0"/>
        </a:xfrm>
      </p:grpSpPr>
      <p:sp>
        <p:nvSpPr>
          <p:cNvPr id="583" name="Google Shape;583;p1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Times New Roman"/>
              <a:buNone/>
            </a:pPr>
            <a:fld id="{00000000-1234-1234-1234-123412341234}" type="slidenum">
              <a:rPr lang="en-US" sz="1200" b="0" i="0" u="none" strike="noStrike" cap="none">
                <a:solidFill>
                  <a:srgbClr val="000000"/>
                </a:solidFill>
                <a:latin typeface="Times New Roman"/>
                <a:ea typeface="Times New Roman"/>
                <a:cs typeface="Times New Roman"/>
                <a:sym typeface="Times New Roman"/>
              </a:rPr>
              <a:t>19</a:t>
            </a:fld>
            <a:endParaRPr sz="1200" b="0" i="0" u="none" strike="noStrike" cap="none">
              <a:solidFill>
                <a:srgbClr val="000000"/>
              </a:solidFill>
              <a:latin typeface="Times New Roman"/>
              <a:ea typeface="Times New Roman"/>
              <a:cs typeface="Times New Roman"/>
              <a:sym typeface="Times New Roman"/>
            </a:endParaRPr>
          </a:p>
        </p:txBody>
      </p:sp>
      <p:sp>
        <p:nvSpPr>
          <p:cNvPr id="584" name="Google Shape;584;p1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585" name="Google Shape;585;p1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latin typeface="Times New Roman"/>
              <a:ea typeface="Times New Roman"/>
              <a:cs typeface="Times New Roman"/>
              <a:sym typeface="Times New Roman"/>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3"/>
        <p:cNvGrpSpPr/>
        <p:nvPr/>
      </p:nvGrpSpPr>
      <p:grpSpPr>
        <a:xfrm>
          <a:off x="0" y="0"/>
          <a:ext cx="0" cy="0"/>
          <a:chOff x="0" y="0"/>
          <a:chExt cx="0" cy="0"/>
        </a:xfrm>
      </p:grpSpPr>
      <p:sp>
        <p:nvSpPr>
          <p:cNvPr id="594" name="Google Shape;594;p2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Times New Roman"/>
              <a:buNone/>
            </a:pPr>
            <a:fld id="{00000000-1234-1234-1234-123412341234}" type="slidenum">
              <a:rPr lang="en-US" sz="1200" b="0" i="0" u="none" strike="noStrike" cap="none">
                <a:solidFill>
                  <a:srgbClr val="000000"/>
                </a:solidFill>
                <a:latin typeface="Times New Roman"/>
                <a:ea typeface="Times New Roman"/>
                <a:cs typeface="Times New Roman"/>
                <a:sym typeface="Times New Roman"/>
              </a:rPr>
              <a:t>20</a:t>
            </a:fld>
            <a:endParaRPr sz="1200" b="0" i="0" u="none" strike="noStrike" cap="none">
              <a:solidFill>
                <a:srgbClr val="000000"/>
              </a:solidFill>
              <a:latin typeface="Times New Roman"/>
              <a:ea typeface="Times New Roman"/>
              <a:cs typeface="Times New Roman"/>
              <a:sym typeface="Times New Roman"/>
            </a:endParaRPr>
          </a:p>
        </p:txBody>
      </p:sp>
      <p:sp>
        <p:nvSpPr>
          <p:cNvPr id="595" name="Google Shape;595;p2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596" name="Google Shape;596;p2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latin typeface="Times New Roman"/>
              <a:ea typeface="Times New Roman"/>
              <a:cs typeface="Times New Roman"/>
              <a:sym typeface="Times New Roman"/>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2"/>
        <p:cNvGrpSpPr/>
        <p:nvPr/>
      </p:nvGrpSpPr>
      <p:grpSpPr>
        <a:xfrm>
          <a:off x="0" y="0"/>
          <a:ext cx="0" cy="0"/>
          <a:chOff x="0" y="0"/>
          <a:chExt cx="0" cy="0"/>
        </a:xfrm>
      </p:grpSpPr>
      <p:sp>
        <p:nvSpPr>
          <p:cNvPr id="613" name="Google Shape;613;p2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Times New Roman"/>
              <a:buNone/>
            </a:pPr>
            <a:fld id="{00000000-1234-1234-1234-123412341234}" type="slidenum">
              <a:rPr lang="en-US" sz="1200" b="0" i="0" u="none" strike="noStrike" cap="none">
                <a:solidFill>
                  <a:srgbClr val="000000"/>
                </a:solidFill>
                <a:latin typeface="Times New Roman"/>
                <a:ea typeface="Times New Roman"/>
                <a:cs typeface="Times New Roman"/>
                <a:sym typeface="Times New Roman"/>
              </a:rPr>
              <a:t>21</a:t>
            </a:fld>
            <a:endParaRPr sz="1200" b="0" i="0" u="none" strike="noStrike" cap="none">
              <a:solidFill>
                <a:srgbClr val="000000"/>
              </a:solidFill>
              <a:latin typeface="Times New Roman"/>
              <a:ea typeface="Times New Roman"/>
              <a:cs typeface="Times New Roman"/>
              <a:sym typeface="Times New Roman"/>
            </a:endParaRPr>
          </a:p>
        </p:txBody>
      </p:sp>
      <p:sp>
        <p:nvSpPr>
          <p:cNvPr id="614" name="Google Shape;614;p2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615" name="Google Shape;615;p2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latin typeface="Times New Roman"/>
              <a:ea typeface="Times New Roman"/>
              <a:cs typeface="Times New Roman"/>
              <a:sym typeface="Times New Roman"/>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3"/>
        <p:cNvGrpSpPr/>
        <p:nvPr/>
      </p:nvGrpSpPr>
      <p:grpSpPr>
        <a:xfrm>
          <a:off x="0" y="0"/>
          <a:ext cx="0" cy="0"/>
          <a:chOff x="0" y="0"/>
          <a:chExt cx="0" cy="0"/>
        </a:xfrm>
      </p:grpSpPr>
      <p:sp>
        <p:nvSpPr>
          <p:cNvPr id="624" name="Google Shape;624;p2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25" name="Google Shape;625;p2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0"/>
        <p:cNvGrpSpPr/>
        <p:nvPr/>
      </p:nvGrpSpPr>
      <p:grpSpPr>
        <a:xfrm>
          <a:off x="0" y="0"/>
          <a:ext cx="0" cy="0"/>
          <a:chOff x="0" y="0"/>
          <a:chExt cx="0" cy="0"/>
        </a:xfrm>
      </p:grpSpPr>
      <p:sp>
        <p:nvSpPr>
          <p:cNvPr id="631" name="Google Shape;631;p2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Times New Roman"/>
              <a:buNone/>
            </a:pPr>
            <a:fld id="{00000000-1234-1234-1234-123412341234}" type="slidenum">
              <a:rPr lang="en-US" sz="1200" b="0" i="0" u="none" strike="noStrike" cap="none">
                <a:solidFill>
                  <a:srgbClr val="000000"/>
                </a:solidFill>
                <a:latin typeface="Times New Roman"/>
                <a:ea typeface="Times New Roman"/>
                <a:cs typeface="Times New Roman"/>
                <a:sym typeface="Times New Roman"/>
              </a:rPr>
              <a:t>23</a:t>
            </a:fld>
            <a:endParaRPr sz="1200" b="0" i="0" u="none" strike="noStrike" cap="none">
              <a:solidFill>
                <a:srgbClr val="000000"/>
              </a:solidFill>
              <a:latin typeface="Times New Roman"/>
              <a:ea typeface="Times New Roman"/>
              <a:cs typeface="Times New Roman"/>
              <a:sym typeface="Times New Roman"/>
            </a:endParaRPr>
          </a:p>
        </p:txBody>
      </p:sp>
      <p:sp>
        <p:nvSpPr>
          <p:cNvPr id="632" name="Google Shape;632;p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633" name="Google Shape;633;p2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latin typeface="Times New Roman"/>
              <a:ea typeface="Times New Roman"/>
              <a:cs typeface="Times New Roman"/>
              <a:sym typeface="Times New Roman"/>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1"/>
        <p:cNvGrpSpPr/>
        <p:nvPr/>
      </p:nvGrpSpPr>
      <p:grpSpPr>
        <a:xfrm>
          <a:off x="0" y="0"/>
          <a:ext cx="0" cy="0"/>
          <a:chOff x="0" y="0"/>
          <a:chExt cx="0" cy="0"/>
        </a:xfrm>
      </p:grpSpPr>
      <p:sp>
        <p:nvSpPr>
          <p:cNvPr id="642" name="Google Shape;642;p2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Times New Roman"/>
              <a:buNone/>
            </a:pPr>
            <a:fld id="{00000000-1234-1234-1234-123412341234}" type="slidenum">
              <a:rPr lang="en-US" sz="1200" b="0" i="0" u="none" strike="noStrike" cap="none">
                <a:solidFill>
                  <a:srgbClr val="000000"/>
                </a:solidFill>
                <a:latin typeface="Times New Roman"/>
                <a:ea typeface="Times New Roman"/>
                <a:cs typeface="Times New Roman"/>
                <a:sym typeface="Times New Roman"/>
              </a:rPr>
              <a:t>24</a:t>
            </a:fld>
            <a:endParaRPr sz="1200" b="0" i="0" u="none" strike="noStrike" cap="none">
              <a:solidFill>
                <a:srgbClr val="000000"/>
              </a:solidFill>
              <a:latin typeface="Times New Roman"/>
              <a:ea typeface="Times New Roman"/>
              <a:cs typeface="Times New Roman"/>
              <a:sym typeface="Times New Roman"/>
            </a:endParaRPr>
          </a:p>
        </p:txBody>
      </p:sp>
      <p:sp>
        <p:nvSpPr>
          <p:cNvPr id="643" name="Google Shape;643;p2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644" name="Google Shape;644;p2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latin typeface="Times New Roman"/>
              <a:ea typeface="Times New Roman"/>
              <a:cs typeface="Times New Roman"/>
              <a:sym typeface="Times New Roman"/>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1"/>
        <p:cNvGrpSpPr/>
        <p:nvPr/>
      </p:nvGrpSpPr>
      <p:grpSpPr>
        <a:xfrm>
          <a:off x="0" y="0"/>
          <a:ext cx="0" cy="0"/>
          <a:chOff x="0" y="0"/>
          <a:chExt cx="0" cy="0"/>
        </a:xfrm>
      </p:grpSpPr>
      <p:sp>
        <p:nvSpPr>
          <p:cNvPr id="662" name="Google Shape;662;p2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Times New Roman"/>
              <a:buNone/>
            </a:pPr>
            <a:fld id="{00000000-1234-1234-1234-123412341234}" type="slidenum">
              <a:rPr lang="en-US" sz="1200" b="0" i="0" u="none" strike="noStrike" cap="none">
                <a:solidFill>
                  <a:srgbClr val="000000"/>
                </a:solidFill>
                <a:latin typeface="Times New Roman"/>
                <a:ea typeface="Times New Roman"/>
                <a:cs typeface="Times New Roman"/>
                <a:sym typeface="Times New Roman"/>
              </a:rPr>
              <a:t>25</a:t>
            </a:fld>
            <a:endParaRPr sz="1200" b="0" i="0" u="none" strike="noStrike" cap="none">
              <a:solidFill>
                <a:srgbClr val="000000"/>
              </a:solidFill>
              <a:latin typeface="Times New Roman"/>
              <a:ea typeface="Times New Roman"/>
              <a:cs typeface="Times New Roman"/>
              <a:sym typeface="Times New Roman"/>
            </a:endParaRPr>
          </a:p>
        </p:txBody>
      </p:sp>
      <p:sp>
        <p:nvSpPr>
          <p:cNvPr id="663" name="Google Shape;663;p2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664" name="Google Shape;664;p2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latin typeface="Times New Roman"/>
              <a:ea typeface="Times New Roman"/>
              <a:cs typeface="Times New Roman"/>
              <a:sym typeface="Times New Roman"/>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2"/>
        <p:cNvGrpSpPr/>
        <p:nvPr/>
      </p:nvGrpSpPr>
      <p:grpSpPr>
        <a:xfrm>
          <a:off x="0" y="0"/>
          <a:ext cx="0" cy="0"/>
          <a:chOff x="0" y="0"/>
          <a:chExt cx="0" cy="0"/>
        </a:xfrm>
      </p:grpSpPr>
      <p:sp>
        <p:nvSpPr>
          <p:cNvPr id="673" name="Google Shape;673;p2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74" name="Google Shape;674;p2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9"/>
        <p:cNvGrpSpPr/>
        <p:nvPr/>
      </p:nvGrpSpPr>
      <p:grpSpPr>
        <a:xfrm>
          <a:off x="0" y="0"/>
          <a:ext cx="0" cy="0"/>
          <a:chOff x="0" y="0"/>
          <a:chExt cx="0" cy="0"/>
        </a:xfrm>
      </p:grpSpPr>
      <p:sp>
        <p:nvSpPr>
          <p:cNvPr id="680" name="Google Shape;680;p2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Times New Roman"/>
              <a:buNone/>
            </a:pPr>
            <a:fld id="{00000000-1234-1234-1234-123412341234}" type="slidenum">
              <a:rPr lang="en-US" sz="1200" b="0" i="0" u="none" strike="noStrike" cap="none">
                <a:solidFill>
                  <a:srgbClr val="000000"/>
                </a:solidFill>
                <a:latin typeface="Times New Roman"/>
                <a:ea typeface="Times New Roman"/>
                <a:cs typeface="Times New Roman"/>
                <a:sym typeface="Times New Roman"/>
              </a:rPr>
              <a:t>27</a:t>
            </a:fld>
            <a:endParaRPr sz="1200" b="0" i="0" u="none" strike="noStrike" cap="none">
              <a:solidFill>
                <a:srgbClr val="000000"/>
              </a:solidFill>
              <a:latin typeface="Times New Roman"/>
              <a:ea typeface="Times New Roman"/>
              <a:cs typeface="Times New Roman"/>
              <a:sym typeface="Times New Roman"/>
            </a:endParaRPr>
          </a:p>
        </p:txBody>
      </p:sp>
      <p:sp>
        <p:nvSpPr>
          <p:cNvPr id="681" name="Google Shape;681;p2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682" name="Google Shape;682;p2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latin typeface="Times New Roman"/>
              <a:ea typeface="Times New Roman"/>
              <a:cs typeface="Times New Roman"/>
              <a:sym typeface="Times New Roman"/>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0"/>
        <p:cNvGrpSpPr/>
        <p:nvPr/>
      </p:nvGrpSpPr>
      <p:grpSpPr>
        <a:xfrm>
          <a:off x="0" y="0"/>
          <a:ext cx="0" cy="0"/>
          <a:chOff x="0" y="0"/>
          <a:chExt cx="0" cy="0"/>
        </a:xfrm>
      </p:grpSpPr>
      <p:sp>
        <p:nvSpPr>
          <p:cNvPr id="691" name="Google Shape;691;p2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Times New Roman"/>
              <a:buNone/>
            </a:pPr>
            <a:fld id="{00000000-1234-1234-1234-123412341234}" type="slidenum">
              <a:rPr lang="en-US" sz="1200" b="0" i="0" u="none" strike="noStrike" cap="none">
                <a:solidFill>
                  <a:srgbClr val="000000"/>
                </a:solidFill>
                <a:latin typeface="Times New Roman"/>
                <a:ea typeface="Times New Roman"/>
                <a:cs typeface="Times New Roman"/>
                <a:sym typeface="Times New Roman"/>
              </a:rPr>
              <a:t>28</a:t>
            </a:fld>
            <a:endParaRPr sz="1200" b="0" i="0" u="none" strike="noStrike" cap="none">
              <a:solidFill>
                <a:srgbClr val="000000"/>
              </a:solidFill>
              <a:latin typeface="Times New Roman"/>
              <a:ea typeface="Times New Roman"/>
              <a:cs typeface="Times New Roman"/>
              <a:sym typeface="Times New Roman"/>
            </a:endParaRPr>
          </a:p>
        </p:txBody>
      </p:sp>
      <p:sp>
        <p:nvSpPr>
          <p:cNvPr id="692" name="Google Shape;692;p2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693" name="Google Shape;693;p2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latin typeface="Times New Roman"/>
              <a:ea typeface="Times New Roman"/>
              <a:cs typeface="Times New Roman"/>
              <a:sym typeface="Times New Roman"/>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2"/>
        <p:cNvGrpSpPr/>
        <p:nvPr/>
      </p:nvGrpSpPr>
      <p:grpSpPr>
        <a:xfrm>
          <a:off x="0" y="0"/>
          <a:ext cx="0" cy="0"/>
          <a:chOff x="0" y="0"/>
          <a:chExt cx="0" cy="0"/>
        </a:xfrm>
      </p:grpSpPr>
      <p:sp>
        <p:nvSpPr>
          <p:cNvPr id="703" name="Google Shape;703;p2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04" name="Google Shape;704;p2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9"/>
        <p:cNvGrpSpPr/>
        <p:nvPr/>
      </p:nvGrpSpPr>
      <p:grpSpPr>
        <a:xfrm>
          <a:off x="0" y="0"/>
          <a:ext cx="0" cy="0"/>
          <a:chOff x="0" y="0"/>
          <a:chExt cx="0" cy="0"/>
        </a:xfrm>
      </p:grpSpPr>
      <p:sp>
        <p:nvSpPr>
          <p:cNvPr id="710" name="Google Shape;710;p3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Times New Roman"/>
              <a:buNone/>
            </a:pPr>
            <a:fld id="{00000000-1234-1234-1234-123412341234}" type="slidenum">
              <a:rPr lang="en-US" sz="1200" b="0" i="0" u="none" strike="noStrike" cap="none">
                <a:solidFill>
                  <a:srgbClr val="000000"/>
                </a:solidFill>
                <a:latin typeface="Times New Roman"/>
                <a:ea typeface="Times New Roman"/>
                <a:cs typeface="Times New Roman"/>
                <a:sym typeface="Times New Roman"/>
              </a:rPr>
              <a:t>30</a:t>
            </a:fld>
            <a:endParaRPr sz="1200" b="0" i="0" u="none" strike="noStrike" cap="none">
              <a:solidFill>
                <a:srgbClr val="000000"/>
              </a:solidFill>
              <a:latin typeface="Times New Roman"/>
              <a:ea typeface="Times New Roman"/>
              <a:cs typeface="Times New Roman"/>
              <a:sym typeface="Times New Roman"/>
            </a:endParaRPr>
          </a:p>
        </p:txBody>
      </p:sp>
      <p:sp>
        <p:nvSpPr>
          <p:cNvPr id="711" name="Google Shape;711;p3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712" name="Google Shape;712;p3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latin typeface="Times New Roman"/>
              <a:ea typeface="Times New Roman"/>
              <a:cs typeface="Times New Roman"/>
              <a:sym typeface="Times New Roman"/>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1"/>
        <p:cNvGrpSpPr/>
        <p:nvPr/>
      </p:nvGrpSpPr>
      <p:grpSpPr>
        <a:xfrm>
          <a:off x="0" y="0"/>
          <a:ext cx="0" cy="0"/>
          <a:chOff x="0" y="0"/>
          <a:chExt cx="0" cy="0"/>
        </a:xfrm>
      </p:grpSpPr>
      <p:sp>
        <p:nvSpPr>
          <p:cNvPr id="722" name="Google Shape;722;p3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Times New Roman"/>
              <a:buNone/>
            </a:pPr>
            <a:fld id="{00000000-1234-1234-1234-123412341234}" type="slidenum">
              <a:rPr lang="en-US" sz="1200" b="0" i="0" u="none" strike="noStrike" cap="none">
                <a:solidFill>
                  <a:srgbClr val="000000"/>
                </a:solidFill>
                <a:latin typeface="Times New Roman"/>
                <a:ea typeface="Times New Roman"/>
                <a:cs typeface="Times New Roman"/>
                <a:sym typeface="Times New Roman"/>
              </a:rPr>
              <a:t>31</a:t>
            </a:fld>
            <a:endParaRPr sz="1200" b="0" i="0" u="none" strike="noStrike" cap="none">
              <a:solidFill>
                <a:srgbClr val="000000"/>
              </a:solidFill>
              <a:latin typeface="Times New Roman"/>
              <a:ea typeface="Times New Roman"/>
              <a:cs typeface="Times New Roman"/>
              <a:sym typeface="Times New Roman"/>
            </a:endParaRPr>
          </a:p>
        </p:txBody>
      </p:sp>
      <p:sp>
        <p:nvSpPr>
          <p:cNvPr id="723" name="Google Shape;723;p3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724" name="Google Shape;724;p3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latin typeface="Times New Roman"/>
              <a:ea typeface="Times New Roman"/>
              <a:cs typeface="Times New Roman"/>
              <a:sym typeface="Times New Roman"/>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0"/>
        <p:cNvGrpSpPr/>
        <p:nvPr/>
      </p:nvGrpSpPr>
      <p:grpSpPr>
        <a:xfrm>
          <a:off x="0" y="0"/>
          <a:ext cx="0" cy="0"/>
          <a:chOff x="0" y="0"/>
          <a:chExt cx="0" cy="0"/>
        </a:xfrm>
      </p:grpSpPr>
      <p:sp>
        <p:nvSpPr>
          <p:cNvPr id="741" name="Google Shape;741;p3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Times New Roman"/>
              <a:buNone/>
            </a:pPr>
            <a:fld id="{00000000-1234-1234-1234-123412341234}" type="slidenum">
              <a:rPr lang="en-US" sz="1200" b="0" i="0" u="none" strike="noStrike" cap="none">
                <a:solidFill>
                  <a:srgbClr val="000000"/>
                </a:solidFill>
                <a:latin typeface="Times New Roman"/>
                <a:ea typeface="Times New Roman"/>
                <a:cs typeface="Times New Roman"/>
                <a:sym typeface="Times New Roman"/>
              </a:rPr>
              <a:t>32</a:t>
            </a:fld>
            <a:endParaRPr sz="1200" b="0" i="0" u="none" strike="noStrike" cap="none">
              <a:solidFill>
                <a:srgbClr val="000000"/>
              </a:solidFill>
              <a:latin typeface="Times New Roman"/>
              <a:ea typeface="Times New Roman"/>
              <a:cs typeface="Times New Roman"/>
              <a:sym typeface="Times New Roman"/>
            </a:endParaRPr>
          </a:p>
        </p:txBody>
      </p:sp>
      <p:sp>
        <p:nvSpPr>
          <p:cNvPr id="742" name="Google Shape;742;p3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743" name="Google Shape;743;p3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latin typeface="Times New Roman"/>
              <a:ea typeface="Times New Roman"/>
              <a:cs typeface="Times New Roman"/>
              <a:sym typeface="Times New Roman"/>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1"/>
        <p:cNvGrpSpPr/>
        <p:nvPr/>
      </p:nvGrpSpPr>
      <p:grpSpPr>
        <a:xfrm>
          <a:off x="0" y="0"/>
          <a:ext cx="0" cy="0"/>
          <a:chOff x="0" y="0"/>
          <a:chExt cx="0" cy="0"/>
        </a:xfrm>
      </p:grpSpPr>
      <p:sp>
        <p:nvSpPr>
          <p:cNvPr id="752" name="Google Shape;752;p3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Times New Roman"/>
              <a:buNone/>
            </a:pPr>
            <a:fld id="{00000000-1234-1234-1234-123412341234}" type="slidenum">
              <a:rPr lang="en-US" sz="1200" b="0" i="0" u="none" strike="noStrike" cap="none">
                <a:solidFill>
                  <a:srgbClr val="000000"/>
                </a:solidFill>
                <a:latin typeface="Times New Roman"/>
                <a:ea typeface="Times New Roman"/>
                <a:cs typeface="Times New Roman"/>
                <a:sym typeface="Times New Roman"/>
              </a:rPr>
              <a:t>33</a:t>
            </a:fld>
            <a:endParaRPr sz="1200" b="0" i="0" u="none" strike="noStrike" cap="none">
              <a:solidFill>
                <a:srgbClr val="000000"/>
              </a:solidFill>
              <a:latin typeface="Times New Roman"/>
              <a:ea typeface="Times New Roman"/>
              <a:cs typeface="Times New Roman"/>
              <a:sym typeface="Times New Roman"/>
            </a:endParaRPr>
          </a:p>
        </p:txBody>
      </p:sp>
      <p:sp>
        <p:nvSpPr>
          <p:cNvPr id="753" name="Google Shape;753;p3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754" name="Google Shape;754;p3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latin typeface="Times New Roman"/>
              <a:ea typeface="Times New Roman"/>
              <a:cs typeface="Times New Roman"/>
              <a:sym typeface="Times New Roman"/>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0"/>
        <p:cNvGrpSpPr/>
        <p:nvPr/>
      </p:nvGrpSpPr>
      <p:grpSpPr>
        <a:xfrm>
          <a:off x="0" y="0"/>
          <a:ext cx="0" cy="0"/>
          <a:chOff x="0" y="0"/>
          <a:chExt cx="0" cy="0"/>
        </a:xfrm>
      </p:grpSpPr>
      <p:sp>
        <p:nvSpPr>
          <p:cNvPr id="771" name="Google Shape;771;p3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72" name="Google Shape;772;p3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7"/>
        <p:cNvGrpSpPr/>
        <p:nvPr/>
      </p:nvGrpSpPr>
      <p:grpSpPr>
        <a:xfrm>
          <a:off x="0" y="0"/>
          <a:ext cx="0" cy="0"/>
          <a:chOff x="0" y="0"/>
          <a:chExt cx="0" cy="0"/>
        </a:xfrm>
      </p:grpSpPr>
      <p:sp>
        <p:nvSpPr>
          <p:cNvPr id="778" name="Google Shape;778;p3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Times New Roman"/>
              <a:buNone/>
            </a:pPr>
            <a:fld id="{00000000-1234-1234-1234-123412341234}" type="slidenum">
              <a:rPr lang="en-US" sz="1200" b="0" i="0" u="none" strike="noStrike" cap="none">
                <a:solidFill>
                  <a:srgbClr val="000000"/>
                </a:solidFill>
                <a:latin typeface="Times New Roman"/>
                <a:ea typeface="Times New Roman"/>
                <a:cs typeface="Times New Roman"/>
                <a:sym typeface="Times New Roman"/>
              </a:rPr>
              <a:t>35</a:t>
            </a:fld>
            <a:endParaRPr sz="1200" b="0" i="0" u="none" strike="noStrike" cap="none">
              <a:solidFill>
                <a:srgbClr val="000000"/>
              </a:solidFill>
              <a:latin typeface="Times New Roman"/>
              <a:ea typeface="Times New Roman"/>
              <a:cs typeface="Times New Roman"/>
              <a:sym typeface="Times New Roman"/>
            </a:endParaRPr>
          </a:p>
        </p:txBody>
      </p:sp>
      <p:sp>
        <p:nvSpPr>
          <p:cNvPr id="779" name="Google Shape;779;p3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780" name="Google Shape;780;p3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latin typeface="Times New Roman"/>
              <a:ea typeface="Times New Roman"/>
              <a:cs typeface="Times New Roman"/>
              <a:sym typeface="Times New Roman"/>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8"/>
        <p:cNvGrpSpPr/>
        <p:nvPr/>
      </p:nvGrpSpPr>
      <p:grpSpPr>
        <a:xfrm>
          <a:off x="0" y="0"/>
          <a:ext cx="0" cy="0"/>
          <a:chOff x="0" y="0"/>
          <a:chExt cx="0" cy="0"/>
        </a:xfrm>
      </p:grpSpPr>
      <p:sp>
        <p:nvSpPr>
          <p:cNvPr id="789" name="Google Shape;789;p3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Times New Roman"/>
              <a:buNone/>
            </a:pPr>
            <a:fld id="{00000000-1234-1234-1234-123412341234}" type="slidenum">
              <a:rPr lang="en-US" sz="1200" b="0" i="0" u="none" strike="noStrike" cap="none">
                <a:solidFill>
                  <a:srgbClr val="000000"/>
                </a:solidFill>
                <a:latin typeface="Times New Roman"/>
                <a:ea typeface="Times New Roman"/>
                <a:cs typeface="Times New Roman"/>
                <a:sym typeface="Times New Roman"/>
              </a:rPr>
              <a:t>36</a:t>
            </a:fld>
            <a:endParaRPr sz="1200" b="0" i="0" u="none" strike="noStrike" cap="none">
              <a:solidFill>
                <a:srgbClr val="000000"/>
              </a:solidFill>
              <a:latin typeface="Times New Roman"/>
              <a:ea typeface="Times New Roman"/>
              <a:cs typeface="Times New Roman"/>
              <a:sym typeface="Times New Roman"/>
            </a:endParaRPr>
          </a:p>
        </p:txBody>
      </p:sp>
      <p:sp>
        <p:nvSpPr>
          <p:cNvPr id="790" name="Google Shape;790;p3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791" name="Google Shape;791;p3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latin typeface="Times New Roman"/>
              <a:ea typeface="Times New Roman"/>
              <a:cs typeface="Times New Roman"/>
              <a:sym typeface="Times New Roman"/>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0"/>
        <p:cNvGrpSpPr/>
        <p:nvPr/>
      </p:nvGrpSpPr>
      <p:grpSpPr>
        <a:xfrm>
          <a:off x="0" y="0"/>
          <a:ext cx="0" cy="0"/>
          <a:chOff x="0" y="0"/>
          <a:chExt cx="0" cy="0"/>
        </a:xfrm>
      </p:grpSpPr>
      <p:sp>
        <p:nvSpPr>
          <p:cNvPr id="801" name="Google Shape;801;p3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Times New Roman"/>
              <a:buNone/>
            </a:pPr>
            <a:fld id="{00000000-1234-1234-1234-123412341234}" type="slidenum">
              <a:rPr lang="en-US" sz="1200" b="0" i="0" u="none" strike="noStrike" cap="none">
                <a:solidFill>
                  <a:srgbClr val="000000"/>
                </a:solidFill>
                <a:latin typeface="Times New Roman"/>
                <a:ea typeface="Times New Roman"/>
                <a:cs typeface="Times New Roman"/>
                <a:sym typeface="Times New Roman"/>
              </a:rPr>
              <a:t>37</a:t>
            </a:fld>
            <a:endParaRPr sz="1200" b="0" i="0" u="none" strike="noStrike" cap="none">
              <a:solidFill>
                <a:srgbClr val="000000"/>
              </a:solidFill>
              <a:latin typeface="Times New Roman"/>
              <a:ea typeface="Times New Roman"/>
              <a:cs typeface="Times New Roman"/>
              <a:sym typeface="Times New Roman"/>
            </a:endParaRPr>
          </a:p>
        </p:txBody>
      </p:sp>
      <p:sp>
        <p:nvSpPr>
          <p:cNvPr id="802" name="Google Shape;802;p3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803" name="Google Shape;803;p3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latin typeface="Times New Roman"/>
              <a:ea typeface="Times New Roman"/>
              <a:cs typeface="Times New Roman"/>
              <a:sym typeface="Times New Roman"/>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1"/>
        <p:cNvGrpSpPr/>
        <p:nvPr/>
      </p:nvGrpSpPr>
      <p:grpSpPr>
        <a:xfrm>
          <a:off x="0" y="0"/>
          <a:ext cx="0" cy="0"/>
          <a:chOff x="0" y="0"/>
          <a:chExt cx="0" cy="0"/>
        </a:xfrm>
      </p:grpSpPr>
      <p:sp>
        <p:nvSpPr>
          <p:cNvPr id="812" name="Google Shape;812;p3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Times New Roman"/>
              <a:buNone/>
            </a:pPr>
            <a:fld id="{00000000-1234-1234-1234-123412341234}" type="slidenum">
              <a:rPr lang="en-US" sz="1200" b="0" i="0" u="none" strike="noStrike" cap="none">
                <a:solidFill>
                  <a:srgbClr val="000000"/>
                </a:solidFill>
                <a:latin typeface="Times New Roman"/>
                <a:ea typeface="Times New Roman"/>
                <a:cs typeface="Times New Roman"/>
                <a:sym typeface="Times New Roman"/>
              </a:rPr>
              <a:t>38</a:t>
            </a:fld>
            <a:endParaRPr sz="1200" b="0" i="0" u="none" strike="noStrike" cap="none">
              <a:solidFill>
                <a:srgbClr val="000000"/>
              </a:solidFill>
              <a:latin typeface="Times New Roman"/>
              <a:ea typeface="Times New Roman"/>
              <a:cs typeface="Times New Roman"/>
              <a:sym typeface="Times New Roman"/>
            </a:endParaRPr>
          </a:p>
        </p:txBody>
      </p:sp>
      <p:sp>
        <p:nvSpPr>
          <p:cNvPr id="813" name="Google Shape;813;p3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814" name="Google Shape;814;p3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latin typeface="Times New Roman"/>
              <a:ea typeface="Times New Roman"/>
              <a:cs typeface="Times New Roman"/>
              <a:sym typeface="Times New Roman"/>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3"/>
        <p:cNvGrpSpPr/>
        <p:nvPr/>
      </p:nvGrpSpPr>
      <p:grpSpPr>
        <a:xfrm>
          <a:off x="0" y="0"/>
          <a:ext cx="0" cy="0"/>
          <a:chOff x="0" y="0"/>
          <a:chExt cx="0" cy="0"/>
        </a:xfrm>
      </p:grpSpPr>
      <p:sp>
        <p:nvSpPr>
          <p:cNvPr id="824" name="Google Shape;824;p3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Times New Roman"/>
              <a:buNone/>
            </a:pPr>
            <a:fld id="{00000000-1234-1234-1234-123412341234}" type="slidenum">
              <a:rPr lang="en-US" sz="1200" b="0" i="0" u="none" strike="noStrike" cap="none">
                <a:solidFill>
                  <a:srgbClr val="000000"/>
                </a:solidFill>
                <a:latin typeface="Times New Roman"/>
                <a:ea typeface="Times New Roman"/>
                <a:cs typeface="Times New Roman"/>
                <a:sym typeface="Times New Roman"/>
              </a:rPr>
              <a:t>39</a:t>
            </a:fld>
            <a:endParaRPr sz="1200" b="0" i="0" u="none" strike="noStrike" cap="none">
              <a:solidFill>
                <a:srgbClr val="000000"/>
              </a:solidFill>
              <a:latin typeface="Times New Roman"/>
              <a:ea typeface="Times New Roman"/>
              <a:cs typeface="Times New Roman"/>
              <a:sym typeface="Times New Roman"/>
            </a:endParaRPr>
          </a:p>
        </p:txBody>
      </p:sp>
      <p:sp>
        <p:nvSpPr>
          <p:cNvPr id="825" name="Google Shape;825;p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826" name="Google Shape;826;p3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latin typeface="Times New Roman"/>
              <a:ea typeface="Times New Roman"/>
              <a:cs typeface="Times New Roman"/>
              <a:sym typeface="Times New Roman"/>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4"/>
        <p:cNvGrpSpPr/>
        <p:nvPr/>
      </p:nvGrpSpPr>
      <p:grpSpPr>
        <a:xfrm>
          <a:off x="0" y="0"/>
          <a:ext cx="0" cy="0"/>
          <a:chOff x="0" y="0"/>
          <a:chExt cx="0" cy="0"/>
        </a:xfrm>
      </p:grpSpPr>
      <p:sp>
        <p:nvSpPr>
          <p:cNvPr id="835" name="Google Shape;835;p4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Times New Roman"/>
              <a:buNone/>
            </a:pPr>
            <a:fld id="{00000000-1234-1234-1234-123412341234}" type="slidenum">
              <a:rPr lang="en-US" sz="1200" b="0" i="0" u="none" strike="noStrike" cap="none">
                <a:solidFill>
                  <a:srgbClr val="000000"/>
                </a:solidFill>
                <a:latin typeface="Times New Roman"/>
                <a:ea typeface="Times New Roman"/>
                <a:cs typeface="Times New Roman"/>
                <a:sym typeface="Times New Roman"/>
              </a:rPr>
              <a:t>40</a:t>
            </a:fld>
            <a:endParaRPr sz="1200" b="0" i="0" u="none" strike="noStrike" cap="none">
              <a:solidFill>
                <a:srgbClr val="000000"/>
              </a:solidFill>
              <a:latin typeface="Times New Roman"/>
              <a:ea typeface="Times New Roman"/>
              <a:cs typeface="Times New Roman"/>
              <a:sym typeface="Times New Roman"/>
            </a:endParaRPr>
          </a:p>
        </p:txBody>
      </p:sp>
      <p:sp>
        <p:nvSpPr>
          <p:cNvPr id="836" name="Google Shape;836;p4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837" name="Google Shape;837;p4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latin typeface="Times New Roman"/>
              <a:ea typeface="Times New Roman"/>
              <a:cs typeface="Times New Roman"/>
              <a:sym typeface="Times New Roman"/>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5"/>
        <p:cNvGrpSpPr/>
        <p:nvPr/>
      </p:nvGrpSpPr>
      <p:grpSpPr>
        <a:xfrm>
          <a:off x="0" y="0"/>
          <a:ext cx="0" cy="0"/>
          <a:chOff x="0" y="0"/>
          <a:chExt cx="0" cy="0"/>
        </a:xfrm>
      </p:grpSpPr>
      <p:sp>
        <p:nvSpPr>
          <p:cNvPr id="846" name="Google Shape;846;p4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Times New Roman"/>
              <a:buNone/>
            </a:pPr>
            <a:fld id="{00000000-1234-1234-1234-123412341234}" type="slidenum">
              <a:rPr lang="en-US" sz="1200" b="0" i="0" u="none" strike="noStrike" cap="none">
                <a:solidFill>
                  <a:srgbClr val="000000"/>
                </a:solidFill>
                <a:latin typeface="Times New Roman"/>
                <a:ea typeface="Times New Roman"/>
                <a:cs typeface="Times New Roman"/>
                <a:sym typeface="Times New Roman"/>
              </a:rPr>
              <a:t>41</a:t>
            </a:fld>
            <a:endParaRPr sz="1200" b="0" i="0" u="none" strike="noStrike" cap="none">
              <a:solidFill>
                <a:srgbClr val="000000"/>
              </a:solidFill>
              <a:latin typeface="Times New Roman"/>
              <a:ea typeface="Times New Roman"/>
              <a:cs typeface="Times New Roman"/>
              <a:sym typeface="Times New Roman"/>
            </a:endParaRPr>
          </a:p>
        </p:txBody>
      </p:sp>
      <p:sp>
        <p:nvSpPr>
          <p:cNvPr id="847" name="Google Shape;847;p4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848" name="Google Shape;848;p4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latin typeface="Times New Roman"/>
              <a:ea typeface="Times New Roman"/>
              <a:cs typeface="Times New Roman"/>
              <a:sym typeface="Times New Roman"/>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7"/>
        <p:cNvGrpSpPr/>
        <p:nvPr/>
      </p:nvGrpSpPr>
      <p:grpSpPr>
        <a:xfrm>
          <a:off x="0" y="0"/>
          <a:ext cx="0" cy="0"/>
          <a:chOff x="0" y="0"/>
          <a:chExt cx="0" cy="0"/>
        </a:xfrm>
      </p:grpSpPr>
      <p:sp>
        <p:nvSpPr>
          <p:cNvPr id="858" name="Google Shape;858;p4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Times New Roman"/>
              <a:buNone/>
            </a:pPr>
            <a:fld id="{00000000-1234-1234-1234-123412341234}" type="slidenum">
              <a:rPr lang="en-US" sz="1200" b="0" i="0" u="none" strike="noStrike" cap="none">
                <a:solidFill>
                  <a:srgbClr val="000000"/>
                </a:solidFill>
                <a:latin typeface="Times New Roman"/>
                <a:ea typeface="Times New Roman"/>
                <a:cs typeface="Times New Roman"/>
                <a:sym typeface="Times New Roman"/>
              </a:rPr>
              <a:t>42</a:t>
            </a:fld>
            <a:endParaRPr sz="1200" b="0" i="0" u="none" strike="noStrike" cap="none">
              <a:solidFill>
                <a:srgbClr val="000000"/>
              </a:solidFill>
              <a:latin typeface="Times New Roman"/>
              <a:ea typeface="Times New Roman"/>
              <a:cs typeface="Times New Roman"/>
              <a:sym typeface="Times New Roman"/>
            </a:endParaRPr>
          </a:p>
        </p:txBody>
      </p:sp>
      <p:sp>
        <p:nvSpPr>
          <p:cNvPr id="859" name="Google Shape;859;p4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860" name="Google Shape;860;p4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latin typeface="Times New Roman"/>
              <a:ea typeface="Times New Roman"/>
              <a:cs typeface="Times New Roman"/>
              <a:sym typeface="Times New Roman"/>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5"/>
        <p:cNvGrpSpPr/>
        <p:nvPr/>
      </p:nvGrpSpPr>
      <p:grpSpPr>
        <a:xfrm>
          <a:off x="0" y="0"/>
          <a:ext cx="0" cy="0"/>
          <a:chOff x="0" y="0"/>
          <a:chExt cx="0" cy="0"/>
        </a:xfrm>
      </p:grpSpPr>
      <p:sp>
        <p:nvSpPr>
          <p:cNvPr id="876" name="Google Shape;876;p4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Times New Roman"/>
              <a:buNone/>
            </a:pPr>
            <a:fld id="{00000000-1234-1234-1234-123412341234}" type="slidenum">
              <a:rPr lang="en-US" sz="1200" b="0" i="0" u="none" strike="noStrike" cap="none">
                <a:solidFill>
                  <a:srgbClr val="000000"/>
                </a:solidFill>
                <a:latin typeface="Times New Roman"/>
                <a:ea typeface="Times New Roman"/>
                <a:cs typeface="Times New Roman"/>
                <a:sym typeface="Times New Roman"/>
              </a:rPr>
              <a:t>43</a:t>
            </a:fld>
            <a:endParaRPr sz="1200" b="0" i="0" u="none" strike="noStrike" cap="none">
              <a:solidFill>
                <a:srgbClr val="000000"/>
              </a:solidFill>
              <a:latin typeface="Times New Roman"/>
              <a:ea typeface="Times New Roman"/>
              <a:cs typeface="Times New Roman"/>
              <a:sym typeface="Times New Roman"/>
            </a:endParaRPr>
          </a:p>
        </p:txBody>
      </p:sp>
      <p:sp>
        <p:nvSpPr>
          <p:cNvPr id="877" name="Google Shape;877;p4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878" name="Google Shape;878;p4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latin typeface="Times New Roman"/>
              <a:ea typeface="Times New Roman"/>
              <a:cs typeface="Times New Roman"/>
              <a:sym typeface="Times New Roman"/>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2"/>
        <p:cNvGrpSpPr/>
        <p:nvPr/>
      </p:nvGrpSpPr>
      <p:grpSpPr>
        <a:xfrm>
          <a:off x="0" y="0"/>
          <a:ext cx="0" cy="0"/>
          <a:chOff x="0" y="0"/>
          <a:chExt cx="0" cy="0"/>
        </a:xfrm>
      </p:grpSpPr>
      <p:sp>
        <p:nvSpPr>
          <p:cNvPr id="893" name="Google Shape;893;p4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Times New Roman"/>
              <a:buNone/>
            </a:pPr>
            <a:fld id="{00000000-1234-1234-1234-123412341234}" type="slidenum">
              <a:rPr lang="en-US" sz="1200" b="0" i="0" u="none" strike="noStrike" cap="none">
                <a:solidFill>
                  <a:srgbClr val="000000"/>
                </a:solidFill>
                <a:latin typeface="Times New Roman"/>
                <a:ea typeface="Times New Roman"/>
                <a:cs typeface="Times New Roman"/>
                <a:sym typeface="Times New Roman"/>
              </a:rPr>
              <a:t>44</a:t>
            </a:fld>
            <a:endParaRPr sz="1200" b="0" i="0" u="none" strike="noStrike" cap="none">
              <a:solidFill>
                <a:srgbClr val="000000"/>
              </a:solidFill>
              <a:latin typeface="Times New Roman"/>
              <a:ea typeface="Times New Roman"/>
              <a:cs typeface="Times New Roman"/>
              <a:sym typeface="Times New Roman"/>
            </a:endParaRPr>
          </a:p>
        </p:txBody>
      </p:sp>
      <p:sp>
        <p:nvSpPr>
          <p:cNvPr id="894" name="Google Shape;894;p4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895" name="Google Shape;895;p4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latin typeface="Times New Roman"/>
              <a:ea typeface="Times New Roman"/>
              <a:cs typeface="Times New Roman"/>
              <a:sym typeface="Times New Roman"/>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3"/>
        <p:cNvGrpSpPr/>
        <p:nvPr/>
      </p:nvGrpSpPr>
      <p:grpSpPr>
        <a:xfrm>
          <a:off x="0" y="0"/>
          <a:ext cx="0" cy="0"/>
          <a:chOff x="0" y="0"/>
          <a:chExt cx="0" cy="0"/>
        </a:xfrm>
      </p:grpSpPr>
      <p:sp>
        <p:nvSpPr>
          <p:cNvPr id="904" name="Google Shape;904;p4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Times New Roman"/>
              <a:buNone/>
            </a:pPr>
            <a:fld id="{00000000-1234-1234-1234-123412341234}" type="slidenum">
              <a:rPr lang="en-US" sz="1200" b="0" i="0" u="none" strike="noStrike" cap="none">
                <a:solidFill>
                  <a:srgbClr val="000000"/>
                </a:solidFill>
                <a:latin typeface="Times New Roman"/>
                <a:ea typeface="Times New Roman"/>
                <a:cs typeface="Times New Roman"/>
                <a:sym typeface="Times New Roman"/>
              </a:rPr>
              <a:t>45</a:t>
            </a:fld>
            <a:endParaRPr sz="1200" b="0" i="0" u="none" strike="noStrike" cap="none">
              <a:solidFill>
                <a:srgbClr val="000000"/>
              </a:solidFill>
              <a:latin typeface="Times New Roman"/>
              <a:ea typeface="Times New Roman"/>
              <a:cs typeface="Times New Roman"/>
              <a:sym typeface="Times New Roman"/>
            </a:endParaRPr>
          </a:p>
        </p:txBody>
      </p:sp>
      <p:sp>
        <p:nvSpPr>
          <p:cNvPr id="905" name="Google Shape;905;p4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906" name="Google Shape;906;p4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latin typeface="Times New Roman"/>
              <a:ea typeface="Times New Roman"/>
              <a:cs typeface="Times New Roman"/>
              <a:sym typeface="Times New Roman"/>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0"/>
        <p:cNvGrpSpPr/>
        <p:nvPr/>
      </p:nvGrpSpPr>
      <p:grpSpPr>
        <a:xfrm>
          <a:off x="0" y="0"/>
          <a:ext cx="0" cy="0"/>
          <a:chOff x="0" y="0"/>
          <a:chExt cx="0" cy="0"/>
        </a:xfrm>
      </p:grpSpPr>
      <p:sp>
        <p:nvSpPr>
          <p:cNvPr id="921" name="Google Shape;921;p4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Times New Roman"/>
              <a:buNone/>
            </a:pPr>
            <a:fld id="{00000000-1234-1234-1234-123412341234}" type="slidenum">
              <a:rPr lang="en-US" sz="1200" b="0" i="0" u="none" strike="noStrike" cap="none">
                <a:solidFill>
                  <a:srgbClr val="000000"/>
                </a:solidFill>
                <a:latin typeface="Times New Roman"/>
                <a:ea typeface="Times New Roman"/>
                <a:cs typeface="Times New Roman"/>
                <a:sym typeface="Times New Roman"/>
              </a:rPr>
              <a:t>46</a:t>
            </a:fld>
            <a:endParaRPr sz="1200" b="0" i="0" u="none" strike="noStrike" cap="none">
              <a:solidFill>
                <a:srgbClr val="000000"/>
              </a:solidFill>
              <a:latin typeface="Times New Roman"/>
              <a:ea typeface="Times New Roman"/>
              <a:cs typeface="Times New Roman"/>
              <a:sym typeface="Times New Roman"/>
            </a:endParaRPr>
          </a:p>
        </p:txBody>
      </p:sp>
      <p:sp>
        <p:nvSpPr>
          <p:cNvPr id="922" name="Google Shape;922;p4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923" name="Google Shape;923;p4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latin typeface="Times New Roman"/>
              <a:ea typeface="Times New Roman"/>
              <a:cs typeface="Times New Roman"/>
              <a:sym typeface="Times New Roman"/>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1"/>
        <p:cNvGrpSpPr/>
        <p:nvPr/>
      </p:nvGrpSpPr>
      <p:grpSpPr>
        <a:xfrm>
          <a:off x="0" y="0"/>
          <a:ext cx="0" cy="0"/>
          <a:chOff x="0" y="0"/>
          <a:chExt cx="0" cy="0"/>
        </a:xfrm>
      </p:grpSpPr>
      <p:sp>
        <p:nvSpPr>
          <p:cNvPr id="932" name="Google Shape;932;p4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Times New Roman"/>
              <a:buNone/>
            </a:pPr>
            <a:fld id="{00000000-1234-1234-1234-123412341234}" type="slidenum">
              <a:rPr lang="en-US" sz="1200" b="0" i="0" u="none" strike="noStrike" cap="none">
                <a:solidFill>
                  <a:srgbClr val="000000"/>
                </a:solidFill>
                <a:latin typeface="Times New Roman"/>
                <a:ea typeface="Times New Roman"/>
                <a:cs typeface="Times New Roman"/>
                <a:sym typeface="Times New Roman"/>
              </a:rPr>
              <a:t>47</a:t>
            </a:fld>
            <a:endParaRPr sz="1200" b="0" i="0" u="none" strike="noStrike" cap="none">
              <a:solidFill>
                <a:srgbClr val="000000"/>
              </a:solidFill>
              <a:latin typeface="Times New Roman"/>
              <a:ea typeface="Times New Roman"/>
              <a:cs typeface="Times New Roman"/>
              <a:sym typeface="Times New Roman"/>
            </a:endParaRPr>
          </a:p>
        </p:txBody>
      </p:sp>
      <p:sp>
        <p:nvSpPr>
          <p:cNvPr id="933" name="Google Shape;933;p4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934" name="Google Shape;934;p4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latin typeface="Times New Roman"/>
              <a:ea typeface="Times New Roman"/>
              <a:cs typeface="Times New Roman"/>
              <a:sym typeface="Times New Roman"/>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0"/>
        <p:cNvGrpSpPr/>
        <p:nvPr/>
      </p:nvGrpSpPr>
      <p:grpSpPr>
        <a:xfrm>
          <a:off x="0" y="0"/>
          <a:ext cx="0" cy="0"/>
          <a:chOff x="0" y="0"/>
          <a:chExt cx="0" cy="0"/>
        </a:xfrm>
      </p:grpSpPr>
      <p:sp>
        <p:nvSpPr>
          <p:cNvPr id="951" name="Google Shape;951;p4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Times New Roman"/>
              <a:buNone/>
            </a:pPr>
            <a:fld id="{00000000-1234-1234-1234-123412341234}" type="slidenum">
              <a:rPr lang="en-US" sz="1200" b="0" i="0" u="none" strike="noStrike" cap="none">
                <a:solidFill>
                  <a:srgbClr val="000000"/>
                </a:solidFill>
                <a:latin typeface="Times New Roman"/>
                <a:ea typeface="Times New Roman"/>
                <a:cs typeface="Times New Roman"/>
                <a:sym typeface="Times New Roman"/>
              </a:rPr>
              <a:t>48</a:t>
            </a:fld>
            <a:endParaRPr sz="1200" b="0" i="0" u="none" strike="noStrike" cap="none">
              <a:solidFill>
                <a:srgbClr val="000000"/>
              </a:solidFill>
              <a:latin typeface="Times New Roman"/>
              <a:ea typeface="Times New Roman"/>
              <a:cs typeface="Times New Roman"/>
              <a:sym typeface="Times New Roman"/>
            </a:endParaRPr>
          </a:p>
        </p:txBody>
      </p:sp>
      <p:sp>
        <p:nvSpPr>
          <p:cNvPr id="952" name="Google Shape;952;p4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953" name="Google Shape;953;p4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latin typeface="Times New Roman"/>
              <a:ea typeface="Times New Roman"/>
              <a:cs typeface="Times New Roman"/>
              <a:sym typeface="Times New Roman"/>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8"/>
        <p:cNvGrpSpPr/>
        <p:nvPr/>
      </p:nvGrpSpPr>
      <p:grpSpPr>
        <a:xfrm>
          <a:off x="0" y="0"/>
          <a:ext cx="0" cy="0"/>
          <a:chOff x="0" y="0"/>
          <a:chExt cx="0" cy="0"/>
        </a:xfrm>
      </p:grpSpPr>
      <p:sp>
        <p:nvSpPr>
          <p:cNvPr id="969" name="Google Shape;969;p4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70" name="Google Shape;970;p4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5"/>
        <p:cNvGrpSpPr/>
        <p:nvPr/>
      </p:nvGrpSpPr>
      <p:grpSpPr>
        <a:xfrm>
          <a:off x="0" y="0"/>
          <a:ext cx="0" cy="0"/>
          <a:chOff x="0" y="0"/>
          <a:chExt cx="0" cy="0"/>
        </a:xfrm>
      </p:grpSpPr>
      <p:sp>
        <p:nvSpPr>
          <p:cNvPr id="976" name="Google Shape;976;p5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77" name="Google Shape;977;p5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2"/>
        <p:cNvGrpSpPr/>
        <p:nvPr/>
      </p:nvGrpSpPr>
      <p:grpSpPr>
        <a:xfrm>
          <a:off x="0" y="0"/>
          <a:ext cx="0" cy="0"/>
          <a:chOff x="0" y="0"/>
          <a:chExt cx="0" cy="0"/>
        </a:xfrm>
      </p:grpSpPr>
      <p:sp>
        <p:nvSpPr>
          <p:cNvPr id="983" name="Google Shape;983;p5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84" name="Google Shape;984;p5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8"/>
        <p:cNvGrpSpPr/>
        <p:nvPr/>
      </p:nvGrpSpPr>
      <p:grpSpPr>
        <a:xfrm>
          <a:off x="0" y="0"/>
          <a:ext cx="0" cy="0"/>
          <a:chOff x="0" y="0"/>
          <a:chExt cx="0" cy="0"/>
        </a:xfrm>
      </p:grpSpPr>
      <p:sp>
        <p:nvSpPr>
          <p:cNvPr id="989" name="Google Shape;989;p5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90" name="Google Shape;990;p5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5"/>
        <p:cNvGrpSpPr/>
        <p:nvPr/>
      </p:nvGrpSpPr>
      <p:grpSpPr>
        <a:xfrm>
          <a:off x="0" y="0"/>
          <a:ext cx="0" cy="0"/>
          <a:chOff x="0" y="0"/>
          <a:chExt cx="0" cy="0"/>
        </a:xfrm>
      </p:grpSpPr>
      <p:sp>
        <p:nvSpPr>
          <p:cNvPr id="996" name="Google Shape;996;p5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97" name="Google Shape;997;p5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2"/>
        <p:cNvGrpSpPr/>
        <p:nvPr/>
      </p:nvGrpSpPr>
      <p:grpSpPr>
        <a:xfrm>
          <a:off x="0" y="0"/>
          <a:ext cx="0" cy="0"/>
          <a:chOff x="0" y="0"/>
          <a:chExt cx="0" cy="0"/>
        </a:xfrm>
      </p:grpSpPr>
      <p:sp>
        <p:nvSpPr>
          <p:cNvPr id="1003" name="Google Shape;1003;p5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04" name="Google Shape;1004;p5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9"/>
        <p:cNvGrpSpPr/>
        <p:nvPr/>
      </p:nvGrpSpPr>
      <p:grpSpPr>
        <a:xfrm>
          <a:off x="0" y="0"/>
          <a:ext cx="0" cy="0"/>
          <a:chOff x="0" y="0"/>
          <a:chExt cx="0" cy="0"/>
        </a:xfrm>
      </p:grpSpPr>
      <p:sp>
        <p:nvSpPr>
          <p:cNvPr id="1010" name="Google Shape;1010;p5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11" name="Google Shape;1011;p5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6"/>
        <p:cNvGrpSpPr/>
        <p:nvPr/>
      </p:nvGrpSpPr>
      <p:grpSpPr>
        <a:xfrm>
          <a:off x="0" y="0"/>
          <a:ext cx="0" cy="0"/>
          <a:chOff x="0" y="0"/>
          <a:chExt cx="0" cy="0"/>
        </a:xfrm>
      </p:grpSpPr>
      <p:sp>
        <p:nvSpPr>
          <p:cNvPr id="1017" name="Google Shape;1017;p5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18" name="Google Shape;1018;p5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3"/>
        <p:cNvGrpSpPr/>
        <p:nvPr/>
      </p:nvGrpSpPr>
      <p:grpSpPr>
        <a:xfrm>
          <a:off x="0" y="0"/>
          <a:ext cx="0" cy="0"/>
          <a:chOff x="0" y="0"/>
          <a:chExt cx="0" cy="0"/>
        </a:xfrm>
      </p:grpSpPr>
      <p:sp>
        <p:nvSpPr>
          <p:cNvPr id="1024" name="Google Shape;1024;p5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25" name="Google Shape;1025;p5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0"/>
        <p:cNvGrpSpPr/>
        <p:nvPr/>
      </p:nvGrpSpPr>
      <p:grpSpPr>
        <a:xfrm>
          <a:off x="0" y="0"/>
          <a:ext cx="0" cy="0"/>
          <a:chOff x="0" y="0"/>
          <a:chExt cx="0" cy="0"/>
        </a:xfrm>
      </p:grpSpPr>
      <p:sp>
        <p:nvSpPr>
          <p:cNvPr id="1031" name="Google Shape;1031;p5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2" name="Google Shape;1032;p5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7"/>
        <p:cNvGrpSpPr/>
        <p:nvPr/>
      </p:nvGrpSpPr>
      <p:grpSpPr>
        <a:xfrm>
          <a:off x="0" y="0"/>
          <a:ext cx="0" cy="0"/>
          <a:chOff x="0" y="0"/>
          <a:chExt cx="0" cy="0"/>
        </a:xfrm>
      </p:grpSpPr>
      <p:sp>
        <p:nvSpPr>
          <p:cNvPr id="1038" name="Google Shape;1038;p5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9" name="Google Shape;1039;p5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4"/>
        <p:cNvGrpSpPr/>
        <p:nvPr/>
      </p:nvGrpSpPr>
      <p:grpSpPr>
        <a:xfrm>
          <a:off x="0" y="0"/>
          <a:ext cx="0" cy="0"/>
          <a:chOff x="0" y="0"/>
          <a:chExt cx="0" cy="0"/>
        </a:xfrm>
      </p:grpSpPr>
      <p:sp>
        <p:nvSpPr>
          <p:cNvPr id="1045" name="Google Shape;1045;p6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46" name="Google Shape;1046;p6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1"/>
        <p:cNvGrpSpPr/>
        <p:nvPr/>
      </p:nvGrpSpPr>
      <p:grpSpPr>
        <a:xfrm>
          <a:off x="0" y="0"/>
          <a:ext cx="0" cy="0"/>
          <a:chOff x="0" y="0"/>
          <a:chExt cx="0" cy="0"/>
        </a:xfrm>
      </p:grpSpPr>
      <p:sp>
        <p:nvSpPr>
          <p:cNvPr id="1052" name="Google Shape;1052;p6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53" name="Google Shape;1053;p6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8"/>
        <p:cNvGrpSpPr/>
        <p:nvPr/>
      </p:nvGrpSpPr>
      <p:grpSpPr>
        <a:xfrm>
          <a:off x="0" y="0"/>
          <a:ext cx="0" cy="0"/>
          <a:chOff x="0" y="0"/>
          <a:chExt cx="0" cy="0"/>
        </a:xfrm>
      </p:grpSpPr>
      <p:sp>
        <p:nvSpPr>
          <p:cNvPr id="1059" name="Google Shape;1059;p6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60" name="Google Shape;1060;p6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5"/>
        <p:cNvGrpSpPr/>
        <p:nvPr/>
      </p:nvGrpSpPr>
      <p:grpSpPr>
        <a:xfrm>
          <a:off x="0" y="0"/>
          <a:ext cx="0" cy="0"/>
          <a:chOff x="0" y="0"/>
          <a:chExt cx="0" cy="0"/>
        </a:xfrm>
      </p:grpSpPr>
      <p:sp>
        <p:nvSpPr>
          <p:cNvPr id="1066" name="Google Shape;1066;p6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67" name="Google Shape;1067;p6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3"/>
        <p:cNvGrpSpPr/>
        <p:nvPr/>
      </p:nvGrpSpPr>
      <p:grpSpPr>
        <a:xfrm>
          <a:off x="0" y="0"/>
          <a:ext cx="0" cy="0"/>
          <a:chOff x="0" y="0"/>
          <a:chExt cx="0" cy="0"/>
        </a:xfrm>
      </p:grpSpPr>
      <p:sp>
        <p:nvSpPr>
          <p:cNvPr id="1074" name="Google Shape;1074;p6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75" name="Google Shape;1075;p6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0"/>
        <p:cNvGrpSpPr/>
        <p:nvPr/>
      </p:nvGrpSpPr>
      <p:grpSpPr>
        <a:xfrm>
          <a:off x="0" y="0"/>
          <a:ext cx="0" cy="0"/>
          <a:chOff x="0" y="0"/>
          <a:chExt cx="0" cy="0"/>
        </a:xfrm>
      </p:grpSpPr>
      <p:sp>
        <p:nvSpPr>
          <p:cNvPr id="1081" name="Google Shape;1081;p6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82" name="Google Shape;1082;p6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3"/>
        <p:cNvGrpSpPr/>
        <p:nvPr/>
      </p:nvGrpSpPr>
      <p:grpSpPr>
        <a:xfrm>
          <a:off x="0" y="0"/>
          <a:ext cx="0" cy="0"/>
          <a:chOff x="0" y="0"/>
          <a:chExt cx="0" cy="0"/>
        </a:xfrm>
      </p:grpSpPr>
      <p:sp>
        <p:nvSpPr>
          <p:cNvPr id="1354" name="Google Shape;1354;p10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55" name="Google Shape;1355;p10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27"/>
        <p:cNvGrpSpPr/>
        <p:nvPr/>
      </p:nvGrpSpPr>
      <p:grpSpPr>
        <a:xfrm>
          <a:off x="0" y="0"/>
          <a:ext cx="0" cy="0"/>
          <a:chOff x="0" y="0"/>
          <a:chExt cx="0" cy="0"/>
        </a:xfrm>
      </p:grpSpPr>
      <p:sp>
        <p:nvSpPr>
          <p:cNvPr id="28" name="Google Shape;28;p105"/>
          <p:cNvSpPr/>
          <p:nvPr/>
        </p:nvSpPr>
        <p:spPr>
          <a:xfrm>
            <a:off x="0" y="0"/>
            <a:ext cx="12192000" cy="6858000"/>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grpSp>
        <p:nvGrpSpPr>
          <p:cNvPr id="29" name="Google Shape;29;p105"/>
          <p:cNvGrpSpPr/>
          <p:nvPr/>
        </p:nvGrpSpPr>
        <p:grpSpPr>
          <a:xfrm>
            <a:off x="-2269807" y="-751383"/>
            <a:ext cx="14461808" cy="7609383"/>
            <a:chOff x="-2269807" y="-751383"/>
            <a:chExt cx="14461808" cy="7609383"/>
          </a:xfrm>
        </p:grpSpPr>
        <p:grpSp>
          <p:nvGrpSpPr>
            <p:cNvPr id="30" name="Google Shape;30;p105"/>
            <p:cNvGrpSpPr/>
            <p:nvPr/>
          </p:nvGrpSpPr>
          <p:grpSpPr>
            <a:xfrm>
              <a:off x="-16299" y="0"/>
              <a:ext cx="12208300" cy="6858000"/>
              <a:chOff x="-16299" y="0"/>
              <a:chExt cx="12208300" cy="6858000"/>
            </a:xfrm>
          </p:grpSpPr>
          <p:sp>
            <p:nvSpPr>
              <p:cNvPr id="31" name="Google Shape;31;p105"/>
              <p:cNvSpPr/>
              <p:nvPr/>
            </p:nvSpPr>
            <p:spPr>
              <a:xfrm flipH="1">
                <a:off x="-16297" y="0"/>
                <a:ext cx="12208298" cy="6858000"/>
              </a:xfrm>
              <a:custGeom>
                <a:avLst/>
                <a:gdLst/>
                <a:ahLst/>
                <a:cxnLst/>
                <a:rect l="l" t="t" r="r" b="b"/>
                <a:pathLst>
                  <a:path w="12208298" h="6858000" extrusionOk="0">
                    <a:moveTo>
                      <a:pt x="8574289" y="0"/>
                    </a:moveTo>
                    <a:lnTo>
                      <a:pt x="0" y="0"/>
                    </a:lnTo>
                    <a:lnTo>
                      <a:pt x="0" y="6858000"/>
                    </a:lnTo>
                    <a:lnTo>
                      <a:pt x="532109" y="6858000"/>
                    </a:lnTo>
                    <a:lnTo>
                      <a:pt x="11495317" y="6858000"/>
                    </a:lnTo>
                    <a:lnTo>
                      <a:pt x="12208298" y="6858000"/>
                    </a:lnTo>
                    <a:lnTo>
                      <a:pt x="12208298" y="3146781"/>
                    </a:lnTo>
                    <a:lnTo>
                      <a:pt x="10353284" y="1291767"/>
                    </a:lnTo>
                    <a:lnTo>
                      <a:pt x="9866056" y="1291767"/>
                    </a:lnTo>
                    <a:close/>
                  </a:path>
                </a:pathLst>
              </a:custGeom>
              <a:solidFill>
                <a:schemeClr val="accent2">
                  <a:alpha val="73725"/>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32" name="Google Shape;32;p105"/>
              <p:cNvSpPr/>
              <p:nvPr/>
            </p:nvSpPr>
            <p:spPr>
              <a:xfrm rot="-5400000">
                <a:off x="2667000" y="-2667001"/>
                <a:ext cx="6858000" cy="12192002"/>
              </a:xfrm>
              <a:custGeom>
                <a:avLst/>
                <a:gdLst/>
                <a:ahLst/>
                <a:cxnLst/>
                <a:rect l="l" t="t" r="r" b="b"/>
                <a:pathLst>
                  <a:path w="6858000" h="12192002" extrusionOk="0">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33" name="Google Shape;33;p105"/>
              <p:cNvSpPr/>
              <p:nvPr/>
            </p:nvSpPr>
            <p:spPr>
              <a:xfrm rot="5400000">
                <a:off x="24625" y="-4746"/>
                <a:ext cx="2819399" cy="2828891"/>
              </a:xfrm>
              <a:prstGeom prst="rtTriangle">
                <a:avLst/>
              </a:prstGeom>
              <a:solidFill>
                <a:srgbClr val="00325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34" name="Google Shape;34;p105"/>
              <p:cNvSpPr/>
              <p:nvPr/>
            </p:nvSpPr>
            <p:spPr>
              <a:xfrm rot="5400000">
                <a:off x="4418" y="-4422"/>
                <a:ext cx="2627088" cy="2635933"/>
              </a:xfrm>
              <a:prstGeom prst="rtTriangle">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35" name="Google Shape;35;p105"/>
              <p:cNvSpPr/>
              <p:nvPr/>
            </p:nvSpPr>
            <p:spPr>
              <a:xfrm rot="5400000">
                <a:off x="-12263" y="-4034"/>
                <a:ext cx="2397087" cy="2405158"/>
              </a:xfrm>
              <a:prstGeom prst="rtTriangle">
                <a:avLst/>
              </a:prstGeom>
              <a:solidFill>
                <a:schemeClr val="accent2">
                  <a:alpha val="4784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36" name="Google Shape;36;p105"/>
              <p:cNvSpPr/>
              <p:nvPr/>
            </p:nvSpPr>
            <p:spPr>
              <a:xfrm rot="-5400000">
                <a:off x="2667000" y="-2667001"/>
                <a:ext cx="6858000" cy="12192002"/>
              </a:xfrm>
              <a:custGeom>
                <a:avLst/>
                <a:gdLst/>
                <a:ahLst/>
                <a:cxnLst/>
                <a:rect l="l" t="t" r="r" b="b"/>
                <a:pathLst>
                  <a:path w="6858000" h="12192002" extrusionOk="0">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solidFill>
                <a:srgbClr val="003252">
                  <a:alpha val="89803"/>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grpSp>
        <p:sp>
          <p:nvSpPr>
            <p:cNvPr id="37" name="Google Shape;37;p105"/>
            <p:cNvSpPr/>
            <p:nvPr/>
          </p:nvSpPr>
          <p:spPr>
            <a:xfrm rot="-2700000" flipH="1">
              <a:off x="-1604709" y="1397837"/>
              <a:ext cx="3211378" cy="3211378"/>
            </a:xfrm>
            <a:custGeom>
              <a:avLst/>
              <a:gdLst/>
              <a:ahLst/>
              <a:cxnLst/>
              <a:rect l="l" t="t" r="r" b="b"/>
              <a:pathLst>
                <a:path w="754341" h="754341" extrusionOk="0">
                  <a:moveTo>
                    <a:pt x="754341" y="754341"/>
                  </a:moveTo>
                  <a:lnTo>
                    <a:pt x="0" y="754341"/>
                  </a:lnTo>
                  <a:lnTo>
                    <a:pt x="0" y="0"/>
                  </a:lnTo>
                  <a:close/>
                </a:path>
              </a:pathLst>
            </a:custGeom>
            <a:solidFill>
              <a:srgbClr val="00325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38" name="Google Shape;38;p105"/>
            <p:cNvSpPr/>
            <p:nvPr/>
          </p:nvSpPr>
          <p:spPr>
            <a:xfrm rot="-2700000">
              <a:off x="-861777" y="-3756"/>
              <a:ext cx="2676646" cy="1356876"/>
            </a:xfrm>
            <a:custGeom>
              <a:avLst/>
              <a:gdLst/>
              <a:ahLst/>
              <a:cxnLst/>
              <a:rect l="l" t="t" r="r" b="b"/>
              <a:pathLst>
                <a:path w="2676646" h="1356876" extrusionOk="0">
                  <a:moveTo>
                    <a:pt x="1319770" y="0"/>
                  </a:moveTo>
                  <a:lnTo>
                    <a:pt x="2676646" y="1356876"/>
                  </a:lnTo>
                  <a:lnTo>
                    <a:pt x="0" y="1356876"/>
                  </a:lnTo>
                  <a:lnTo>
                    <a:pt x="0" y="1319770"/>
                  </a:lnTo>
                  <a:close/>
                </a:path>
              </a:pathLst>
            </a:cu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39" name="Google Shape;39;p105"/>
            <p:cNvSpPr/>
            <p:nvPr/>
          </p:nvSpPr>
          <p:spPr>
            <a:xfrm rot="-8100000">
              <a:off x="-1226102" y="1737462"/>
              <a:ext cx="2416016" cy="2416016"/>
            </a:xfrm>
            <a:custGeom>
              <a:avLst/>
              <a:gdLst/>
              <a:ahLst/>
              <a:cxnLst/>
              <a:rect l="l" t="t" r="r" b="b"/>
              <a:pathLst>
                <a:path w="754341" h="754341" extrusionOk="0">
                  <a:moveTo>
                    <a:pt x="754341" y="754341"/>
                  </a:moveTo>
                  <a:lnTo>
                    <a:pt x="0" y="754341"/>
                  </a:lnTo>
                  <a:lnTo>
                    <a:pt x="0" y="0"/>
                  </a:lnTo>
                  <a:close/>
                </a:path>
              </a:pathLst>
            </a:custGeom>
            <a:solidFill>
              <a:srgbClr val="1B677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grpSp>
          <p:nvGrpSpPr>
            <p:cNvPr id="40" name="Google Shape;40;p105"/>
            <p:cNvGrpSpPr/>
            <p:nvPr/>
          </p:nvGrpSpPr>
          <p:grpSpPr>
            <a:xfrm>
              <a:off x="-1075376" y="4357967"/>
              <a:ext cx="2150753" cy="2150753"/>
              <a:chOff x="-2269807" y="2347782"/>
              <a:chExt cx="4541574" cy="4541574"/>
            </a:xfrm>
          </p:grpSpPr>
          <p:sp>
            <p:nvSpPr>
              <p:cNvPr id="41" name="Google Shape;41;p105"/>
              <p:cNvSpPr/>
              <p:nvPr/>
            </p:nvSpPr>
            <p:spPr>
              <a:xfrm rot="-2700000" flipH="1">
                <a:off x="-1604709" y="3012880"/>
                <a:ext cx="3211378" cy="3211378"/>
              </a:xfrm>
              <a:custGeom>
                <a:avLst/>
                <a:gdLst/>
                <a:ahLst/>
                <a:cxnLst/>
                <a:rect l="l" t="t" r="r" b="b"/>
                <a:pathLst>
                  <a:path w="754341" h="754341" extrusionOk="0">
                    <a:moveTo>
                      <a:pt x="754341" y="754341"/>
                    </a:moveTo>
                    <a:lnTo>
                      <a:pt x="0" y="754341"/>
                    </a:lnTo>
                    <a:lnTo>
                      <a:pt x="0" y="0"/>
                    </a:lnTo>
                    <a:close/>
                  </a:path>
                </a:pathLst>
              </a:custGeom>
              <a:solidFill>
                <a:srgbClr val="00325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42" name="Google Shape;42;p105"/>
              <p:cNvSpPr/>
              <p:nvPr/>
            </p:nvSpPr>
            <p:spPr>
              <a:xfrm rot="-8100000">
                <a:off x="-1226102" y="3352505"/>
                <a:ext cx="2416016" cy="2416016"/>
              </a:xfrm>
              <a:custGeom>
                <a:avLst/>
                <a:gdLst/>
                <a:ahLst/>
                <a:cxnLst/>
                <a:rect l="l" t="t" r="r" b="b"/>
                <a:pathLst>
                  <a:path w="754341" h="754341" extrusionOk="0">
                    <a:moveTo>
                      <a:pt x="754341" y="754341"/>
                    </a:moveTo>
                    <a:lnTo>
                      <a:pt x="0" y="754341"/>
                    </a:lnTo>
                    <a:lnTo>
                      <a:pt x="0" y="0"/>
                    </a:lnTo>
                    <a:close/>
                  </a:path>
                </a:pathLst>
              </a:custGeom>
              <a:solidFill>
                <a:srgbClr val="1B677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grpSp>
      </p:grpSp>
      <p:sp>
        <p:nvSpPr>
          <p:cNvPr id="43" name="Google Shape;43;p105"/>
          <p:cNvSpPr txBox="1">
            <a:spLocks noGrp="1"/>
          </p:cNvSpPr>
          <p:nvPr>
            <p:ph type="ctrTitle"/>
          </p:nvPr>
        </p:nvSpPr>
        <p:spPr>
          <a:xfrm>
            <a:off x="2761488" y="2395728"/>
            <a:ext cx="7077456" cy="1243584"/>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Clr>
                <a:schemeClr val="accent2"/>
              </a:buClr>
              <a:buSzPts val="6600"/>
              <a:buFont typeface="Trebuchet MS"/>
              <a:buNone/>
              <a:defRPr sz="6600" b="1">
                <a:solidFill>
                  <a:schemeClr val="accent2"/>
                </a:solidFill>
                <a:latin typeface="Trebuchet MS"/>
                <a:ea typeface="Trebuchet MS"/>
                <a:cs typeface="Trebuchet MS"/>
                <a:sym typeface="Trebuchet M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4" name="Google Shape;44;p105"/>
          <p:cNvSpPr txBox="1">
            <a:spLocks noGrp="1"/>
          </p:cNvSpPr>
          <p:nvPr>
            <p:ph type="subTitle" idx="1"/>
          </p:nvPr>
        </p:nvSpPr>
        <p:spPr>
          <a:xfrm>
            <a:off x="2761488" y="3721608"/>
            <a:ext cx="7077456" cy="868680"/>
          </a:xfrm>
          <a:prstGeom prst="rect">
            <a:avLst/>
          </a:prstGeom>
          <a:noFill/>
          <a:ln>
            <a:noFill/>
          </a:ln>
        </p:spPr>
        <p:txBody>
          <a:bodyPr spcFirstLastPara="1" wrap="square" lIns="91425" tIns="45700" rIns="91425" bIns="45700" anchor="t" anchorCtr="0">
            <a:normAutofit/>
          </a:bodyPr>
          <a:lstStyle>
            <a:lvl1pPr lvl="0" algn="l">
              <a:lnSpc>
                <a:spcPct val="90000"/>
              </a:lnSpc>
              <a:spcBef>
                <a:spcPts val="1000"/>
              </a:spcBef>
              <a:spcAft>
                <a:spcPts val="0"/>
              </a:spcAft>
              <a:buSzPts val="1800"/>
              <a:buNone/>
              <a:defRPr sz="1800">
                <a:solidFill>
                  <a:schemeClr val="lt1"/>
                </a:solidFill>
                <a:latin typeface="Arial"/>
                <a:ea typeface="Arial"/>
                <a:cs typeface="Arial"/>
                <a:sym typeface="Arial"/>
              </a:defRPr>
            </a:lvl1pPr>
            <a:lvl2pPr lvl="1" algn="l">
              <a:lnSpc>
                <a:spcPct val="90000"/>
              </a:lnSpc>
              <a:spcBef>
                <a:spcPts val="500"/>
              </a:spcBef>
              <a:spcAft>
                <a:spcPts val="0"/>
              </a:spcAft>
              <a:buSzPts val="1800"/>
              <a:buChar char="•"/>
              <a:defRPr/>
            </a:lvl2pPr>
            <a:lvl3pPr lvl="2" algn="l">
              <a:lnSpc>
                <a:spcPct val="90000"/>
              </a:lnSpc>
              <a:spcBef>
                <a:spcPts val="500"/>
              </a:spcBef>
              <a:spcAft>
                <a:spcPts val="0"/>
              </a:spcAft>
              <a:buSzPts val="1800"/>
              <a:buChar char="•"/>
              <a:defRPr/>
            </a:lvl3pPr>
            <a:lvl4pPr lvl="3" algn="l">
              <a:lnSpc>
                <a:spcPct val="90000"/>
              </a:lnSpc>
              <a:spcBef>
                <a:spcPts val="500"/>
              </a:spcBef>
              <a:spcAft>
                <a:spcPts val="0"/>
              </a:spcAft>
              <a:buSzPts val="1800"/>
              <a:buChar char="•"/>
              <a:defRPr/>
            </a:lvl4pPr>
            <a:lvl5pPr lvl="4" algn="l">
              <a:lnSpc>
                <a:spcPct val="90000"/>
              </a:lnSpc>
              <a:spcBef>
                <a:spcPts val="500"/>
              </a:spcBef>
              <a:spcAft>
                <a:spcPts val="0"/>
              </a:spcAft>
              <a:buSzPts val="1800"/>
              <a:buChar char="•"/>
              <a:defRPr/>
            </a:lvl5pPr>
            <a:lvl6pPr lvl="5" algn="l">
              <a:lnSpc>
                <a:spcPct val="90000"/>
              </a:lnSpc>
              <a:spcBef>
                <a:spcPts val="500"/>
              </a:spcBef>
              <a:spcAft>
                <a:spcPts val="0"/>
              </a:spcAft>
              <a:buClr>
                <a:schemeClr val="dk1"/>
              </a:buClr>
              <a:buSzPts val="1800"/>
              <a:buChar char="•"/>
              <a:defRPr/>
            </a:lvl6pPr>
            <a:lvl7pPr lvl="6" algn="l">
              <a:lnSpc>
                <a:spcPct val="90000"/>
              </a:lnSpc>
              <a:spcBef>
                <a:spcPts val="500"/>
              </a:spcBef>
              <a:spcAft>
                <a:spcPts val="0"/>
              </a:spcAft>
              <a:buClr>
                <a:schemeClr val="dk1"/>
              </a:buClr>
              <a:buSzPts val="1800"/>
              <a:buChar char="•"/>
              <a:defRPr/>
            </a:lvl7pPr>
            <a:lvl8pPr lvl="7" algn="l">
              <a:lnSpc>
                <a:spcPct val="90000"/>
              </a:lnSpc>
              <a:spcBef>
                <a:spcPts val="500"/>
              </a:spcBef>
              <a:spcAft>
                <a:spcPts val="0"/>
              </a:spcAft>
              <a:buClr>
                <a:schemeClr val="dk1"/>
              </a:buClr>
              <a:buSzPts val="1800"/>
              <a:buChar char="•"/>
              <a:defRPr/>
            </a:lvl8pPr>
            <a:lvl9pPr lvl="8"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p:cSld name="Section Header">
    <p:spTree>
      <p:nvGrpSpPr>
        <p:cNvPr id="1" name="Shape 45"/>
        <p:cNvGrpSpPr/>
        <p:nvPr/>
      </p:nvGrpSpPr>
      <p:grpSpPr>
        <a:xfrm>
          <a:off x="0" y="0"/>
          <a:ext cx="0" cy="0"/>
          <a:chOff x="0" y="0"/>
          <a:chExt cx="0" cy="0"/>
        </a:xfrm>
      </p:grpSpPr>
      <p:sp>
        <p:nvSpPr>
          <p:cNvPr id="46" name="Google Shape;46;p106"/>
          <p:cNvSpPr/>
          <p:nvPr/>
        </p:nvSpPr>
        <p:spPr>
          <a:xfrm>
            <a:off x="0" y="0"/>
            <a:ext cx="12192000" cy="6858000"/>
          </a:xfrm>
          <a:prstGeom prst="rect">
            <a:avLst/>
          </a:prstGeom>
          <a:solidFill>
            <a:srgbClr val="0C436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47" name="Google Shape;47;p106"/>
          <p:cNvSpPr/>
          <p:nvPr/>
        </p:nvSpPr>
        <p:spPr>
          <a:xfrm>
            <a:off x="0" y="0"/>
            <a:ext cx="12192000" cy="6862745"/>
          </a:xfrm>
          <a:custGeom>
            <a:avLst/>
            <a:gdLst/>
            <a:ahLst/>
            <a:cxnLst/>
            <a:rect l="l" t="t" r="r" b="b"/>
            <a:pathLst>
              <a:path w="12192000" h="6849743" extrusionOk="0">
                <a:moveTo>
                  <a:pt x="0" y="0"/>
                </a:moveTo>
                <a:lnTo>
                  <a:pt x="7554712" y="0"/>
                </a:lnTo>
                <a:lnTo>
                  <a:pt x="10266645" y="2711934"/>
                </a:lnTo>
                <a:lnTo>
                  <a:pt x="11289529" y="2711934"/>
                </a:lnTo>
                <a:lnTo>
                  <a:pt x="12191999" y="3614404"/>
                </a:lnTo>
                <a:lnTo>
                  <a:pt x="12192000" y="6849743"/>
                </a:lnTo>
                <a:lnTo>
                  <a:pt x="0" y="6849743"/>
                </a:lnTo>
                <a:close/>
              </a:path>
            </a:pathLst>
          </a:custGeom>
          <a:solidFill>
            <a:schemeClr val="accent2">
              <a:alpha val="73725"/>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48" name="Google Shape;48;p106"/>
          <p:cNvSpPr/>
          <p:nvPr/>
        </p:nvSpPr>
        <p:spPr>
          <a:xfrm rot="5400000" flipH="1">
            <a:off x="2626805" y="-2626805"/>
            <a:ext cx="6862743" cy="12116353"/>
          </a:xfrm>
          <a:custGeom>
            <a:avLst/>
            <a:gdLst/>
            <a:ahLst/>
            <a:cxnLst/>
            <a:rect l="l" t="t" r="r" b="b"/>
            <a:pathLst>
              <a:path w="6853871" h="12116353" extrusionOk="0">
                <a:moveTo>
                  <a:pt x="6853871" y="12116353"/>
                </a:moveTo>
                <a:lnTo>
                  <a:pt x="6853871" y="8014954"/>
                </a:lnTo>
                <a:lnTo>
                  <a:pt x="4141930" y="8014954"/>
                </a:lnTo>
                <a:lnTo>
                  <a:pt x="4141930" y="8014952"/>
                </a:lnTo>
                <a:lnTo>
                  <a:pt x="6853871" y="8014952"/>
                </a:lnTo>
                <a:lnTo>
                  <a:pt x="4141930" y="5293882"/>
                </a:lnTo>
                <a:lnTo>
                  <a:pt x="4141930" y="4141928"/>
                </a:lnTo>
                <a:lnTo>
                  <a:pt x="0" y="0"/>
                </a:lnTo>
                <a:lnTo>
                  <a:pt x="0" y="12116353"/>
                </a:lnTo>
                <a:close/>
              </a:path>
            </a:pathLst>
          </a:cu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49" name="Google Shape;49;p106"/>
          <p:cNvSpPr/>
          <p:nvPr/>
        </p:nvSpPr>
        <p:spPr>
          <a:xfrm rot="-5400000" flipH="1">
            <a:off x="5851010" y="-10649"/>
            <a:ext cx="6326154" cy="6347453"/>
          </a:xfrm>
          <a:prstGeom prst="rtTriangle">
            <a:avLst/>
          </a:prstGeom>
          <a:solidFill>
            <a:srgbClr val="00325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50" name="Google Shape;50;p106"/>
          <p:cNvSpPr/>
          <p:nvPr/>
        </p:nvSpPr>
        <p:spPr>
          <a:xfrm rot="5400000" flipH="1">
            <a:off x="2664628" y="-2664627"/>
            <a:ext cx="6862744" cy="12192000"/>
          </a:xfrm>
          <a:custGeom>
            <a:avLst/>
            <a:gdLst/>
            <a:ahLst/>
            <a:cxnLst/>
            <a:rect l="l" t="t" r="r" b="b"/>
            <a:pathLst>
              <a:path w="6849744" h="12192000" extrusionOk="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rgbClr val="003252">
              <a:alpha val="89803"/>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51" name="Google Shape;51;p106"/>
          <p:cNvSpPr/>
          <p:nvPr/>
        </p:nvSpPr>
        <p:spPr>
          <a:xfrm rot="2700000">
            <a:off x="9668984" y="1404392"/>
            <a:ext cx="4406148" cy="5299239"/>
          </a:xfrm>
          <a:custGeom>
            <a:avLst/>
            <a:gdLst/>
            <a:ahLst/>
            <a:cxnLst/>
            <a:rect l="l" t="t" r="r" b="b"/>
            <a:pathLst>
              <a:path w="4406148" h="5299239" extrusionOk="0">
                <a:moveTo>
                  <a:pt x="0" y="0"/>
                </a:moveTo>
                <a:lnTo>
                  <a:pt x="4406148" y="4406147"/>
                </a:lnTo>
                <a:lnTo>
                  <a:pt x="3513056" y="5299239"/>
                </a:lnTo>
                <a:lnTo>
                  <a:pt x="1" y="5299239"/>
                </a:lnTo>
                <a:close/>
              </a:path>
            </a:pathLst>
          </a:custGeom>
          <a:solidFill>
            <a:srgbClr val="00325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52" name="Google Shape;52;p106"/>
          <p:cNvSpPr/>
          <p:nvPr/>
        </p:nvSpPr>
        <p:spPr>
          <a:xfrm rot="8100000" flipH="1">
            <a:off x="9583575" y="1088097"/>
            <a:ext cx="5072180" cy="4843502"/>
          </a:xfrm>
          <a:custGeom>
            <a:avLst/>
            <a:gdLst/>
            <a:ahLst/>
            <a:cxnLst/>
            <a:rect l="l" t="t" r="r" b="b"/>
            <a:pathLst>
              <a:path w="5072180" h="4843502" extrusionOk="0">
                <a:moveTo>
                  <a:pt x="5072180" y="4843501"/>
                </a:moveTo>
                <a:lnTo>
                  <a:pt x="228679" y="0"/>
                </a:lnTo>
                <a:lnTo>
                  <a:pt x="1" y="228678"/>
                </a:lnTo>
                <a:lnTo>
                  <a:pt x="0" y="4843502"/>
                </a:lnTo>
                <a:close/>
              </a:path>
            </a:pathLst>
          </a:custGeom>
          <a:solidFill>
            <a:srgbClr val="1B677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53" name="Google Shape;53;p106"/>
          <p:cNvSpPr/>
          <p:nvPr/>
        </p:nvSpPr>
        <p:spPr>
          <a:xfrm rot="2700000">
            <a:off x="11438585" y="5665752"/>
            <a:ext cx="877778" cy="1755556"/>
          </a:xfrm>
          <a:custGeom>
            <a:avLst/>
            <a:gdLst/>
            <a:ahLst/>
            <a:cxnLst/>
            <a:rect l="l" t="t" r="r" b="b"/>
            <a:pathLst>
              <a:path w="877778" h="1755556" extrusionOk="0">
                <a:moveTo>
                  <a:pt x="0" y="0"/>
                </a:moveTo>
                <a:lnTo>
                  <a:pt x="877778" y="877778"/>
                </a:lnTo>
                <a:lnTo>
                  <a:pt x="0" y="1755556"/>
                </a:lnTo>
                <a:close/>
              </a:path>
            </a:pathLst>
          </a:custGeom>
          <a:solidFill>
            <a:srgbClr val="00325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54" name="Google Shape;54;p106"/>
          <p:cNvSpPr/>
          <p:nvPr/>
        </p:nvSpPr>
        <p:spPr>
          <a:xfrm rot="8100000" flipH="1">
            <a:off x="10582265" y="5841410"/>
            <a:ext cx="2372348" cy="1186174"/>
          </a:xfrm>
          <a:custGeom>
            <a:avLst/>
            <a:gdLst/>
            <a:ahLst/>
            <a:cxnLst/>
            <a:rect l="l" t="t" r="r" b="b"/>
            <a:pathLst>
              <a:path w="2372348" h="1186174" extrusionOk="0">
                <a:moveTo>
                  <a:pt x="2372348" y="1186174"/>
                </a:moveTo>
                <a:lnTo>
                  <a:pt x="1186174" y="0"/>
                </a:lnTo>
                <a:lnTo>
                  <a:pt x="0" y="1186174"/>
                </a:lnTo>
                <a:close/>
              </a:path>
            </a:pathLst>
          </a:custGeom>
          <a:solidFill>
            <a:srgbClr val="1B677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grpSp>
        <p:nvGrpSpPr>
          <p:cNvPr id="55" name="Google Shape;55;p106"/>
          <p:cNvGrpSpPr/>
          <p:nvPr/>
        </p:nvGrpSpPr>
        <p:grpSpPr>
          <a:xfrm rot="-5400000">
            <a:off x="115697" y="-1233313"/>
            <a:ext cx="2166577" cy="2458370"/>
            <a:chOff x="10225382" y="6572118"/>
            <a:chExt cx="3924857" cy="4453454"/>
          </a:xfrm>
        </p:grpSpPr>
        <p:sp>
          <p:nvSpPr>
            <p:cNvPr id="56" name="Google Shape;56;p106"/>
            <p:cNvSpPr/>
            <p:nvPr/>
          </p:nvSpPr>
          <p:spPr>
            <a:xfrm rot="2700000">
              <a:off x="10800164" y="7675497"/>
              <a:ext cx="2775293" cy="2775293"/>
            </a:xfrm>
            <a:custGeom>
              <a:avLst/>
              <a:gdLst/>
              <a:ahLst/>
              <a:cxnLst/>
              <a:rect l="l" t="t" r="r" b="b"/>
              <a:pathLst>
                <a:path w="754341" h="754341" extrusionOk="0">
                  <a:moveTo>
                    <a:pt x="754341" y="754341"/>
                  </a:moveTo>
                  <a:lnTo>
                    <a:pt x="0" y="754341"/>
                  </a:lnTo>
                  <a:lnTo>
                    <a:pt x="0" y="0"/>
                  </a:lnTo>
                  <a:close/>
                </a:path>
              </a:pathLst>
            </a:custGeom>
            <a:solidFill>
              <a:srgbClr val="00325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57" name="Google Shape;57;p106"/>
            <p:cNvSpPr/>
            <p:nvPr/>
          </p:nvSpPr>
          <p:spPr>
            <a:xfrm rot="8100000" flipH="1">
              <a:off x="10811837" y="7142066"/>
              <a:ext cx="2751954" cy="2751955"/>
            </a:xfrm>
            <a:custGeom>
              <a:avLst/>
              <a:gdLst/>
              <a:ahLst/>
              <a:cxnLst/>
              <a:rect l="l" t="t" r="r" b="b"/>
              <a:pathLst>
                <a:path w="754341" h="754341" extrusionOk="0">
                  <a:moveTo>
                    <a:pt x="754341" y="754341"/>
                  </a:moveTo>
                  <a:lnTo>
                    <a:pt x="0" y="754341"/>
                  </a:lnTo>
                  <a:lnTo>
                    <a:pt x="0" y="0"/>
                  </a:lnTo>
                  <a:close/>
                </a:path>
              </a:pathLst>
            </a:custGeom>
            <a:solidFill>
              <a:srgbClr val="1B677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grpSp>
      <p:grpSp>
        <p:nvGrpSpPr>
          <p:cNvPr id="58" name="Google Shape;58;p106"/>
          <p:cNvGrpSpPr/>
          <p:nvPr/>
        </p:nvGrpSpPr>
        <p:grpSpPr>
          <a:xfrm rot="-5400000">
            <a:off x="1826158" y="-663912"/>
            <a:ext cx="1157389" cy="1319566"/>
            <a:chOff x="10431417" y="6819549"/>
            <a:chExt cx="3512798" cy="4005019"/>
          </a:xfrm>
        </p:grpSpPr>
        <p:sp>
          <p:nvSpPr>
            <p:cNvPr id="59" name="Google Shape;59;p106"/>
            <p:cNvSpPr/>
            <p:nvPr/>
          </p:nvSpPr>
          <p:spPr>
            <a:xfrm rot="2700000">
              <a:off x="10945855" y="7826207"/>
              <a:ext cx="2483923" cy="2483924"/>
            </a:xfrm>
            <a:custGeom>
              <a:avLst/>
              <a:gdLst/>
              <a:ahLst/>
              <a:cxnLst/>
              <a:rect l="l" t="t" r="r" b="b"/>
              <a:pathLst>
                <a:path w="754341" h="754341" extrusionOk="0">
                  <a:moveTo>
                    <a:pt x="754341" y="754341"/>
                  </a:moveTo>
                  <a:lnTo>
                    <a:pt x="0" y="754341"/>
                  </a:lnTo>
                  <a:lnTo>
                    <a:pt x="0" y="0"/>
                  </a:lnTo>
                  <a:close/>
                </a:path>
              </a:pathLst>
            </a:custGeom>
            <a:solidFill>
              <a:srgbClr val="00325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60" name="Google Shape;60;p106"/>
            <p:cNvSpPr/>
            <p:nvPr/>
          </p:nvSpPr>
          <p:spPr>
            <a:xfrm rot="8100000" flipH="1">
              <a:off x="10986797" y="7317026"/>
              <a:ext cx="2402031" cy="2402032"/>
            </a:xfrm>
            <a:custGeom>
              <a:avLst/>
              <a:gdLst/>
              <a:ahLst/>
              <a:cxnLst/>
              <a:rect l="l" t="t" r="r" b="b"/>
              <a:pathLst>
                <a:path w="754341" h="754341" extrusionOk="0">
                  <a:moveTo>
                    <a:pt x="754341" y="754341"/>
                  </a:moveTo>
                  <a:lnTo>
                    <a:pt x="0" y="754341"/>
                  </a:lnTo>
                  <a:lnTo>
                    <a:pt x="0" y="0"/>
                  </a:lnTo>
                  <a:close/>
                </a:path>
              </a:pathLst>
            </a:custGeom>
            <a:solidFill>
              <a:srgbClr val="1B677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grpSp>
      <p:sp>
        <p:nvSpPr>
          <p:cNvPr id="61" name="Google Shape;61;p106"/>
          <p:cNvSpPr txBox="1">
            <a:spLocks noGrp="1"/>
          </p:cNvSpPr>
          <p:nvPr>
            <p:ph type="body" idx="1"/>
          </p:nvPr>
        </p:nvSpPr>
        <p:spPr>
          <a:xfrm>
            <a:off x="831850" y="4754880"/>
            <a:ext cx="6803136" cy="365760"/>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SzPts val="1600"/>
              <a:buNone/>
              <a:defRPr sz="1600">
                <a:solidFill>
                  <a:srgbClr val="B9E4FE"/>
                </a:solidFill>
                <a:latin typeface="Arial"/>
                <a:ea typeface="Arial"/>
                <a:cs typeface="Arial"/>
                <a:sym typeface="Arial"/>
              </a:defRPr>
            </a:lvl1pPr>
            <a:lvl2pPr marL="914400" lvl="1" indent="-342900" algn="l">
              <a:lnSpc>
                <a:spcPct val="90000"/>
              </a:lnSpc>
              <a:spcBef>
                <a:spcPts val="500"/>
              </a:spcBef>
              <a:spcAft>
                <a:spcPts val="0"/>
              </a:spcAft>
              <a:buSzPts val="1800"/>
              <a:buChar char="•"/>
              <a:defRPr/>
            </a:lvl2pPr>
            <a:lvl3pPr marL="1371600" lvl="2" indent="-342900" algn="l">
              <a:lnSpc>
                <a:spcPct val="90000"/>
              </a:lnSpc>
              <a:spcBef>
                <a:spcPts val="500"/>
              </a:spcBef>
              <a:spcAft>
                <a:spcPts val="0"/>
              </a:spcAft>
              <a:buSzPts val="1800"/>
              <a:buChar char="•"/>
              <a:defRPr/>
            </a:lvl3pPr>
            <a:lvl4pPr marL="1828800" lvl="3" indent="-342900" algn="l">
              <a:lnSpc>
                <a:spcPct val="90000"/>
              </a:lnSpc>
              <a:spcBef>
                <a:spcPts val="500"/>
              </a:spcBef>
              <a:spcAft>
                <a:spcPts val="0"/>
              </a:spcAft>
              <a:buSzPts val="1800"/>
              <a:buChar char="•"/>
              <a:defRPr/>
            </a:lvl4pPr>
            <a:lvl5pPr marL="2286000" lvl="4" indent="-342900" algn="l">
              <a:lnSpc>
                <a:spcPct val="90000"/>
              </a:lnSpc>
              <a:spcBef>
                <a:spcPts val="500"/>
              </a:spcBef>
              <a:spcAft>
                <a:spcPts val="0"/>
              </a:spcAft>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2" name="Google Shape;62;p106"/>
          <p:cNvSpPr txBox="1">
            <a:spLocks noGrp="1"/>
          </p:cNvSpPr>
          <p:nvPr>
            <p:ph type="sldNum" idx="12"/>
          </p:nvPr>
        </p:nvSpPr>
        <p:spPr>
          <a:xfrm>
            <a:off x="11252200" y="6315075"/>
            <a:ext cx="406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000" b="0" i="0" u="none" strike="noStrike" cap="none">
                <a:solidFill>
                  <a:schemeClr val="lt1"/>
                </a:solidFill>
                <a:latin typeface="Oswald"/>
                <a:ea typeface="Oswald"/>
                <a:cs typeface="Oswald"/>
                <a:sym typeface="Oswald"/>
              </a:defRPr>
            </a:lvl1pPr>
            <a:lvl2pPr marL="0" lvl="1" indent="0" algn="r">
              <a:spcBef>
                <a:spcPts val="0"/>
              </a:spcBef>
              <a:buNone/>
              <a:defRPr sz="1000" b="0" i="0" u="none" strike="noStrike" cap="none">
                <a:solidFill>
                  <a:schemeClr val="lt1"/>
                </a:solidFill>
                <a:latin typeface="Oswald"/>
                <a:ea typeface="Oswald"/>
                <a:cs typeface="Oswald"/>
                <a:sym typeface="Oswald"/>
              </a:defRPr>
            </a:lvl2pPr>
            <a:lvl3pPr marL="0" lvl="2" indent="0" algn="r">
              <a:spcBef>
                <a:spcPts val="0"/>
              </a:spcBef>
              <a:buNone/>
              <a:defRPr sz="1000" b="0" i="0" u="none" strike="noStrike" cap="none">
                <a:solidFill>
                  <a:schemeClr val="lt1"/>
                </a:solidFill>
                <a:latin typeface="Oswald"/>
                <a:ea typeface="Oswald"/>
                <a:cs typeface="Oswald"/>
                <a:sym typeface="Oswald"/>
              </a:defRPr>
            </a:lvl3pPr>
            <a:lvl4pPr marL="0" lvl="3" indent="0" algn="r">
              <a:spcBef>
                <a:spcPts val="0"/>
              </a:spcBef>
              <a:buNone/>
              <a:defRPr sz="1000" b="0" i="0" u="none" strike="noStrike" cap="none">
                <a:solidFill>
                  <a:schemeClr val="lt1"/>
                </a:solidFill>
                <a:latin typeface="Oswald"/>
                <a:ea typeface="Oswald"/>
                <a:cs typeface="Oswald"/>
                <a:sym typeface="Oswald"/>
              </a:defRPr>
            </a:lvl4pPr>
            <a:lvl5pPr marL="0" lvl="4" indent="0" algn="r">
              <a:spcBef>
                <a:spcPts val="0"/>
              </a:spcBef>
              <a:buNone/>
              <a:defRPr sz="1000" b="0" i="0" u="none" strike="noStrike" cap="none">
                <a:solidFill>
                  <a:schemeClr val="lt1"/>
                </a:solidFill>
                <a:latin typeface="Oswald"/>
                <a:ea typeface="Oswald"/>
                <a:cs typeface="Oswald"/>
                <a:sym typeface="Oswald"/>
              </a:defRPr>
            </a:lvl5pPr>
            <a:lvl6pPr marL="0" lvl="5" indent="0" algn="r">
              <a:spcBef>
                <a:spcPts val="0"/>
              </a:spcBef>
              <a:buNone/>
              <a:defRPr sz="1000" b="0" i="0" u="none" strike="noStrike" cap="none">
                <a:solidFill>
                  <a:schemeClr val="lt1"/>
                </a:solidFill>
                <a:latin typeface="Oswald"/>
                <a:ea typeface="Oswald"/>
                <a:cs typeface="Oswald"/>
                <a:sym typeface="Oswald"/>
              </a:defRPr>
            </a:lvl6pPr>
            <a:lvl7pPr marL="0" lvl="6" indent="0" algn="r">
              <a:spcBef>
                <a:spcPts val="0"/>
              </a:spcBef>
              <a:buNone/>
              <a:defRPr sz="1000" b="0" i="0" u="none" strike="noStrike" cap="none">
                <a:solidFill>
                  <a:schemeClr val="lt1"/>
                </a:solidFill>
                <a:latin typeface="Oswald"/>
                <a:ea typeface="Oswald"/>
                <a:cs typeface="Oswald"/>
                <a:sym typeface="Oswald"/>
              </a:defRPr>
            </a:lvl7pPr>
            <a:lvl8pPr marL="0" lvl="7" indent="0" algn="r">
              <a:spcBef>
                <a:spcPts val="0"/>
              </a:spcBef>
              <a:buNone/>
              <a:defRPr sz="1000" b="0" i="0" u="none" strike="noStrike" cap="none">
                <a:solidFill>
                  <a:schemeClr val="lt1"/>
                </a:solidFill>
                <a:latin typeface="Oswald"/>
                <a:ea typeface="Oswald"/>
                <a:cs typeface="Oswald"/>
                <a:sym typeface="Oswald"/>
              </a:defRPr>
            </a:lvl8pPr>
            <a:lvl9pPr marL="0" lvl="8" indent="0" algn="r">
              <a:spcBef>
                <a:spcPts val="0"/>
              </a:spcBef>
              <a:buNone/>
              <a:defRPr sz="1000" b="0" i="0" u="none" strike="noStrike" cap="none">
                <a:solidFill>
                  <a:schemeClr val="lt1"/>
                </a:solidFill>
                <a:latin typeface="Oswald"/>
                <a:ea typeface="Oswald"/>
                <a:cs typeface="Oswald"/>
                <a:sym typeface="Oswald"/>
              </a:defRPr>
            </a:lvl9pPr>
          </a:lstStyle>
          <a:p>
            <a:pPr marL="0" lvl="0" indent="0" algn="r" rtl="0">
              <a:spcBef>
                <a:spcPts val="0"/>
              </a:spcBef>
              <a:spcAft>
                <a:spcPts val="0"/>
              </a:spcAft>
              <a:buNone/>
            </a:pPr>
            <a:fld id="{00000000-1234-1234-1234-123412341234}" type="slidenum">
              <a:rPr lang="en-US"/>
              <a:t>‹#›</a:t>
            </a:fld>
            <a:endParaRPr/>
          </a:p>
        </p:txBody>
      </p:sp>
      <p:sp>
        <p:nvSpPr>
          <p:cNvPr id="63" name="Google Shape;63;p106"/>
          <p:cNvSpPr txBox="1">
            <a:spLocks noGrp="1"/>
          </p:cNvSpPr>
          <p:nvPr>
            <p:ph type="title"/>
          </p:nvPr>
        </p:nvSpPr>
        <p:spPr>
          <a:xfrm>
            <a:off x="832104" y="3886200"/>
            <a:ext cx="7781544" cy="859055"/>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lt1"/>
              </a:buClr>
              <a:buSzPts val="5400"/>
              <a:buFont typeface="Trebuchet MS"/>
              <a:buNone/>
              <a:defRPr sz="5400" b="1">
                <a:solidFill>
                  <a:schemeClr val="lt1"/>
                </a:solidFill>
                <a:latin typeface="Trebuchet MS"/>
                <a:ea typeface="Trebuchet MS"/>
                <a:cs typeface="Trebuchet MS"/>
                <a:sym typeface="Trebuchet M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p:cSld name="Title and Content">
    <p:bg>
      <p:bgPr>
        <a:solidFill>
          <a:schemeClr val="accent2"/>
        </a:solidFill>
        <a:effectLst/>
      </p:bgPr>
    </p:bg>
    <p:spTree>
      <p:nvGrpSpPr>
        <p:cNvPr id="1" name="Shape 64"/>
        <p:cNvGrpSpPr/>
        <p:nvPr/>
      </p:nvGrpSpPr>
      <p:grpSpPr>
        <a:xfrm>
          <a:off x="0" y="0"/>
          <a:ext cx="0" cy="0"/>
          <a:chOff x="0" y="0"/>
          <a:chExt cx="0" cy="0"/>
        </a:xfrm>
      </p:grpSpPr>
      <p:sp>
        <p:nvSpPr>
          <p:cNvPr id="65" name="Google Shape;65;p107"/>
          <p:cNvSpPr/>
          <p:nvPr/>
        </p:nvSpPr>
        <p:spPr>
          <a:xfrm>
            <a:off x="0" y="0"/>
            <a:ext cx="12192000" cy="6884191"/>
          </a:xfrm>
          <a:prstGeom prst="rect">
            <a:avLst/>
          </a:prstGeom>
          <a:solidFill>
            <a:srgbClr val="289BA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66" name="Google Shape;66;p107"/>
          <p:cNvSpPr/>
          <p:nvPr/>
        </p:nvSpPr>
        <p:spPr>
          <a:xfrm>
            <a:off x="0" y="0"/>
            <a:ext cx="12192001" cy="6884191"/>
          </a:xfrm>
          <a:custGeom>
            <a:avLst/>
            <a:gdLst/>
            <a:ahLst/>
            <a:cxnLst/>
            <a:rect l="l" t="t" r="r" b="b"/>
            <a:pathLst>
              <a:path w="12192001" h="6884191" extrusionOk="0">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3725"/>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67" name="Google Shape;67;p107"/>
          <p:cNvSpPr/>
          <p:nvPr/>
        </p:nvSpPr>
        <p:spPr>
          <a:xfrm rot="5400000" flipH="1">
            <a:off x="2964809" y="-2364446"/>
            <a:ext cx="6862744" cy="11591639"/>
          </a:xfrm>
          <a:custGeom>
            <a:avLst/>
            <a:gdLst/>
            <a:ahLst/>
            <a:cxnLst/>
            <a:rect l="l" t="t" r="r" b="b"/>
            <a:pathLst>
              <a:path w="6862744" h="11591639" extrusionOk="0">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solidFill>
            <a:srgbClr val="289BA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68" name="Google Shape;68;p107"/>
          <p:cNvSpPr/>
          <p:nvPr/>
        </p:nvSpPr>
        <p:spPr>
          <a:xfrm rot="5400000" flipH="1">
            <a:off x="2664629" y="-2664627"/>
            <a:ext cx="6862744" cy="12192000"/>
          </a:xfrm>
          <a:custGeom>
            <a:avLst/>
            <a:gdLst/>
            <a:ahLst/>
            <a:cxnLst/>
            <a:rect l="l" t="t" r="r" b="b"/>
            <a:pathLst>
              <a:path w="6849744" h="12192000" extrusionOk="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rgbClr val="1B677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69" name="Google Shape;69;p107"/>
          <p:cNvSpPr/>
          <p:nvPr/>
        </p:nvSpPr>
        <p:spPr>
          <a:xfrm rot="5400000" flipH="1">
            <a:off x="2664628" y="-2664627"/>
            <a:ext cx="6862744" cy="12192000"/>
          </a:xfrm>
          <a:custGeom>
            <a:avLst/>
            <a:gdLst/>
            <a:ahLst/>
            <a:cxnLst/>
            <a:rect l="l" t="t" r="r" b="b"/>
            <a:pathLst>
              <a:path w="6849744" h="12192000" extrusionOk="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rgbClr val="003252">
              <a:alpha val="89803"/>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70" name="Google Shape;70;p107"/>
          <p:cNvSpPr txBox="1">
            <a:spLocks noGrp="1"/>
          </p:cNvSpPr>
          <p:nvPr>
            <p:ph type="title"/>
          </p:nvPr>
        </p:nvSpPr>
        <p:spPr>
          <a:xfrm>
            <a:off x="444500" y="542925"/>
            <a:ext cx="11214100" cy="535531"/>
          </a:xfrm>
          <a:prstGeom prst="rect">
            <a:avLst/>
          </a:prstGeom>
          <a:noFill/>
          <a:ln>
            <a:noFill/>
          </a:ln>
        </p:spPr>
        <p:txBody>
          <a:bodyPr spcFirstLastPara="1" wrap="square" lIns="91425" tIns="45700" rIns="91425" bIns="45700" anchor="t" anchorCtr="0">
            <a:spAutoFit/>
          </a:bodyPr>
          <a:lstStyle>
            <a:lvl1pPr lvl="0" algn="l">
              <a:lnSpc>
                <a:spcPct val="90000"/>
              </a:lnSpc>
              <a:spcBef>
                <a:spcPts val="0"/>
              </a:spcBef>
              <a:spcAft>
                <a:spcPts val="0"/>
              </a:spcAft>
              <a:buClr>
                <a:schemeClr val="lt1"/>
              </a:buClr>
              <a:buSzPts val="3200"/>
              <a:buFont typeface="Trebuchet MS"/>
              <a:buNone/>
              <a:defRPr sz="3200" b="1">
                <a:solidFill>
                  <a:schemeClr val="lt1"/>
                </a:solidFill>
                <a:latin typeface="Trebuchet MS"/>
                <a:ea typeface="Trebuchet MS"/>
                <a:cs typeface="Trebuchet MS"/>
                <a:sym typeface="Trebuchet M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grpSp>
        <p:nvGrpSpPr>
          <p:cNvPr id="71" name="Google Shape;71;p107"/>
          <p:cNvGrpSpPr/>
          <p:nvPr/>
        </p:nvGrpSpPr>
        <p:grpSpPr>
          <a:xfrm rot="-5400000">
            <a:off x="390304" y="-431739"/>
            <a:ext cx="757355" cy="863476"/>
            <a:chOff x="10431417" y="6819549"/>
            <a:chExt cx="3512798" cy="4005019"/>
          </a:xfrm>
        </p:grpSpPr>
        <p:sp>
          <p:nvSpPr>
            <p:cNvPr id="72" name="Google Shape;72;p107"/>
            <p:cNvSpPr/>
            <p:nvPr/>
          </p:nvSpPr>
          <p:spPr>
            <a:xfrm rot="2700000">
              <a:off x="10945855" y="7826207"/>
              <a:ext cx="2483923" cy="2483924"/>
            </a:xfrm>
            <a:custGeom>
              <a:avLst/>
              <a:gdLst/>
              <a:ahLst/>
              <a:cxnLst/>
              <a:rect l="l" t="t" r="r" b="b"/>
              <a:pathLst>
                <a:path w="754341" h="754341" extrusionOk="0">
                  <a:moveTo>
                    <a:pt x="754341" y="754341"/>
                  </a:moveTo>
                  <a:lnTo>
                    <a:pt x="0" y="754341"/>
                  </a:lnTo>
                  <a:lnTo>
                    <a:pt x="0" y="0"/>
                  </a:lnTo>
                  <a:close/>
                </a:path>
              </a:pathLst>
            </a:custGeom>
            <a:solidFill>
              <a:srgbClr val="00325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73" name="Google Shape;73;p107"/>
            <p:cNvSpPr/>
            <p:nvPr/>
          </p:nvSpPr>
          <p:spPr>
            <a:xfrm rot="8100000" flipH="1">
              <a:off x="10986797" y="7317026"/>
              <a:ext cx="2402031" cy="2402032"/>
            </a:xfrm>
            <a:custGeom>
              <a:avLst/>
              <a:gdLst/>
              <a:ahLst/>
              <a:cxnLst/>
              <a:rect l="l" t="t" r="r" b="b"/>
              <a:pathLst>
                <a:path w="754341" h="754341" extrusionOk="0">
                  <a:moveTo>
                    <a:pt x="754341" y="754341"/>
                  </a:moveTo>
                  <a:lnTo>
                    <a:pt x="0" y="754341"/>
                  </a:lnTo>
                  <a:lnTo>
                    <a:pt x="0" y="0"/>
                  </a:lnTo>
                  <a:close/>
                </a:path>
              </a:pathLst>
            </a:custGeom>
            <a:solidFill>
              <a:srgbClr val="1B677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grpSp>
      <p:grpSp>
        <p:nvGrpSpPr>
          <p:cNvPr id="74" name="Google Shape;74;p107"/>
          <p:cNvGrpSpPr/>
          <p:nvPr/>
        </p:nvGrpSpPr>
        <p:grpSpPr>
          <a:xfrm>
            <a:off x="-1" y="1357409"/>
            <a:ext cx="12192001" cy="4846320"/>
            <a:chOff x="-1" y="1357409"/>
            <a:chExt cx="12192001" cy="4917518"/>
          </a:xfrm>
        </p:grpSpPr>
        <p:sp>
          <p:nvSpPr>
            <p:cNvPr id="75" name="Google Shape;75;p107"/>
            <p:cNvSpPr/>
            <p:nvPr/>
          </p:nvSpPr>
          <p:spPr>
            <a:xfrm rot="10800000" flipH="1">
              <a:off x="-1" y="1357409"/>
              <a:ext cx="12192000" cy="4917518"/>
            </a:xfrm>
            <a:prstGeom prst="snip1Rect">
              <a:avLst>
                <a:gd name="adj" fmla="val 0"/>
              </a:avLst>
            </a:prstGeom>
            <a:solidFill>
              <a:srgbClr val="1B677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76" name="Google Shape;76;p107"/>
            <p:cNvSpPr/>
            <p:nvPr/>
          </p:nvSpPr>
          <p:spPr>
            <a:xfrm rot="10800000" flipH="1">
              <a:off x="-1" y="1357409"/>
              <a:ext cx="12192001" cy="4917518"/>
            </a:xfrm>
            <a:prstGeom prst="snip1Rect">
              <a:avLst>
                <a:gd name="adj" fmla="val 19670"/>
              </a:avLst>
            </a:prstGeom>
            <a:solidFill>
              <a:srgbClr val="00325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grpSp>
      <p:sp>
        <p:nvSpPr>
          <p:cNvPr id="77" name="Google Shape;77;p107"/>
          <p:cNvSpPr/>
          <p:nvPr/>
        </p:nvSpPr>
        <p:spPr>
          <a:xfrm flipH="1">
            <a:off x="10782300" y="5448297"/>
            <a:ext cx="1409700" cy="1409703"/>
          </a:xfrm>
          <a:custGeom>
            <a:avLst/>
            <a:gdLst/>
            <a:ahLst/>
            <a:cxnLst/>
            <a:rect l="l" t="t" r="r" b="b"/>
            <a:pathLst>
              <a:path w="754341" h="754341" extrusionOk="0">
                <a:moveTo>
                  <a:pt x="754341" y="754341"/>
                </a:moveTo>
                <a:lnTo>
                  <a:pt x="0" y="754341"/>
                </a:lnTo>
                <a:lnTo>
                  <a:pt x="0" y="0"/>
                </a:lnTo>
                <a:close/>
              </a:path>
            </a:pathLst>
          </a:cu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78" name="Google Shape;78;p107"/>
          <p:cNvSpPr txBox="1">
            <a:spLocks noGrp="1"/>
          </p:cNvSpPr>
          <p:nvPr>
            <p:ph type="sldNum" idx="12"/>
          </p:nvPr>
        </p:nvSpPr>
        <p:spPr>
          <a:xfrm>
            <a:off x="11252200" y="6315075"/>
            <a:ext cx="406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000" b="0" i="0" u="none" strike="noStrike" cap="none">
                <a:solidFill>
                  <a:schemeClr val="lt1"/>
                </a:solidFill>
                <a:latin typeface="Oswald"/>
                <a:ea typeface="Oswald"/>
                <a:cs typeface="Oswald"/>
                <a:sym typeface="Oswald"/>
              </a:defRPr>
            </a:lvl1pPr>
            <a:lvl2pPr marL="0" lvl="1" indent="0" algn="r">
              <a:spcBef>
                <a:spcPts val="0"/>
              </a:spcBef>
              <a:buNone/>
              <a:defRPr sz="1000" b="0" i="0" u="none" strike="noStrike" cap="none">
                <a:solidFill>
                  <a:schemeClr val="lt1"/>
                </a:solidFill>
                <a:latin typeface="Oswald"/>
                <a:ea typeface="Oswald"/>
                <a:cs typeface="Oswald"/>
                <a:sym typeface="Oswald"/>
              </a:defRPr>
            </a:lvl2pPr>
            <a:lvl3pPr marL="0" lvl="2" indent="0" algn="r">
              <a:spcBef>
                <a:spcPts val="0"/>
              </a:spcBef>
              <a:buNone/>
              <a:defRPr sz="1000" b="0" i="0" u="none" strike="noStrike" cap="none">
                <a:solidFill>
                  <a:schemeClr val="lt1"/>
                </a:solidFill>
                <a:latin typeface="Oswald"/>
                <a:ea typeface="Oswald"/>
                <a:cs typeface="Oswald"/>
                <a:sym typeface="Oswald"/>
              </a:defRPr>
            </a:lvl3pPr>
            <a:lvl4pPr marL="0" lvl="3" indent="0" algn="r">
              <a:spcBef>
                <a:spcPts val="0"/>
              </a:spcBef>
              <a:buNone/>
              <a:defRPr sz="1000" b="0" i="0" u="none" strike="noStrike" cap="none">
                <a:solidFill>
                  <a:schemeClr val="lt1"/>
                </a:solidFill>
                <a:latin typeface="Oswald"/>
                <a:ea typeface="Oswald"/>
                <a:cs typeface="Oswald"/>
                <a:sym typeface="Oswald"/>
              </a:defRPr>
            </a:lvl4pPr>
            <a:lvl5pPr marL="0" lvl="4" indent="0" algn="r">
              <a:spcBef>
                <a:spcPts val="0"/>
              </a:spcBef>
              <a:buNone/>
              <a:defRPr sz="1000" b="0" i="0" u="none" strike="noStrike" cap="none">
                <a:solidFill>
                  <a:schemeClr val="lt1"/>
                </a:solidFill>
                <a:latin typeface="Oswald"/>
                <a:ea typeface="Oswald"/>
                <a:cs typeface="Oswald"/>
                <a:sym typeface="Oswald"/>
              </a:defRPr>
            </a:lvl5pPr>
            <a:lvl6pPr marL="0" lvl="5" indent="0" algn="r">
              <a:spcBef>
                <a:spcPts val="0"/>
              </a:spcBef>
              <a:buNone/>
              <a:defRPr sz="1000" b="0" i="0" u="none" strike="noStrike" cap="none">
                <a:solidFill>
                  <a:schemeClr val="lt1"/>
                </a:solidFill>
                <a:latin typeface="Oswald"/>
                <a:ea typeface="Oswald"/>
                <a:cs typeface="Oswald"/>
                <a:sym typeface="Oswald"/>
              </a:defRPr>
            </a:lvl6pPr>
            <a:lvl7pPr marL="0" lvl="6" indent="0" algn="r">
              <a:spcBef>
                <a:spcPts val="0"/>
              </a:spcBef>
              <a:buNone/>
              <a:defRPr sz="1000" b="0" i="0" u="none" strike="noStrike" cap="none">
                <a:solidFill>
                  <a:schemeClr val="lt1"/>
                </a:solidFill>
                <a:latin typeface="Oswald"/>
                <a:ea typeface="Oswald"/>
                <a:cs typeface="Oswald"/>
                <a:sym typeface="Oswald"/>
              </a:defRPr>
            </a:lvl7pPr>
            <a:lvl8pPr marL="0" lvl="7" indent="0" algn="r">
              <a:spcBef>
                <a:spcPts val="0"/>
              </a:spcBef>
              <a:buNone/>
              <a:defRPr sz="1000" b="0" i="0" u="none" strike="noStrike" cap="none">
                <a:solidFill>
                  <a:schemeClr val="lt1"/>
                </a:solidFill>
                <a:latin typeface="Oswald"/>
                <a:ea typeface="Oswald"/>
                <a:cs typeface="Oswald"/>
                <a:sym typeface="Oswald"/>
              </a:defRPr>
            </a:lvl8pPr>
            <a:lvl9pPr marL="0" lvl="8" indent="0" algn="r">
              <a:spcBef>
                <a:spcPts val="0"/>
              </a:spcBef>
              <a:buNone/>
              <a:defRPr sz="1000" b="0" i="0" u="none" strike="noStrike" cap="none">
                <a:solidFill>
                  <a:schemeClr val="lt1"/>
                </a:solidFill>
                <a:latin typeface="Oswald"/>
                <a:ea typeface="Oswald"/>
                <a:cs typeface="Oswald"/>
                <a:sym typeface="Oswald"/>
              </a:defRPr>
            </a:lvl9pPr>
          </a:lstStyle>
          <a:p>
            <a:pPr marL="0" lvl="0" indent="0" algn="r" rtl="0">
              <a:spcBef>
                <a:spcPts val="0"/>
              </a:spcBef>
              <a:spcAft>
                <a:spcPts val="0"/>
              </a:spcAft>
              <a:buNone/>
            </a:pPr>
            <a:fld id="{00000000-1234-1234-1234-123412341234}" type="slidenum">
              <a:rPr lang="en-US"/>
              <a:t>‹#›</a:t>
            </a:fld>
            <a:endParaRPr/>
          </a:p>
        </p:txBody>
      </p:sp>
      <p:sp>
        <p:nvSpPr>
          <p:cNvPr id="79" name="Google Shape;79;p107"/>
          <p:cNvSpPr txBox="1">
            <a:spLocks noGrp="1"/>
          </p:cNvSpPr>
          <p:nvPr>
            <p:ph type="body" idx="1"/>
          </p:nvPr>
        </p:nvSpPr>
        <p:spPr>
          <a:xfrm>
            <a:off x="443365" y="1825625"/>
            <a:ext cx="11215235" cy="4351338"/>
          </a:xfrm>
          <a:prstGeom prst="rect">
            <a:avLst/>
          </a:prstGeom>
          <a:noFill/>
          <a:ln>
            <a:noFill/>
          </a:ln>
        </p:spPr>
        <p:txBody>
          <a:bodyPr spcFirstLastPara="1" wrap="square" lIns="91425" tIns="45700" rIns="91425" bIns="45700" anchor="t" anchorCtr="0">
            <a:normAutofit/>
          </a:bodyPr>
          <a:lstStyle>
            <a:lvl1pPr marL="457200" lvl="0" indent="-406400" algn="l">
              <a:lnSpc>
                <a:spcPct val="90000"/>
              </a:lnSpc>
              <a:spcBef>
                <a:spcPts val="1000"/>
              </a:spcBef>
              <a:spcAft>
                <a:spcPts val="0"/>
              </a:spcAft>
              <a:buSzPts val="2800"/>
              <a:buChar char="•"/>
              <a:defRPr>
                <a:solidFill>
                  <a:schemeClr val="lt1"/>
                </a:solidFill>
              </a:defRPr>
            </a:lvl1pPr>
            <a:lvl2pPr marL="914400" lvl="1" indent="-381000" algn="l">
              <a:lnSpc>
                <a:spcPct val="90000"/>
              </a:lnSpc>
              <a:spcBef>
                <a:spcPts val="500"/>
              </a:spcBef>
              <a:spcAft>
                <a:spcPts val="0"/>
              </a:spcAft>
              <a:buSzPts val="2400"/>
              <a:buChar char="•"/>
              <a:defRPr>
                <a:solidFill>
                  <a:schemeClr val="lt1"/>
                </a:solidFill>
              </a:defRPr>
            </a:lvl2pPr>
            <a:lvl3pPr marL="1371600" lvl="2" indent="-355600" algn="l">
              <a:lnSpc>
                <a:spcPct val="90000"/>
              </a:lnSpc>
              <a:spcBef>
                <a:spcPts val="500"/>
              </a:spcBef>
              <a:spcAft>
                <a:spcPts val="0"/>
              </a:spcAft>
              <a:buSzPts val="2000"/>
              <a:buChar char="•"/>
              <a:defRPr>
                <a:solidFill>
                  <a:schemeClr val="lt1"/>
                </a:solidFill>
              </a:defRPr>
            </a:lvl3pPr>
            <a:lvl4pPr marL="1828800" lvl="3" indent="-342900" algn="l">
              <a:lnSpc>
                <a:spcPct val="90000"/>
              </a:lnSpc>
              <a:spcBef>
                <a:spcPts val="500"/>
              </a:spcBef>
              <a:spcAft>
                <a:spcPts val="0"/>
              </a:spcAft>
              <a:buSzPts val="1800"/>
              <a:buChar char="•"/>
              <a:defRPr>
                <a:solidFill>
                  <a:schemeClr val="lt1"/>
                </a:solidFill>
              </a:defRPr>
            </a:lvl4pPr>
            <a:lvl5pPr marL="2286000" lvl="4" indent="-342900" algn="l">
              <a:lnSpc>
                <a:spcPct val="90000"/>
              </a:lnSpc>
              <a:spcBef>
                <a:spcPts val="500"/>
              </a:spcBef>
              <a:spcAft>
                <a:spcPts val="0"/>
              </a:spcAft>
              <a:buSzPts val="1800"/>
              <a:buChar char="•"/>
              <a:defRPr>
                <a:solidFill>
                  <a:schemeClr val="lt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Only">
  <p:cSld name="Title Only">
    <p:bg>
      <p:bgPr>
        <a:solidFill>
          <a:schemeClr val="accent2"/>
        </a:solidFill>
        <a:effectLst/>
      </p:bgPr>
    </p:bg>
    <p:spTree>
      <p:nvGrpSpPr>
        <p:cNvPr id="1" name="Shape 80"/>
        <p:cNvGrpSpPr/>
        <p:nvPr/>
      </p:nvGrpSpPr>
      <p:grpSpPr>
        <a:xfrm>
          <a:off x="0" y="0"/>
          <a:ext cx="0" cy="0"/>
          <a:chOff x="0" y="0"/>
          <a:chExt cx="0" cy="0"/>
        </a:xfrm>
      </p:grpSpPr>
      <p:sp>
        <p:nvSpPr>
          <p:cNvPr id="81" name="Google Shape;81;p111"/>
          <p:cNvSpPr/>
          <p:nvPr/>
        </p:nvSpPr>
        <p:spPr>
          <a:xfrm>
            <a:off x="0" y="0"/>
            <a:ext cx="12192000" cy="6884191"/>
          </a:xfrm>
          <a:prstGeom prst="rect">
            <a:avLst/>
          </a:prstGeom>
          <a:solidFill>
            <a:srgbClr val="289BA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82" name="Google Shape;82;p111"/>
          <p:cNvSpPr/>
          <p:nvPr/>
        </p:nvSpPr>
        <p:spPr>
          <a:xfrm>
            <a:off x="0" y="0"/>
            <a:ext cx="12192001" cy="6884191"/>
          </a:xfrm>
          <a:custGeom>
            <a:avLst/>
            <a:gdLst/>
            <a:ahLst/>
            <a:cxnLst/>
            <a:rect l="l" t="t" r="r" b="b"/>
            <a:pathLst>
              <a:path w="12192001" h="6884191" extrusionOk="0">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3725"/>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83" name="Google Shape;83;p111"/>
          <p:cNvSpPr/>
          <p:nvPr/>
        </p:nvSpPr>
        <p:spPr>
          <a:xfrm rot="5400000" flipH="1">
            <a:off x="2964809" y="-2364446"/>
            <a:ext cx="6862744" cy="11591639"/>
          </a:xfrm>
          <a:custGeom>
            <a:avLst/>
            <a:gdLst/>
            <a:ahLst/>
            <a:cxnLst/>
            <a:rect l="l" t="t" r="r" b="b"/>
            <a:pathLst>
              <a:path w="6862744" h="11591639" extrusionOk="0">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solidFill>
            <a:srgbClr val="289BA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84" name="Google Shape;84;p111"/>
          <p:cNvSpPr/>
          <p:nvPr/>
        </p:nvSpPr>
        <p:spPr>
          <a:xfrm rot="5400000" flipH="1">
            <a:off x="2664629" y="-2664627"/>
            <a:ext cx="6862744" cy="12192000"/>
          </a:xfrm>
          <a:custGeom>
            <a:avLst/>
            <a:gdLst/>
            <a:ahLst/>
            <a:cxnLst/>
            <a:rect l="l" t="t" r="r" b="b"/>
            <a:pathLst>
              <a:path w="6849744" h="12192000" extrusionOk="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rgbClr val="1B677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85" name="Google Shape;85;p111"/>
          <p:cNvSpPr/>
          <p:nvPr/>
        </p:nvSpPr>
        <p:spPr>
          <a:xfrm rot="5400000" flipH="1">
            <a:off x="2664628" y="-2664627"/>
            <a:ext cx="6862744" cy="12192000"/>
          </a:xfrm>
          <a:custGeom>
            <a:avLst/>
            <a:gdLst/>
            <a:ahLst/>
            <a:cxnLst/>
            <a:rect l="l" t="t" r="r" b="b"/>
            <a:pathLst>
              <a:path w="6849744" h="12192000" extrusionOk="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rgbClr val="003252">
              <a:alpha val="89803"/>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86" name="Google Shape;86;p111"/>
          <p:cNvSpPr txBox="1">
            <a:spLocks noGrp="1"/>
          </p:cNvSpPr>
          <p:nvPr>
            <p:ph type="title"/>
          </p:nvPr>
        </p:nvSpPr>
        <p:spPr>
          <a:xfrm>
            <a:off x="444500" y="542925"/>
            <a:ext cx="11214100" cy="535531"/>
          </a:xfrm>
          <a:prstGeom prst="rect">
            <a:avLst/>
          </a:prstGeom>
          <a:noFill/>
          <a:ln>
            <a:noFill/>
          </a:ln>
        </p:spPr>
        <p:txBody>
          <a:bodyPr spcFirstLastPara="1" wrap="square" lIns="91425" tIns="45700" rIns="91425" bIns="45700" anchor="t" anchorCtr="0">
            <a:spAutoFit/>
          </a:bodyPr>
          <a:lstStyle>
            <a:lvl1pPr lvl="0" algn="l">
              <a:lnSpc>
                <a:spcPct val="90000"/>
              </a:lnSpc>
              <a:spcBef>
                <a:spcPts val="0"/>
              </a:spcBef>
              <a:spcAft>
                <a:spcPts val="0"/>
              </a:spcAft>
              <a:buClr>
                <a:schemeClr val="lt1"/>
              </a:buClr>
              <a:buSzPts val="3200"/>
              <a:buFont typeface="Trebuchet MS"/>
              <a:buNone/>
              <a:defRPr sz="3200" b="1">
                <a:solidFill>
                  <a:schemeClr val="lt1"/>
                </a:solidFill>
                <a:latin typeface="Trebuchet MS"/>
                <a:ea typeface="Trebuchet MS"/>
                <a:cs typeface="Trebuchet MS"/>
                <a:sym typeface="Trebuchet M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grpSp>
        <p:nvGrpSpPr>
          <p:cNvPr id="87" name="Google Shape;87;p111"/>
          <p:cNvGrpSpPr/>
          <p:nvPr/>
        </p:nvGrpSpPr>
        <p:grpSpPr>
          <a:xfrm rot="-5400000">
            <a:off x="390304" y="-431739"/>
            <a:ext cx="757355" cy="863476"/>
            <a:chOff x="10431417" y="6819549"/>
            <a:chExt cx="3512798" cy="4005019"/>
          </a:xfrm>
        </p:grpSpPr>
        <p:sp>
          <p:nvSpPr>
            <p:cNvPr id="88" name="Google Shape;88;p111"/>
            <p:cNvSpPr/>
            <p:nvPr/>
          </p:nvSpPr>
          <p:spPr>
            <a:xfrm rot="2700000">
              <a:off x="10945855" y="7826207"/>
              <a:ext cx="2483923" cy="2483924"/>
            </a:xfrm>
            <a:custGeom>
              <a:avLst/>
              <a:gdLst/>
              <a:ahLst/>
              <a:cxnLst/>
              <a:rect l="l" t="t" r="r" b="b"/>
              <a:pathLst>
                <a:path w="754341" h="754341" extrusionOk="0">
                  <a:moveTo>
                    <a:pt x="754341" y="754341"/>
                  </a:moveTo>
                  <a:lnTo>
                    <a:pt x="0" y="754341"/>
                  </a:lnTo>
                  <a:lnTo>
                    <a:pt x="0" y="0"/>
                  </a:lnTo>
                  <a:close/>
                </a:path>
              </a:pathLst>
            </a:custGeom>
            <a:solidFill>
              <a:srgbClr val="00325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89" name="Google Shape;89;p111"/>
            <p:cNvSpPr/>
            <p:nvPr/>
          </p:nvSpPr>
          <p:spPr>
            <a:xfrm rot="8100000" flipH="1">
              <a:off x="10986797" y="7317026"/>
              <a:ext cx="2402031" cy="2402032"/>
            </a:xfrm>
            <a:custGeom>
              <a:avLst/>
              <a:gdLst/>
              <a:ahLst/>
              <a:cxnLst/>
              <a:rect l="l" t="t" r="r" b="b"/>
              <a:pathLst>
                <a:path w="754341" h="754341" extrusionOk="0">
                  <a:moveTo>
                    <a:pt x="754341" y="754341"/>
                  </a:moveTo>
                  <a:lnTo>
                    <a:pt x="0" y="754341"/>
                  </a:lnTo>
                  <a:lnTo>
                    <a:pt x="0" y="0"/>
                  </a:lnTo>
                  <a:close/>
                </a:path>
              </a:pathLst>
            </a:custGeom>
            <a:solidFill>
              <a:srgbClr val="1B677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grpSp>
      <p:grpSp>
        <p:nvGrpSpPr>
          <p:cNvPr id="90" name="Google Shape;90;p111"/>
          <p:cNvGrpSpPr/>
          <p:nvPr/>
        </p:nvGrpSpPr>
        <p:grpSpPr>
          <a:xfrm>
            <a:off x="-1" y="1357409"/>
            <a:ext cx="12192001" cy="4846320"/>
            <a:chOff x="-1" y="1357409"/>
            <a:chExt cx="12192001" cy="4917518"/>
          </a:xfrm>
        </p:grpSpPr>
        <p:sp>
          <p:nvSpPr>
            <p:cNvPr id="91" name="Google Shape;91;p111"/>
            <p:cNvSpPr/>
            <p:nvPr/>
          </p:nvSpPr>
          <p:spPr>
            <a:xfrm rot="10800000" flipH="1">
              <a:off x="-1" y="1357409"/>
              <a:ext cx="12192000" cy="4917518"/>
            </a:xfrm>
            <a:prstGeom prst="snip1Rect">
              <a:avLst>
                <a:gd name="adj" fmla="val 0"/>
              </a:avLst>
            </a:prstGeom>
            <a:solidFill>
              <a:srgbClr val="1B677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92" name="Google Shape;92;p111"/>
            <p:cNvSpPr/>
            <p:nvPr/>
          </p:nvSpPr>
          <p:spPr>
            <a:xfrm rot="10800000" flipH="1">
              <a:off x="-1" y="1357409"/>
              <a:ext cx="12192001" cy="4917518"/>
            </a:xfrm>
            <a:prstGeom prst="snip1Rect">
              <a:avLst>
                <a:gd name="adj" fmla="val 19670"/>
              </a:avLst>
            </a:prstGeom>
            <a:solidFill>
              <a:srgbClr val="00325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grpSp>
      <p:sp>
        <p:nvSpPr>
          <p:cNvPr id="93" name="Google Shape;93;p111"/>
          <p:cNvSpPr/>
          <p:nvPr/>
        </p:nvSpPr>
        <p:spPr>
          <a:xfrm flipH="1">
            <a:off x="10782300" y="5448297"/>
            <a:ext cx="1409700" cy="1409703"/>
          </a:xfrm>
          <a:custGeom>
            <a:avLst/>
            <a:gdLst/>
            <a:ahLst/>
            <a:cxnLst/>
            <a:rect l="l" t="t" r="r" b="b"/>
            <a:pathLst>
              <a:path w="754341" h="754341" extrusionOk="0">
                <a:moveTo>
                  <a:pt x="754341" y="754341"/>
                </a:moveTo>
                <a:lnTo>
                  <a:pt x="0" y="754341"/>
                </a:lnTo>
                <a:lnTo>
                  <a:pt x="0" y="0"/>
                </a:lnTo>
                <a:close/>
              </a:path>
            </a:pathLst>
          </a:cu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94" name="Google Shape;94;p111"/>
          <p:cNvSpPr txBox="1">
            <a:spLocks noGrp="1"/>
          </p:cNvSpPr>
          <p:nvPr>
            <p:ph type="sldNum" idx="12"/>
          </p:nvPr>
        </p:nvSpPr>
        <p:spPr>
          <a:xfrm>
            <a:off x="11252200" y="6315075"/>
            <a:ext cx="406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000" b="0" i="0" u="none" strike="noStrike" cap="none">
                <a:solidFill>
                  <a:schemeClr val="lt1"/>
                </a:solidFill>
                <a:latin typeface="Oswald"/>
                <a:ea typeface="Oswald"/>
                <a:cs typeface="Oswald"/>
                <a:sym typeface="Oswald"/>
              </a:defRPr>
            </a:lvl1pPr>
            <a:lvl2pPr marL="0" lvl="1" indent="0" algn="r">
              <a:spcBef>
                <a:spcPts val="0"/>
              </a:spcBef>
              <a:buNone/>
              <a:defRPr sz="1000" b="0" i="0" u="none" strike="noStrike" cap="none">
                <a:solidFill>
                  <a:schemeClr val="lt1"/>
                </a:solidFill>
                <a:latin typeface="Oswald"/>
                <a:ea typeface="Oswald"/>
                <a:cs typeface="Oswald"/>
                <a:sym typeface="Oswald"/>
              </a:defRPr>
            </a:lvl2pPr>
            <a:lvl3pPr marL="0" lvl="2" indent="0" algn="r">
              <a:spcBef>
                <a:spcPts val="0"/>
              </a:spcBef>
              <a:buNone/>
              <a:defRPr sz="1000" b="0" i="0" u="none" strike="noStrike" cap="none">
                <a:solidFill>
                  <a:schemeClr val="lt1"/>
                </a:solidFill>
                <a:latin typeface="Oswald"/>
                <a:ea typeface="Oswald"/>
                <a:cs typeface="Oswald"/>
                <a:sym typeface="Oswald"/>
              </a:defRPr>
            </a:lvl3pPr>
            <a:lvl4pPr marL="0" lvl="3" indent="0" algn="r">
              <a:spcBef>
                <a:spcPts val="0"/>
              </a:spcBef>
              <a:buNone/>
              <a:defRPr sz="1000" b="0" i="0" u="none" strike="noStrike" cap="none">
                <a:solidFill>
                  <a:schemeClr val="lt1"/>
                </a:solidFill>
                <a:latin typeface="Oswald"/>
                <a:ea typeface="Oswald"/>
                <a:cs typeface="Oswald"/>
                <a:sym typeface="Oswald"/>
              </a:defRPr>
            </a:lvl4pPr>
            <a:lvl5pPr marL="0" lvl="4" indent="0" algn="r">
              <a:spcBef>
                <a:spcPts val="0"/>
              </a:spcBef>
              <a:buNone/>
              <a:defRPr sz="1000" b="0" i="0" u="none" strike="noStrike" cap="none">
                <a:solidFill>
                  <a:schemeClr val="lt1"/>
                </a:solidFill>
                <a:latin typeface="Oswald"/>
                <a:ea typeface="Oswald"/>
                <a:cs typeface="Oswald"/>
                <a:sym typeface="Oswald"/>
              </a:defRPr>
            </a:lvl5pPr>
            <a:lvl6pPr marL="0" lvl="5" indent="0" algn="r">
              <a:spcBef>
                <a:spcPts val="0"/>
              </a:spcBef>
              <a:buNone/>
              <a:defRPr sz="1000" b="0" i="0" u="none" strike="noStrike" cap="none">
                <a:solidFill>
                  <a:schemeClr val="lt1"/>
                </a:solidFill>
                <a:latin typeface="Oswald"/>
                <a:ea typeface="Oswald"/>
                <a:cs typeface="Oswald"/>
                <a:sym typeface="Oswald"/>
              </a:defRPr>
            </a:lvl6pPr>
            <a:lvl7pPr marL="0" lvl="6" indent="0" algn="r">
              <a:spcBef>
                <a:spcPts val="0"/>
              </a:spcBef>
              <a:buNone/>
              <a:defRPr sz="1000" b="0" i="0" u="none" strike="noStrike" cap="none">
                <a:solidFill>
                  <a:schemeClr val="lt1"/>
                </a:solidFill>
                <a:latin typeface="Oswald"/>
                <a:ea typeface="Oswald"/>
                <a:cs typeface="Oswald"/>
                <a:sym typeface="Oswald"/>
              </a:defRPr>
            </a:lvl7pPr>
            <a:lvl8pPr marL="0" lvl="7" indent="0" algn="r">
              <a:spcBef>
                <a:spcPts val="0"/>
              </a:spcBef>
              <a:buNone/>
              <a:defRPr sz="1000" b="0" i="0" u="none" strike="noStrike" cap="none">
                <a:solidFill>
                  <a:schemeClr val="lt1"/>
                </a:solidFill>
                <a:latin typeface="Oswald"/>
                <a:ea typeface="Oswald"/>
                <a:cs typeface="Oswald"/>
                <a:sym typeface="Oswald"/>
              </a:defRPr>
            </a:lvl8pPr>
            <a:lvl9pPr marL="0" lvl="8" indent="0" algn="r">
              <a:spcBef>
                <a:spcPts val="0"/>
              </a:spcBef>
              <a:buNone/>
              <a:defRPr sz="1000" b="0" i="0" u="none" strike="noStrike" cap="none">
                <a:solidFill>
                  <a:schemeClr val="lt1"/>
                </a:solidFill>
                <a:latin typeface="Oswald"/>
                <a:ea typeface="Oswald"/>
                <a:cs typeface="Oswald"/>
                <a:sym typeface="Oswald"/>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hank You 1">
  <p:cSld name="Thank You 1">
    <p:spTree>
      <p:nvGrpSpPr>
        <p:cNvPr id="1" name="Shape 95"/>
        <p:cNvGrpSpPr/>
        <p:nvPr/>
      </p:nvGrpSpPr>
      <p:grpSpPr>
        <a:xfrm>
          <a:off x="0" y="0"/>
          <a:ext cx="0" cy="0"/>
          <a:chOff x="0" y="0"/>
          <a:chExt cx="0" cy="0"/>
        </a:xfrm>
      </p:grpSpPr>
      <p:sp>
        <p:nvSpPr>
          <p:cNvPr id="96" name="Google Shape;96;p112"/>
          <p:cNvSpPr/>
          <p:nvPr/>
        </p:nvSpPr>
        <p:spPr>
          <a:xfrm>
            <a:off x="0" y="0"/>
            <a:ext cx="12192000" cy="6858000"/>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97" name="Google Shape;97;p112"/>
          <p:cNvSpPr/>
          <p:nvPr/>
        </p:nvSpPr>
        <p:spPr>
          <a:xfrm flipH="1">
            <a:off x="-16297" y="0"/>
            <a:ext cx="12208298" cy="6858000"/>
          </a:xfrm>
          <a:custGeom>
            <a:avLst/>
            <a:gdLst/>
            <a:ahLst/>
            <a:cxnLst/>
            <a:rect l="l" t="t" r="r" b="b"/>
            <a:pathLst>
              <a:path w="12208298" h="6858000" extrusionOk="0">
                <a:moveTo>
                  <a:pt x="8574289" y="0"/>
                </a:moveTo>
                <a:lnTo>
                  <a:pt x="0" y="0"/>
                </a:lnTo>
                <a:lnTo>
                  <a:pt x="0" y="6858000"/>
                </a:lnTo>
                <a:lnTo>
                  <a:pt x="532109" y="6858000"/>
                </a:lnTo>
                <a:lnTo>
                  <a:pt x="11495317" y="6858000"/>
                </a:lnTo>
                <a:lnTo>
                  <a:pt x="12208298" y="6858000"/>
                </a:lnTo>
                <a:lnTo>
                  <a:pt x="12208298" y="3146781"/>
                </a:lnTo>
                <a:lnTo>
                  <a:pt x="10353284" y="1291767"/>
                </a:lnTo>
                <a:lnTo>
                  <a:pt x="9866056" y="1291767"/>
                </a:lnTo>
                <a:close/>
              </a:path>
            </a:pathLst>
          </a:custGeom>
          <a:solidFill>
            <a:schemeClr val="accent2">
              <a:alpha val="73725"/>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98" name="Google Shape;98;p112"/>
          <p:cNvSpPr/>
          <p:nvPr/>
        </p:nvSpPr>
        <p:spPr>
          <a:xfrm rot="-5400000">
            <a:off x="2667000" y="-2667001"/>
            <a:ext cx="6858000" cy="12192002"/>
          </a:xfrm>
          <a:custGeom>
            <a:avLst/>
            <a:gdLst/>
            <a:ahLst/>
            <a:cxnLst/>
            <a:rect l="l" t="t" r="r" b="b"/>
            <a:pathLst>
              <a:path w="6858000" h="12192002" extrusionOk="0">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99" name="Google Shape;99;p112"/>
          <p:cNvSpPr/>
          <p:nvPr/>
        </p:nvSpPr>
        <p:spPr>
          <a:xfrm rot="-5400000">
            <a:off x="2667000" y="-2667001"/>
            <a:ext cx="6858000" cy="12192002"/>
          </a:xfrm>
          <a:custGeom>
            <a:avLst/>
            <a:gdLst/>
            <a:ahLst/>
            <a:cxnLst/>
            <a:rect l="l" t="t" r="r" b="b"/>
            <a:pathLst>
              <a:path w="6858000" h="12192002" extrusionOk="0">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solidFill>
            <a:srgbClr val="003252">
              <a:alpha val="89803"/>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grpSp>
        <p:nvGrpSpPr>
          <p:cNvPr id="100" name="Google Shape;100;p112"/>
          <p:cNvGrpSpPr/>
          <p:nvPr/>
        </p:nvGrpSpPr>
        <p:grpSpPr>
          <a:xfrm>
            <a:off x="1" y="0"/>
            <a:ext cx="6881966" cy="6858875"/>
            <a:chOff x="-5321" y="1096"/>
            <a:chExt cx="5924073" cy="5904197"/>
          </a:xfrm>
        </p:grpSpPr>
        <p:sp>
          <p:nvSpPr>
            <p:cNvPr id="101" name="Google Shape;101;p112"/>
            <p:cNvSpPr/>
            <p:nvPr/>
          </p:nvSpPr>
          <p:spPr>
            <a:xfrm rot="5400000">
              <a:off x="4618" y="-8842"/>
              <a:ext cx="5904196" cy="5924073"/>
            </a:xfrm>
            <a:prstGeom prst="rtTriangle">
              <a:avLst/>
            </a:prstGeom>
            <a:solidFill>
              <a:srgbClr val="00325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102" name="Google Shape;102;p112"/>
            <p:cNvSpPr/>
            <p:nvPr/>
          </p:nvSpPr>
          <p:spPr>
            <a:xfrm rot="5400000">
              <a:off x="3941" y="-8164"/>
              <a:ext cx="5501471" cy="5519993"/>
            </a:xfrm>
            <a:prstGeom prst="rtTriangle">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103" name="Google Shape;103;p112"/>
            <p:cNvSpPr/>
            <p:nvPr/>
          </p:nvSpPr>
          <p:spPr>
            <a:xfrm rot="5400000">
              <a:off x="3131" y="-7355"/>
              <a:ext cx="5019818" cy="5036720"/>
            </a:xfrm>
            <a:prstGeom prst="rtTriangle">
              <a:avLst/>
            </a:prstGeom>
            <a:solidFill>
              <a:schemeClr val="accent2">
                <a:alpha val="80000"/>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grpSp>
      <p:sp>
        <p:nvSpPr>
          <p:cNvPr id="104" name="Google Shape;104;p112"/>
          <p:cNvSpPr txBox="1">
            <a:spLocks noGrp="1"/>
          </p:cNvSpPr>
          <p:nvPr>
            <p:ph type="ctrTitle"/>
          </p:nvPr>
        </p:nvSpPr>
        <p:spPr>
          <a:xfrm>
            <a:off x="5217242" y="2807208"/>
            <a:ext cx="4945598" cy="1243584"/>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Clr>
                <a:schemeClr val="lt1"/>
              </a:buClr>
              <a:buSzPts val="5400"/>
              <a:buFont typeface="Trebuchet MS"/>
              <a:buNone/>
              <a:defRPr sz="5400" b="1">
                <a:solidFill>
                  <a:schemeClr val="lt1"/>
                </a:solidFill>
                <a:latin typeface="Trebuchet MS"/>
                <a:ea typeface="Trebuchet MS"/>
                <a:cs typeface="Trebuchet MS"/>
                <a:sym typeface="Trebuchet M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Alt Section Header" type="secHead">
  <p:cSld name="SECTION_HEADER">
    <p:spTree>
      <p:nvGrpSpPr>
        <p:cNvPr id="1" name="Shape 105"/>
        <p:cNvGrpSpPr/>
        <p:nvPr/>
      </p:nvGrpSpPr>
      <p:grpSpPr>
        <a:xfrm>
          <a:off x="0" y="0"/>
          <a:ext cx="0" cy="0"/>
          <a:chOff x="0" y="0"/>
          <a:chExt cx="0" cy="0"/>
        </a:xfrm>
      </p:grpSpPr>
      <p:sp>
        <p:nvSpPr>
          <p:cNvPr id="106" name="Google Shape;106;p113"/>
          <p:cNvSpPr/>
          <p:nvPr/>
        </p:nvSpPr>
        <p:spPr>
          <a:xfrm>
            <a:off x="0" y="0"/>
            <a:ext cx="12192000" cy="6858000"/>
          </a:xfrm>
          <a:prstGeom prst="rect">
            <a:avLst/>
          </a:prstGeom>
          <a:solidFill>
            <a:srgbClr val="00325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107" name="Google Shape;107;p113"/>
          <p:cNvSpPr/>
          <p:nvPr/>
        </p:nvSpPr>
        <p:spPr>
          <a:xfrm rot="5400000" flipH="1">
            <a:off x="2855762" y="-2473495"/>
            <a:ext cx="6862743" cy="11809733"/>
          </a:xfrm>
          <a:custGeom>
            <a:avLst/>
            <a:gdLst/>
            <a:ahLst/>
            <a:cxnLst/>
            <a:rect l="l" t="t" r="r" b="b"/>
            <a:pathLst>
              <a:path w="6862743" h="11809733" extrusionOk="0">
                <a:moveTo>
                  <a:pt x="6862743" y="11809733"/>
                </a:moveTo>
                <a:lnTo>
                  <a:pt x="6862743" y="7708334"/>
                </a:lnTo>
                <a:lnTo>
                  <a:pt x="4147292" y="7708334"/>
                </a:lnTo>
                <a:lnTo>
                  <a:pt x="4147292" y="7708332"/>
                </a:lnTo>
                <a:lnTo>
                  <a:pt x="6862743" y="7708332"/>
                </a:lnTo>
                <a:lnTo>
                  <a:pt x="4147291" y="4987262"/>
                </a:lnTo>
                <a:lnTo>
                  <a:pt x="4147291" y="3835308"/>
                </a:lnTo>
                <a:lnTo>
                  <a:pt x="307017" y="0"/>
                </a:lnTo>
                <a:lnTo>
                  <a:pt x="0" y="0"/>
                </a:lnTo>
                <a:lnTo>
                  <a:pt x="0" y="11809733"/>
                </a:lnTo>
                <a:close/>
              </a:path>
            </a:pathLst>
          </a:custGeom>
          <a:solidFill>
            <a:schemeClr val="dk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108" name="Google Shape;108;p113"/>
          <p:cNvSpPr/>
          <p:nvPr/>
        </p:nvSpPr>
        <p:spPr>
          <a:xfrm rot="5400000" flipH="1">
            <a:off x="2626806" y="-2626805"/>
            <a:ext cx="6862743" cy="12116353"/>
          </a:xfrm>
          <a:custGeom>
            <a:avLst/>
            <a:gdLst/>
            <a:ahLst/>
            <a:cxnLst/>
            <a:rect l="l" t="t" r="r" b="b"/>
            <a:pathLst>
              <a:path w="6853871" h="12116353" extrusionOk="0">
                <a:moveTo>
                  <a:pt x="6853871" y="12116353"/>
                </a:moveTo>
                <a:lnTo>
                  <a:pt x="6853871" y="8014954"/>
                </a:lnTo>
                <a:lnTo>
                  <a:pt x="4141930" y="8014954"/>
                </a:lnTo>
                <a:lnTo>
                  <a:pt x="4141930" y="8014952"/>
                </a:lnTo>
                <a:lnTo>
                  <a:pt x="6853871" y="8014952"/>
                </a:lnTo>
                <a:lnTo>
                  <a:pt x="4141930" y="5293882"/>
                </a:lnTo>
                <a:lnTo>
                  <a:pt x="4141930" y="4141928"/>
                </a:lnTo>
                <a:lnTo>
                  <a:pt x="0" y="0"/>
                </a:lnTo>
                <a:lnTo>
                  <a:pt x="0" y="12116353"/>
                </a:lnTo>
                <a:close/>
              </a:path>
            </a:pathLst>
          </a:cu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109" name="Google Shape;109;p113"/>
          <p:cNvSpPr/>
          <p:nvPr/>
        </p:nvSpPr>
        <p:spPr>
          <a:xfrm rot="5400000" flipH="1">
            <a:off x="2664629" y="-2664627"/>
            <a:ext cx="6862744" cy="12192000"/>
          </a:xfrm>
          <a:custGeom>
            <a:avLst/>
            <a:gdLst/>
            <a:ahLst/>
            <a:cxnLst/>
            <a:rect l="l" t="t" r="r" b="b"/>
            <a:pathLst>
              <a:path w="6849744" h="12192000" extrusionOk="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rgbClr val="003252">
              <a:alpha val="84705"/>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grpSp>
        <p:nvGrpSpPr>
          <p:cNvPr id="110" name="Google Shape;110;p113"/>
          <p:cNvGrpSpPr/>
          <p:nvPr/>
        </p:nvGrpSpPr>
        <p:grpSpPr>
          <a:xfrm>
            <a:off x="9141047" y="1176875"/>
            <a:ext cx="5836234" cy="5812372"/>
            <a:chOff x="8440685" y="4125"/>
            <a:chExt cx="7184703" cy="7155327"/>
          </a:xfrm>
        </p:grpSpPr>
        <p:sp>
          <p:nvSpPr>
            <p:cNvPr id="111" name="Google Shape;111;p113"/>
            <p:cNvSpPr/>
            <p:nvPr/>
          </p:nvSpPr>
          <p:spPr>
            <a:xfrm rot="2700000">
              <a:off x="9668983" y="1078460"/>
              <a:ext cx="4406148" cy="5299239"/>
            </a:xfrm>
            <a:custGeom>
              <a:avLst/>
              <a:gdLst/>
              <a:ahLst/>
              <a:cxnLst/>
              <a:rect l="l" t="t" r="r" b="b"/>
              <a:pathLst>
                <a:path w="4406148" h="5299239" extrusionOk="0">
                  <a:moveTo>
                    <a:pt x="0" y="0"/>
                  </a:moveTo>
                  <a:lnTo>
                    <a:pt x="4406148" y="4406147"/>
                  </a:lnTo>
                  <a:lnTo>
                    <a:pt x="3513056" y="5299239"/>
                  </a:lnTo>
                  <a:lnTo>
                    <a:pt x="1" y="5299239"/>
                  </a:lnTo>
                  <a:close/>
                </a:path>
              </a:pathLst>
            </a:custGeom>
            <a:solidFill>
              <a:srgbClr val="00325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112" name="Google Shape;112;p113"/>
            <p:cNvSpPr/>
            <p:nvPr/>
          </p:nvSpPr>
          <p:spPr>
            <a:xfrm rot="8100000" flipH="1">
              <a:off x="9583575" y="1088097"/>
              <a:ext cx="5072180" cy="4843502"/>
            </a:xfrm>
            <a:custGeom>
              <a:avLst/>
              <a:gdLst/>
              <a:ahLst/>
              <a:cxnLst/>
              <a:rect l="l" t="t" r="r" b="b"/>
              <a:pathLst>
                <a:path w="5072180" h="4843502" extrusionOk="0">
                  <a:moveTo>
                    <a:pt x="5072180" y="4843501"/>
                  </a:moveTo>
                  <a:lnTo>
                    <a:pt x="228679" y="0"/>
                  </a:lnTo>
                  <a:lnTo>
                    <a:pt x="1" y="228678"/>
                  </a:lnTo>
                  <a:lnTo>
                    <a:pt x="0" y="4843502"/>
                  </a:lnTo>
                  <a:close/>
                </a:path>
              </a:pathLst>
            </a:custGeom>
            <a:solidFill>
              <a:srgbClr val="1B677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grpSp>
      <p:sp>
        <p:nvSpPr>
          <p:cNvPr id="113" name="Google Shape;113;p113"/>
          <p:cNvSpPr/>
          <p:nvPr/>
        </p:nvSpPr>
        <p:spPr>
          <a:xfrm rot="2700000">
            <a:off x="11438585" y="5665752"/>
            <a:ext cx="877778" cy="1755556"/>
          </a:xfrm>
          <a:custGeom>
            <a:avLst/>
            <a:gdLst/>
            <a:ahLst/>
            <a:cxnLst/>
            <a:rect l="l" t="t" r="r" b="b"/>
            <a:pathLst>
              <a:path w="877778" h="1755556" extrusionOk="0">
                <a:moveTo>
                  <a:pt x="0" y="0"/>
                </a:moveTo>
                <a:lnTo>
                  <a:pt x="877778" y="877778"/>
                </a:lnTo>
                <a:lnTo>
                  <a:pt x="0" y="1755556"/>
                </a:lnTo>
                <a:close/>
              </a:path>
            </a:pathLst>
          </a:custGeom>
          <a:solidFill>
            <a:srgbClr val="00325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114" name="Google Shape;114;p113"/>
          <p:cNvSpPr/>
          <p:nvPr/>
        </p:nvSpPr>
        <p:spPr>
          <a:xfrm rot="8100000" flipH="1">
            <a:off x="10582265" y="5841410"/>
            <a:ext cx="2372348" cy="1186174"/>
          </a:xfrm>
          <a:custGeom>
            <a:avLst/>
            <a:gdLst/>
            <a:ahLst/>
            <a:cxnLst/>
            <a:rect l="l" t="t" r="r" b="b"/>
            <a:pathLst>
              <a:path w="2372348" h="1186174" extrusionOk="0">
                <a:moveTo>
                  <a:pt x="2372348" y="1186174"/>
                </a:moveTo>
                <a:lnTo>
                  <a:pt x="1186174" y="0"/>
                </a:lnTo>
                <a:lnTo>
                  <a:pt x="0" y="1186174"/>
                </a:lnTo>
                <a:close/>
              </a:path>
            </a:pathLst>
          </a:custGeom>
          <a:solidFill>
            <a:srgbClr val="1B677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grpSp>
        <p:nvGrpSpPr>
          <p:cNvPr id="115" name="Google Shape;115;p113"/>
          <p:cNvGrpSpPr/>
          <p:nvPr/>
        </p:nvGrpSpPr>
        <p:grpSpPr>
          <a:xfrm rot="-5400000" flipH="1">
            <a:off x="9696647" y="6040936"/>
            <a:ext cx="1488421" cy="1643561"/>
            <a:chOff x="10225384" y="6572118"/>
            <a:chExt cx="3924856" cy="4333945"/>
          </a:xfrm>
        </p:grpSpPr>
        <p:sp>
          <p:nvSpPr>
            <p:cNvPr id="116" name="Google Shape;116;p113"/>
            <p:cNvSpPr/>
            <p:nvPr/>
          </p:nvSpPr>
          <p:spPr>
            <a:xfrm rot="2700000">
              <a:off x="10800166" y="7555988"/>
              <a:ext cx="2775292" cy="2775293"/>
            </a:xfrm>
            <a:custGeom>
              <a:avLst/>
              <a:gdLst/>
              <a:ahLst/>
              <a:cxnLst/>
              <a:rect l="l" t="t" r="r" b="b"/>
              <a:pathLst>
                <a:path w="754341" h="754341" extrusionOk="0">
                  <a:moveTo>
                    <a:pt x="754341" y="754341"/>
                  </a:moveTo>
                  <a:lnTo>
                    <a:pt x="0" y="754341"/>
                  </a:lnTo>
                  <a:lnTo>
                    <a:pt x="0" y="0"/>
                  </a:lnTo>
                  <a:close/>
                </a:path>
              </a:pathLst>
            </a:custGeom>
            <a:solidFill>
              <a:srgbClr val="00325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117" name="Google Shape;117;p113"/>
            <p:cNvSpPr/>
            <p:nvPr/>
          </p:nvSpPr>
          <p:spPr>
            <a:xfrm rot="8100000" flipH="1">
              <a:off x="10811837" y="7142066"/>
              <a:ext cx="2751954" cy="2751955"/>
            </a:xfrm>
            <a:custGeom>
              <a:avLst/>
              <a:gdLst/>
              <a:ahLst/>
              <a:cxnLst/>
              <a:rect l="l" t="t" r="r" b="b"/>
              <a:pathLst>
                <a:path w="754341" h="754341" extrusionOk="0">
                  <a:moveTo>
                    <a:pt x="754341" y="754341"/>
                  </a:moveTo>
                  <a:lnTo>
                    <a:pt x="0" y="754341"/>
                  </a:lnTo>
                  <a:lnTo>
                    <a:pt x="0" y="0"/>
                  </a:lnTo>
                  <a:close/>
                </a:path>
              </a:pathLst>
            </a:custGeom>
            <a:solidFill>
              <a:srgbClr val="1B677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grpSp>
      <p:sp>
        <p:nvSpPr>
          <p:cNvPr id="118" name="Google Shape;118;p113"/>
          <p:cNvSpPr txBox="1">
            <a:spLocks noGrp="1"/>
          </p:cNvSpPr>
          <p:nvPr>
            <p:ph type="title"/>
          </p:nvPr>
        </p:nvSpPr>
        <p:spPr>
          <a:xfrm>
            <a:off x="832104" y="3886200"/>
            <a:ext cx="7781544" cy="859055"/>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lt1"/>
              </a:buClr>
              <a:buSzPts val="5400"/>
              <a:buFont typeface="Trebuchet MS"/>
              <a:buNone/>
              <a:defRPr sz="5400" b="1">
                <a:solidFill>
                  <a:schemeClr val="lt1"/>
                </a:solidFill>
                <a:latin typeface="Trebuchet MS"/>
                <a:ea typeface="Trebuchet MS"/>
                <a:cs typeface="Trebuchet MS"/>
                <a:sym typeface="Trebuchet M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19" name="Google Shape;119;p113"/>
          <p:cNvSpPr txBox="1">
            <a:spLocks noGrp="1"/>
          </p:cNvSpPr>
          <p:nvPr>
            <p:ph type="body" idx="1"/>
          </p:nvPr>
        </p:nvSpPr>
        <p:spPr>
          <a:xfrm>
            <a:off x="831850" y="4754880"/>
            <a:ext cx="6803136" cy="365760"/>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SzPts val="1600"/>
              <a:buNone/>
              <a:defRPr sz="1600">
                <a:solidFill>
                  <a:srgbClr val="B9E4FE"/>
                </a:solidFill>
                <a:latin typeface="Arial"/>
                <a:ea typeface="Arial"/>
                <a:cs typeface="Arial"/>
                <a:sym typeface="Arial"/>
              </a:defRPr>
            </a:lvl1pPr>
            <a:lvl2pPr marL="914400" lvl="1" indent="-342900" algn="l">
              <a:lnSpc>
                <a:spcPct val="90000"/>
              </a:lnSpc>
              <a:spcBef>
                <a:spcPts val="500"/>
              </a:spcBef>
              <a:spcAft>
                <a:spcPts val="0"/>
              </a:spcAft>
              <a:buSzPts val="1800"/>
              <a:buChar char="•"/>
              <a:defRPr/>
            </a:lvl2pPr>
            <a:lvl3pPr marL="1371600" lvl="2" indent="-342900" algn="l">
              <a:lnSpc>
                <a:spcPct val="90000"/>
              </a:lnSpc>
              <a:spcBef>
                <a:spcPts val="500"/>
              </a:spcBef>
              <a:spcAft>
                <a:spcPts val="0"/>
              </a:spcAft>
              <a:buSzPts val="1800"/>
              <a:buChar char="•"/>
              <a:defRPr/>
            </a:lvl3pPr>
            <a:lvl4pPr marL="1828800" lvl="3" indent="-342900" algn="l">
              <a:lnSpc>
                <a:spcPct val="90000"/>
              </a:lnSpc>
              <a:spcBef>
                <a:spcPts val="500"/>
              </a:spcBef>
              <a:spcAft>
                <a:spcPts val="0"/>
              </a:spcAft>
              <a:buSzPts val="1800"/>
              <a:buChar char="•"/>
              <a:defRPr/>
            </a:lvl4pPr>
            <a:lvl5pPr marL="2286000" lvl="4" indent="-342900" algn="l">
              <a:lnSpc>
                <a:spcPct val="90000"/>
              </a:lnSpc>
              <a:spcBef>
                <a:spcPts val="500"/>
              </a:spcBef>
              <a:spcAft>
                <a:spcPts val="0"/>
              </a:spcAft>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20" name="Google Shape;120;p113"/>
          <p:cNvSpPr txBox="1">
            <a:spLocks noGrp="1"/>
          </p:cNvSpPr>
          <p:nvPr>
            <p:ph type="sldNum" idx="12"/>
          </p:nvPr>
        </p:nvSpPr>
        <p:spPr>
          <a:xfrm>
            <a:off x="11252200" y="6315075"/>
            <a:ext cx="406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000" b="0" i="0" u="none" strike="noStrike" cap="none">
                <a:solidFill>
                  <a:schemeClr val="lt1"/>
                </a:solidFill>
                <a:latin typeface="Oswald"/>
                <a:ea typeface="Oswald"/>
                <a:cs typeface="Oswald"/>
                <a:sym typeface="Oswald"/>
              </a:defRPr>
            </a:lvl1pPr>
            <a:lvl2pPr marL="0" lvl="1" indent="0" algn="r">
              <a:spcBef>
                <a:spcPts val="0"/>
              </a:spcBef>
              <a:buNone/>
              <a:defRPr sz="1000" b="0" i="0" u="none" strike="noStrike" cap="none">
                <a:solidFill>
                  <a:schemeClr val="lt1"/>
                </a:solidFill>
                <a:latin typeface="Oswald"/>
                <a:ea typeface="Oswald"/>
                <a:cs typeface="Oswald"/>
                <a:sym typeface="Oswald"/>
              </a:defRPr>
            </a:lvl2pPr>
            <a:lvl3pPr marL="0" lvl="2" indent="0" algn="r">
              <a:spcBef>
                <a:spcPts val="0"/>
              </a:spcBef>
              <a:buNone/>
              <a:defRPr sz="1000" b="0" i="0" u="none" strike="noStrike" cap="none">
                <a:solidFill>
                  <a:schemeClr val="lt1"/>
                </a:solidFill>
                <a:latin typeface="Oswald"/>
                <a:ea typeface="Oswald"/>
                <a:cs typeface="Oswald"/>
                <a:sym typeface="Oswald"/>
              </a:defRPr>
            </a:lvl3pPr>
            <a:lvl4pPr marL="0" lvl="3" indent="0" algn="r">
              <a:spcBef>
                <a:spcPts val="0"/>
              </a:spcBef>
              <a:buNone/>
              <a:defRPr sz="1000" b="0" i="0" u="none" strike="noStrike" cap="none">
                <a:solidFill>
                  <a:schemeClr val="lt1"/>
                </a:solidFill>
                <a:latin typeface="Oswald"/>
                <a:ea typeface="Oswald"/>
                <a:cs typeface="Oswald"/>
                <a:sym typeface="Oswald"/>
              </a:defRPr>
            </a:lvl4pPr>
            <a:lvl5pPr marL="0" lvl="4" indent="0" algn="r">
              <a:spcBef>
                <a:spcPts val="0"/>
              </a:spcBef>
              <a:buNone/>
              <a:defRPr sz="1000" b="0" i="0" u="none" strike="noStrike" cap="none">
                <a:solidFill>
                  <a:schemeClr val="lt1"/>
                </a:solidFill>
                <a:latin typeface="Oswald"/>
                <a:ea typeface="Oswald"/>
                <a:cs typeface="Oswald"/>
                <a:sym typeface="Oswald"/>
              </a:defRPr>
            </a:lvl5pPr>
            <a:lvl6pPr marL="0" lvl="5" indent="0" algn="r">
              <a:spcBef>
                <a:spcPts val="0"/>
              </a:spcBef>
              <a:buNone/>
              <a:defRPr sz="1000" b="0" i="0" u="none" strike="noStrike" cap="none">
                <a:solidFill>
                  <a:schemeClr val="lt1"/>
                </a:solidFill>
                <a:latin typeface="Oswald"/>
                <a:ea typeface="Oswald"/>
                <a:cs typeface="Oswald"/>
                <a:sym typeface="Oswald"/>
              </a:defRPr>
            </a:lvl6pPr>
            <a:lvl7pPr marL="0" lvl="6" indent="0" algn="r">
              <a:spcBef>
                <a:spcPts val="0"/>
              </a:spcBef>
              <a:buNone/>
              <a:defRPr sz="1000" b="0" i="0" u="none" strike="noStrike" cap="none">
                <a:solidFill>
                  <a:schemeClr val="lt1"/>
                </a:solidFill>
                <a:latin typeface="Oswald"/>
                <a:ea typeface="Oswald"/>
                <a:cs typeface="Oswald"/>
                <a:sym typeface="Oswald"/>
              </a:defRPr>
            </a:lvl7pPr>
            <a:lvl8pPr marL="0" lvl="7" indent="0" algn="r">
              <a:spcBef>
                <a:spcPts val="0"/>
              </a:spcBef>
              <a:buNone/>
              <a:defRPr sz="1000" b="0" i="0" u="none" strike="noStrike" cap="none">
                <a:solidFill>
                  <a:schemeClr val="lt1"/>
                </a:solidFill>
                <a:latin typeface="Oswald"/>
                <a:ea typeface="Oswald"/>
                <a:cs typeface="Oswald"/>
                <a:sym typeface="Oswald"/>
              </a:defRPr>
            </a:lvl8pPr>
            <a:lvl9pPr marL="0" lvl="8" indent="0" algn="r">
              <a:spcBef>
                <a:spcPts val="0"/>
              </a:spcBef>
              <a:buNone/>
              <a:defRPr sz="1000" b="0" i="0" u="none" strike="noStrike" cap="none">
                <a:solidFill>
                  <a:schemeClr val="lt1"/>
                </a:solidFill>
                <a:latin typeface="Oswald"/>
                <a:ea typeface="Oswald"/>
                <a:cs typeface="Oswald"/>
                <a:sym typeface="Oswald"/>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Quote Slide">
  <p:cSld name="Quote Slide">
    <p:spTree>
      <p:nvGrpSpPr>
        <p:cNvPr id="1" name="Shape 121"/>
        <p:cNvGrpSpPr/>
        <p:nvPr/>
      </p:nvGrpSpPr>
      <p:grpSpPr>
        <a:xfrm>
          <a:off x="0" y="0"/>
          <a:ext cx="0" cy="0"/>
          <a:chOff x="0" y="0"/>
          <a:chExt cx="0" cy="0"/>
        </a:xfrm>
      </p:grpSpPr>
      <p:sp>
        <p:nvSpPr>
          <p:cNvPr id="122" name="Google Shape;122;p114"/>
          <p:cNvSpPr/>
          <p:nvPr/>
        </p:nvSpPr>
        <p:spPr>
          <a:xfrm>
            <a:off x="0" y="0"/>
            <a:ext cx="12192000" cy="6858000"/>
          </a:xfrm>
          <a:prstGeom prst="rect">
            <a:avLst/>
          </a:prstGeom>
          <a:solidFill>
            <a:srgbClr val="00325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123" name="Google Shape;123;p114"/>
          <p:cNvSpPr/>
          <p:nvPr/>
        </p:nvSpPr>
        <p:spPr>
          <a:xfrm rot="5400000" flipH="1">
            <a:off x="2855762" y="-2473495"/>
            <a:ext cx="6862743" cy="11809733"/>
          </a:xfrm>
          <a:custGeom>
            <a:avLst/>
            <a:gdLst/>
            <a:ahLst/>
            <a:cxnLst/>
            <a:rect l="l" t="t" r="r" b="b"/>
            <a:pathLst>
              <a:path w="6862743" h="11809733" extrusionOk="0">
                <a:moveTo>
                  <a:pt x="6862743" y="11809733"/>
                </a:moveTo>
                <a:lnTo>
                  <a:pt x="6862743" y="7708334"/>
                </a:lnTo>
                <a:lnTo>
                  <a:pt x="4147292" y="7708334"/>
                </a:lnTo>
                <a:lnTo>
                  <a:pt x="4147292" y="7708332"/>
                </a:lnTo>
                <a:lnTo>
                  <a:pt x="6862743" y="7708332"/>
                </a:lnTo>
                <a:lnTo>
                  <a:pt x="4147291" y="4987262"/>
                </a:lnTo>
                <a:lnTo>
                  <a:pt x="4147291" y="3835308"/>
                </a:lnTo>
                <a:lnTo>
                  <a:pt x="307017" y="0"/>
                </a:lnTo>
                <a:lnTo>
                  <a:pt x="0" y="0"/>
                </a:lnTo>
                <a:lnTo>
                  <a:pt x="0" y="11809733"/>
                </a:lnTo>
                <a:close/>
              </a:path>
            </a:pathLst>
          </a:custGeom>
          <a:solidFill>
            <a:schemeClr val="dk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124" name="Google Shape;124;p114"/>
          <p:cNvSpPr/>
          <p:nvPr/>
        </p:nvSpPr>
        <p:spPr>
          <a:xfrm rot="5400000" flipH="1">
            <a:off x="2626806" y="-2626805"/>
            <a:ext cx="6862743" cy="12116353"/>
          </a:xfrm>
          <a:custGeom>
            <a:avLst/>
            <a:gdLst/>
            <a:ahLst/>
            <a:cxnLst/>
            <a:rect l="l" t="t" r="r" b="b"/>
            <a:pathLst>
              <a:path w="6853871" h="12116353" extrusionOk="0">
                <a:moveTo>
                  <a:pt x="6853871" y="12116353"/>
                </a:moveTo>
                <a:lnTo>
                  <a:pt x="6853871" y="8014954"/>
                </a:lnTo>
                <a:lnTo>
                  <a:pt x="4141930" y="8014954"/>
                </a:lnTo>
                <a:lnTo>
                  <a:pt x="4141930" y="8014952"/>
                </a:lnTo>
                <a:lnTo>
                  <a:pt x="6853871" y="8014952"/>
                </a:lnTo>
                <a:lnTo>
                  <a:pt x="4141930" y="5293882"/>
                </a:lnTo>
                <a:lnTo>
                  <a:pt x="4141930" y="4141928"/>
                </a:lnTo>
                <a:lnTo>
                  <a:pt x="0" y="0"/>
                </a:lnTo>
                <a:lnTo>
                  <a:pt x="0" y="12116353"/>
                </a:lnTo>
                <a:close/>
              </a:path>
            </a:pathLst>
          </a:cu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125" name="Google Shape;125;p114"/>
          <p:cNvSpPr/>
          <p:nvPr/>
        </p:nvSpPr>
        <p:spPr>
          <a:xfrm rot="5400000" flipH="1">
            <a:off x="2664629" y="-2664627"/>
            <a:ext cx="6862744" cy="12192000"/>
          </a:xfrm>
          <a:custGeom>
            <a:avLst/>
            <a:gdLst/>
            <a:ahLst/>
            <a:cxnLst/>
            <a:rect l="l" t="t" r="r" b="b"/>
            <a:pathLst>
              <a:path w="6849744" h="12192000" extrusionOk="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rgbClr val="003252">
              <a:alpha val="84705"/>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126" name="Google Shape;126;p114"/>
          <p:cNvSpPr/>
          <p:nvPr/>
        </p:nvSpPr>
        <p:spPr>
          <a:xfrm>
            <a:off x="533399" y="914400"/>
            <a:ext cx="1944914" cy="1944914"/>
          </a:xfrm>
          <a:prstGeom prst="ellipse">
            <a:avLst/>
          </a:prstGeom>
          <a:solidFill>
            <a:srgbClr val="003252"/>
          </a:solidFill>
          <a:ln w="76200" cap="flat" cmpd="sng">
            <a:solidFill>
              <a:schemeClr val="accent1">
                <a:alpha val="54901"/>
              </a:schemeClr>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127" name="Google Shape;127;p114"/>
          <p:cNvSpPr txBox="1"/>
          <p:nvPr/>
        </p:nvSpPr>
        <p:spPr>
          <a:xfrm>
            <a:off x="956993" y="923305"/>
            <a:ext cx="1005115" cy="2859313"/>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2FAEFF"/>
              </a:buClr>
              <a:buSzPts val="18400"/>
              <a:buFont typeface="Trebuchet MS"/>
              <a:buNone/>
            </a:pPr>
            <a:r>
              <a:rPr lang="en-US" sz="18400" b="0" i="0" u="none" strike="noStrike" cap="none">
                <a:solidFill>
                  <a:srgbClr val="2FAEFF"/>
                </a:solidFill>
                <a:latin typeface="Trebuchet MS"/>
                <a:ea typeface="Trebuchet MS"/>
                <a:cs typeface="Trebuchet MS"/>
                <a:sym typeface="Trebuchet MS"/>
              </a:rPr>
              <a:t>“</a:t>
            </a:r>
            <a:endParaRPr/>
          </a:p>
        </p:txBody>
      </p:sp>
      <p:sp>
        <p:nvSpPr>
          <p:cNvPr id="128" name="Google Shape;128;p114"/>
          <p:cNvSpPr txBox="1">
            <a:spLocks noGrp="1"/>
          </p:cNvSpPr>
          <p:nvPr>
            <p:ph type="title"/>
          </p:nvPr>
        </p:nvSpPr>
        <p:spPr>
          <a:xfrm>
            <a:off x="533399" y="3200400"/>
            <a:ext cx="7551057" cy="2859313"/>
          </a:xfrm>
          <a:prstGeom prst="rect">
            <a:avLst/>
          </a:prstGeom>
          <a:noFill/>
          <a:ln>
            <a:noFill/>
          </a:ln>
        </p:spPr>
        <p:txBody>
          <a:bodyPr spcFirstLastPara="1" wrap="square" lIns="91425" tIns="45700" rIns="91425" bIns="45700" anchor="t" anchorCtr="0">
            <a:normAutofit/>
          </a:bodyPr>
          <a:lstStyle>
            <a:lvl1pPr lvl="0" algn="l">
              <a:lnSpc>
                <a:spcPct val="100000"/>
              </a:lnSpc>
              <a:spcBef>
                <a:spcPts val="0"/>
              </a:spcBef>
              <a:spcAft>
                <a:spcPts val="0"/>
              </a:spcAft>
              <a:buClr>
                <a:schemeClr val="lt1"/>
              </a:buClr>
              <a:buSzPts val="3200"/>
              <a:buFont typeface="Trebuchet MS"/>
              <a:buNone/>
              <a:defRPr sz="3200" b="0" i="0">
                <a:solidFill>
                  <a:schemeClr val="lt1"/>
                </a:solidFill>
                <a:latin typeface="Trebuchet MS"/>
                <a:ea typeface="Trebuchet MS"/>
                <a:cs typeface="Trebuchet MS"/>
                <a:sym typeface="Trebuchet M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29" name="Google Shape;129;p114"/>
          <p:cNvSpPr txBox="1">
            <a:spLocks noGrp="1"/>
          </p:cNvSpPr>
          <p:nvPr>
            <p:ph type="sldNum" idx="12"/>
          </p:nvPr>
        </p:nvSpPr>
        <p:spPr>
          <a:xfrm>
            <a:off x="11252200" y="6315075"/>
            <a:ext cx="406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000" b="0" i="0" u="none" strike="noStrike" cap="none">
                <a:solidFill>
                  <a:schemeClr val="lt1"/>
                </a:solidFill>
                <a:latin typeface="Oswald"/>
                <a:ea typeface="Oswald"/>
                <a:cs typeface="Oswald"/>
                <a:sym typeface="Oswald"/>
              </a:defRPr>
            </a:lvl1pPr>
            <a:lvl2pPr marL="0" lvl="1" indent="0" algn="r">
              <a:spcBef>
                <a:spcPts val="0"/>
              </a:spcBef>
              <a:buNone/>
              <a:defRPr sz="1000" b="0" i="0" u="none" strike="noStrike" cap="none">
                <a:solidFill>
                  <a:schemeClr val="lt1"/>
                </a:solidFill>
                <a:latin typeface="Oswald"/>
                <a:ea typeface="Oswald"/>
                <a:cs typeface="Oswald"/>
                <a:sym typeface="Oswald"/>
              </a:defRPr>
            </a:lvl2pPr>
            <a:lvl3pPr marL="0" lvl="2" indent="0" algn="r">
              <a:spcBef>
                <a:spcPts val="0"/>
              </a:spcBef>
              <a:buNone/>
              <a:defRPr sz="1000" b="0" i="0" u="none" strike="noStrike" cap="none">
                <a:solidFill>
                  <a:schemeClr val="lt1"/>
                </a:solidFill>
                <a:latin typeface="Oswald"/>
                <a:ea typeface="Oswald"/>
                <a:cs typeface="Oswald"/>
                <a:sym typeface="Oswald"/>
              </a:defRPr>
            </a:lvl3pPr>
            <a:lvl4pPr marL="0" lvl="3" indent="0" algn="r">
              <a:spcBef>
                <a:spcPts val="0"/>
              </a:spcBef>
              <a:buNone/>
              <a:defRPr sz="1000" b="0" i="0" u="none" strike="noStrike" cap="none">
                <a:solidFill>
                  <a:schemeClr val="lt1"/>
                </a:solidFill>
                <a:latin typeface="Oswald"/>
                <a:ea typeface="Oswald"/>
                <a:cs typeface="Oswald"/>
                <a:sym typeface="Oswald"/>
              </a:defRPr>
            </a:lvl4pPr>
            <a:lvl5pPr marL="0" lvl="4" indent="0" algn="r">
              <a:spcBef>
                <a:spcPts val="0"/>
              </a:spcBef>
              <a:buNone/>
              <a:defRPr sz="1000" b="0" i="0" u="none" strike="noStrike" cap="none">
                <a:solidFill>
                  <a:schemeClr val="lt1"/>
                </a:solidFill>
                <a:latin typeface="Oswald"/>
                <a:ea typeface="Oswald"/>
                <a:cs typeface="Oswald"/>
                <a:sym typeface="Oswald"/>
              </a:defRPr>
            </a:lvl5pPr>
            <a:lvl6pPr marL="0" lvl="5" indent="0" algn="r">
              <a:spcBef>
                <a:spcPts val="0"/>
              </a:spcBef>
              <a:buNone/>
              <a:defRPr sz="1000" b="0" i="0" u="none" strike="noStrike" cap="none">
                <a:solidFill>
                  <a:schemeClr val="lt1"/>
                </a:solidFill>
                <a:latin typeface="Oswald"/>
                <a:ea typeface="Oswald"/>
                <a:cs typeface="Oswald"/>
                <a:sym typeface="Oswald"/>
              </a:defRPr>
            </a:lvl6pPr>
            <a:lvl7pPr marL="0" lvl="6" indent="0" algn="r">
              <a:spcBef>
                <a:spcPts val="0"/>
              </a:spcBef>
              <a:buNone/>
              <a:defRPr sz="1000" b="0" i="0" u="none" strike="noStrike" cap="none">
                <a:solidFill>
                  <a:schemeClr val="lt1"/>
                </a:solidFill>
                <a:latin typeface="Oswald"/>
                <a:ea typeface="Oswald"/>
                <a:cs typeface="Oswald"/>
                <a:sym typeface="Oswald"/>
              </a:defRPr>
            </a:lvl7pPr>
            <a:lvl8pPr marL="0" lvl="7" indent="0" algn="r">
              <a:spcBef>
                <a:spcPts val="0"/>
              </a:spcBef>
              <a:buNone/>
              <a:defRPr sz="1000" b="0" i="0" u="none" strike="noStrike" cap="none">
                <a:solidFill>
                  <a:schemeClr val="lt1"/>
                </a:solidFill>
                <a:latin typeface="Oswald"/>
                <a:ea typeface="Oswald"/>
                <a:cs typeface="Oswald"/>
                <a:sym typeface="Oswald"/>
              </a:defRPr>
            </a:lvl8pPr>
            <a:lvl9pPr marL="0" lvl="8" indent="0" algn="r">
              <a:spcBef>
                <a:spcPts val="0"/>
              </a:spcBef>
              <a:buNone/>
              <a:defRPr sz="1000" b="0" i="0" u="none" strike="noStrike" cap="none">
                <a:solidFill>
                  <a:schemeClr val="lt1"/>
                </a:solidFill>
                <a:latin typeface="Oswald"/>
                <a:ea typeface="Oswald"/>
                <a:cs typeface="Oswald"/>
                <a:sym typeface="Oswald"/>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 Text">
  <p:cSld name="Title + Text">
    <p:bg>
      <p:bgPr>
        <a:solidFill>
          <a:schemeClr val="accent2"/>
        </a:solidFill>
        <a:effectLst/>
      </p:bgPr>
    </p:bg>
    <p:spTree>
      <p:nvGrpSpPr>
        <p:cNvPr id="1" name="Shape 130"/>
        <p:cNvGrpSpPr/>
        <p:nvPr/>
      </p:nvGrpSpPr>
      <p:grpSpPr>
        <a:xfrm>
          <a:off x="0" y="0"/>
          <a:ext cx="0" cy="0"/>
          <a:chOff x="0" y="0"/>
          <a:chExt cx="0" cy="0"/>
        </a:xfrm>
      </p:grpSpPr>
      <p:sp>
        <p:nvSpPr>
          <p:cNvPr id="131" name="Google Shape;131;p115"/>
          <p:cNvSpPr/>
          <p:nvPr/>
        </p:nvSpPr>
        <p:spPr>
          <a:xfrm>
            <a:off x="0" y="0"/>
            <a:ext cx="12192000" cy="6884191"/>
          </a:xfrm>
          <a:prstGeom prst="rect">
            <a:avLst/>
          </a:prstGeom>
          <a:solidFill>
            <a:srgbClr val="289BA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132" name="Google Shape;132;p115"/>
          <p:cNvSpPr/>
          <p:nvPr/>
        </p:nvSpPr>
        <p:spPr>
          <a:xfrm>
            <a:off x="0" y="0"/>
            <a:ext cx="12192001" cy="6884191"/>
          </a:xfrm>
          <a:custGeom>
            <a:avLst/>
            <a:gdLst/>
            <a:ahLst/>
            <a:cxnLst/>
            <a:rect l="l" t="t" r="r" b="b"/>
            <a:pathLst>
              <a:path w="12192001" h="6884191" extrusionOk="0">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3725"/>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133" name="Google Shape;133;p115"/>
          <p:cNvSpPr/>
          <p:nvPr/>
        </p:nvSpPr>
        <p:spPr>
          <a:xfrm rot="5400000" flipH="1">
            <a:off x="2664628" y="-2664627"/>
            <a:ext cx="6862744" cy="12192000"/>
          </a:xfrm>
          <a:custGeom>
            <a:avLst/>
            <a:gdLst/>
            <a:ahLst/>
            <a:cxnLst/>
            <a:rect l="l" t="t" r="r" b="b"/>
            <a:pathLst>
              <a:path w="6849744" h="12192000" extrusionOk="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rgbClr val="003252">
              <a:alpha val="89803"/>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134" name="Google Shape;134;p115"/>
          <p:cNvSpPr txBox="1">
            <a:spLocks noGrp="1"/>
          </p:cNvSpPr>
          <p:nvPr>
            <p:ph type="title"/>
          </p:nvPr>
        </p:nvSpPr>
        <p:spPr>
          <a:xfrm>
            <a:off x="444500" y="542925"/>
            <a:ext cx="11214100" cy="535531"/>
          </a:xfrm>
          <a:prstGeom prst="rect">
            <a:avLst/>
          </a:prstGeom>
          <a:noFill/>
          <a:ln>
            <a:noFill/>
          </a:ln>
        </p:spPr>
        <p:txBody>
          <a:bodyPr spcFirstLastPara="1" wrap="square" lIns="91425" tIns="45700" rIns="91425" bIns="45700" anchor="t" anchorCtr="0">
            <a:spAutoFit/>
          </a:bodyPr>
          <a:lstStyle>
            <a:lvl1pPr lvl="0" algn="l">
              <a:lnSpc>
                <a:spcPct val="90000"/>
              </a:lnSpc>
              <a:spcBef>
                <a:spcPts val="0"/>
              </a:spcBef>
              <a:spcAft>
                <a:spcPts val="0"/>
              </a:spcAft>
              <a:buClr>
                <a:schemeClr val="lt1"/>
              </a:buClr>
              <a:buSzPts val="3200"/>
              <a:buFont typeface="Trebuchet MS"/>
              <a:buNone/>
              <a:defRPr sz="3200" b="1">
                <a:solidFill>
                  <a:schemeClr val="lt1"/>
                </a:solidFill>
                <a:latin typeface="Trebuchet MS"/>
                <a:ea typeface="Trebuchet MS"/>
                <a:cs typeface="Trebuchet MS"/>
                <a:sym typeface="Trebuchet M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35" name="Google Shape;135;p115"/>
          <p:cNvSpPr txBox="1">
            <a:spLocks noGrp="1"/>
          </p:cNvSpPr>
          <p:nvPr>
            <p:ph type="sldNum" idx="12"/>
          </p:nvPr>
        </p:nvSpPr>
        <p:spPr>
          <a:xfrm>
            <a:off x="11252200" y="6315075"/>
            <a:ext cx="406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000" b="0" i="0" u="none" strike="noStrike" cap="none">
                <a:solidFill>
                  <a:schemeClr val="lt1"/>
                </a:solidFill>
                <a:latin typeface="Oswald"/>
                <a:ea typeface="Oswald"/>
                <a:cs typeface="Oswald"/>
                <a:sym typeface="Oswald"/>
              </a:defRPr>
            </a:lvl1pPr>
            <a:lvl2pPr marL="0" lvl="1" indent="0" algn="r">
              <a:spcBef>
                <a:spcPts val="0"/>
              </a:spcBef>
              <a:buNone/>
              <a:defRPr sz="1000" b="0" i="0" u="none" strike="noStrike" cap="none">
                <a:solidFill>
                  <a:schemeClr val="lt1"/>
                </a:solidFill>
                <a:latin typeface="Oswald"/>
                <a:ea typeface="Oswald"/>
                <a:cs typeface="Oswald"/>
                <a:sym typeface="Oswald"/>
              </a:defRPr>
            </a:lvl2pPr>
            <a:lvl3pPr marL="0" lvl="2" indent="0" algn="r">
              <a:spcBef>
                <a:spcPts val="0"/>
              </a:spcBef>
              <a:buNone/>
              <a:defRPr sz="1000" b="0" i="0" u="none" strike="noStrike" cap="none">
                <a:solidFill>
                  <a:schemeClr val="lt1"/>
                </a:solidFill>
                <a:latin typeface="Oswald"/>
                <a:ea typeface="Oswald"/>
                <a:cs typeface="Oswald"/>
                <a:sym typeface="Oswald"/>
              </a:defRPr>
            </a:lvl3pPr>
            <a:lvl4pPr marL="0" lvl="3" indent="0" algn="r">
              <a:spcBef>
                <a:spcPts val="0"/>
              </a:spcBef>
              <a:buNone/>
              <a:defRPr sz="1000" b="0" i="0" u="none" strike="noStrike" cap="none">
                <a:solidFill>
                  <a:schemeClr val="lt1"/>
                </a:solidFill>
                <a:latin typeface="Oswald"/>
                <a:ea typeface="Oswald"/>
                <a:cs typeface="Oswald"/>
                <a:sym typeface="Oswald"/>
              </a:defRPr>
            </a:lvl4pPr>
            <a:lvl5pPr marL="0" lvl="4" indent="0" algn="r">
              <a:spcBef>
                <a:spcPts val="0"/>
              </a:spcBef>
              <a:buNone/>
              <a:defRPr sz="1000" b="0" i="0" u="none" strike="noStrike" cap="none">
                <a:solidFill>
                  <a:schemeClr val="lt1"/>
                </a:solidFill>
                <a:latin typeface="Oswald"/>
                <a:ea typeface="Oswald"/>
                <a:cs typeface="Oswald"/>
                <a:sym typeface="Oswald"/>
              </a:defRPr>
            </a:lvl5pPr>
            <a:lvl6pPr marL="0" lvl="5" indent="0" algn="r">
              <a:spcBef>
                <a:spcPts val="0"/>
              </a:spcBef>
              <a:buNone/>
              <a:defRPr sz="1000" b="0" i="0" u="none" strike="noStrike" cap="none">
                <a:solidFill>
                  <a:schemeClr val="lt1"/>
                </a:solidFill>
                <a:latin typeface="Oswald"/>
                <a:ea typeface="Oswald"/>
                <a:cs typeface="Oswald"/>
                <a:sym typeface="Oswald"/>
              </a:defRPr>
            </a:lvl6pPr>
            <a:lvl7pPr marL="0" lvl="6" indent="0" algn="r">
              <a:spcBef>
                <a:spcPts val="0"/>
              </a:spcBef>
              <a:buNone/>
              <a:defRPr sz="1000" b="0" i="0" u="none" strike="noStrike" cap="none">
                <a:solidFill>
                  <a:schemeClr val="lt1"/>
                </a:solidFill>
                <a:latin typeface="Oswald"/>
                <a:ea typeface="Oswald"/>
                <a:cs typeface="Oswald"/>
                <a:sym typeface="Oswald"/>
              </a:defRPr>
            </a:lvl7pPr>
            <a:lvl8pPr marL="0" lvl="7" indent="0" algn="r">
              <a:spcBef>
                <a:spcPts val="0"/>
              </a:spcBef>
              <a:buNone/>
              <a:defRPr sz="1000" b="0" i="0" u="none" strike="noStrike" cap="none">
                <a:solidFill>
                  <a:schemeClr val="lt1"/>
                </a:solidFill>
                <a:latin typeface="Oswald"/>
                <a:ea typeface="Oswald"/>
                <a:cs typeface="Oswald"/>
                <a:sym typeface="Oswald"/>
              </a:defRPr>
            </a:lvl8pPr>
            <a:lvl9pPr marL="0" lvl="8" indent="0" algn="r">
              <a:spcBef>
                <a:spcPts val="0"/>
              </a:spcBef>
              <a:buNone/>
              <a:defRPr sz="1000" b="0" i="0" u="none" strike="noStrike" cap="none">
                <a:solidFill>
                  <a:schemeClr val="lt1"/>
                </a:solidFill>
                <a:latin typeface="Oswald"/>
                <a:ea typeface="Oswald"/>
                <a:cs typeface="Oswald"/>
                <a:sym typeface="Oswald"/>
              </a:defRPr>
            </a:lvl9pPr>
          </a:lstStyle>
          <a:p>
            <a:pPr marL="0" lvl="0" indent="0" algn="r" rtl="0">
              <a:spcBef>
                <a:spcPts val="0"/>
              </a:spcBef>
              <a:spcAft>
                <a:spcPts val="0"/>
              </a:spcAft>
              <a:buNone/>
            </a:pPr>
            <a:fld id="{00000000-1234-1234-1234-123412341234}" type="slidenum">
              <a:rPr lang="en-US"/>
              <a:t>‹#›</a:t>
            </a:fld>
            <a:endParaRPr/>
          </a:p>
        </p:txBody>
      </p:sp>
      <p:grpSp>
        <p:nvGrpSpPr>
          <p:cNvPr id="136" name="Google Shape;136;p115"/>
          <p:cNvGrpSpPr/>
          <p:nvPr/>
        </p:nvGrpSpPr>
        <p:grpSpPr>
          <a:xfrm rot="-5400000">
            <a:off x="390304" y="-431739"/>
            <a:ext cx="757355" cy="863476"/>
            <a:chOff x="10431417" y="6819549"/>
            <a:chExt cx="3512798" cy="4005019"/>
          </a:xfrm>
        </p:grpSpPr>
        <p:sp>
          <p:nvSpPr>
            <p:cNvPr id="137" name="Google Shape;137;p115"/>
            <p:cNvSpPr/>
            <p:nvPr/>
          </p:nvSpPr>
          <p:spPr>
            <a:xfrm rot="2700000">
              <a:off x="10945855" y="7826207"/>
              <a:ext cx="2483923" cy="2483924"/>
            </a:xfrm>
            <a:custGeom>
              <a:avLst/>
              <a:gdLst/>
              <a:ahLst/>
              <a:cxnLst/>
              <a:rect l="l" t="t" r="r" b="b"/>
              <a:pathLst>
                <a:path w="754341" h="754341" extrusionOk="0">
                  <a:moveTo>
                    <a:pt x="754341" y="754341"/>
                  </a:moveTo>
                  <a:lnTo>
                    <a:pt x="0" y="754341"/>
                  </a:lnTo>
                  <a:lnTo>
                    <a:pt x="0" y="0"/>
                  </a:lnTo>
                  <a:close/>
                </a:path>
              </a:pathLst>
            </a:custGeom>
            <a:solidFill>
              <a:srgbClr val="00325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138" name="Google Shape;138;p115"/>
            <p:cNvSpPr/>
            <p:nvPr/>
          </p:nvSpPr>
          <p:spPr>
            <a:xfrm rot="8100000" flipH="1">
              <a:off x="10986797" y="7317026"/>
              <a:ext cx="2402031" cy="2402032"/>
            </a:xfrm>
            <a:custGeom>
              <a:avLst/>
              <a:gdLst/>
              <a:ahLst/>
              <a:cxnLst/>
              <a:rect l="l" t="t" r="r" b="b"/>
              <a:pathLst>
                <a:path w="754341" h="754341" extrusionOk="0">
                  <a:moveTo>
                    <a:pt x="754341" y="754341"/>
                  </a:moveTo>
                  <a:lnTo>
                    <a:pt x="0" y="754341"/>
                  </a:lnTo>
                  <a:lnTo>
                    <a:pt x="0" y="0"/>
                  </a:lnTo>
                  <a:close/>
                </a:path>
              </a:pathLst>
            </a:custGeom>
            <a:solidFill>
              <a:srgbClr val="1B677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grpSp>
      <p:sp>
        <p:nvSpPr>
          <p:cNvPr id="139" name="Google Shape;139;p115"/>
          <p:cNvSpPr txBox="1">
            <a:spLocks noGrp="1"/>
          </p:cNvSpPr>
          <p:nvPr>
            <p:ph type="body" idx="1"/>
          </p:nvPr>
        </p:nvSpPr>
        <p:spPr>
          <a:xfrm>
            <a:off x="444500" y="1625385"/>
            <a:ext cx="6718300" cy="4093243"/>
          </a:xfrm>
          <a:prstGeom prst="rect">
            <a:avLst/>
          </a:prstGeom>
          <a:noFill/>
          <a:ln>
            <a:noFill/>
          </a:ln>
        </p:spPr>
        <p:txBody>
          <a:bodyPr spcFirstLastPara="1" wrap="square" lIns="91425" tIns="45700" rIns="91425" bIns="45700" anchor="t" anchorCtr="0">
            <a:noAutofit/>
          </a:bodyPr>
          <a:lstStyle>
            <a:lvl1pPr marL="457200" lvl="0" indent="-330200" algn="l">
              <a:lnSpc>
                <a:spcPct val="100000"/>
              </a:lnSpc>
              <a:spcBef>
                <a:spcPts val="600"/>
              </a:spcBef>
              <a:spcAft>
                <a:spcPts val="0"/>
              </a:spcAft>
              <a:buSzPts val="1600"/>
              <a:buChar char="•"/>
              <a:defRPr sz="1600">
                <a:solidFill>
                  <a:schemeClr val="lt1"/>
                </a:solidFill>
                <a:latin typeface="Arial"/>
                <a:ea typeface="Arial"/>
                <a:cs typeface="Arial"/>
                <a:sym typeface="Arial"/>
              </a:defRPr>
            </a:lvl1pPr>
            <a:lvl2pPr marL="914400" lvl="1" indent="-317500" algn="l">
              <a:lnSpc>
                <a:spcPct val="100000"/>
              </a:lnSpc>
              <a:spcBef>
                <a:spcPts val="600"/>
              </a:spcBef>
              <a:spcAft>
                <a:spcPts val="0"/>
              </a:spcAft>
              <a:buSzPts val="1400"/>
              <a:buChar char="•"/>
              <a:defRPr sz="1400">
                <a:solidFill>
                  <a:schemeClr val="lt1"/>
                </a:solidFill>
                <a:latin typeface="Arial"/>
                <a:ea typeface="Arial"/>
                <a:cs typeface="Arial"/>
                <a:sym typeface="Arial"/>
              </a:defRPr>
            </a:lvl2pPr>
            <a:lvl3pPr marL="1371600" lvl="2" indent="-304800" algn="l">
              <a:lnSpc>
                <a:spcPct val="100000"/>
              </a:lnSpc>
              <a:spcBef>
                <a:spcPts val="600"/>
              </a:spcBef>
              <a:spcAft>
                <a:spcPts val="0"/>
              </a:spcAft>
              <a:buSzPts val="1200"/>
              <a:buChar char="•"/>
              <a:defRPr sz="1200">
                <a:solidFill>
                  <a:schemeClr val="lt1"/>
                </a:solidFill>
                <a:latin typeface="Arial"/>
                <a:ea typeface="Arial"/>
                <a:cs typeface="Arial"/>
                <a:sym typeface="Arial"/>
              </a:defRPr>
            </a:lvl3pPr>
            <a:lvl4pPr marL="1828800" lvl="3" indent="-317500" algn="l">
              <a:lnSpc>
                <a:spcPct val="90000"/>
              </a:lnSpc>
              <a:spcBef>
                <a:spcPts val="500"/>
              </a:spcBef>
              <a:spcAft>
                <a:spcPts val="0"/>
              </a:spcAft>
              <a:buSzPts val="1400"/>
              <a:buChar char="•"/>
              <a:defRPr sz="1400">
                <a:solidFill>
                  <a:schemeClr val="lt1"/>
                </a:solidFill>
                <a:latin typeface="Arial"/>
                <a:ea typeface="Arial"/>
                <a:cs typeface="Arial"/>
                <a:sym typeface="Arial"/>
              </a:defRPr>
            </a:lvl4pPr>
            <a:lvl5pPr marL="2286000" lvl="4" indent="-317500" algn="l">
              <a:lnSpc>
                <a:spcPct val="90000"/>
              </a:lnSpc>
              <a:spcBef>
                <a:spcPts val="500"/>
              </a:spcBef>
              <a:spcAft>
                <a:spcPts val="0"/>
              </a:spcAft>
              <a:buSzPts val="1400"/>
              <a:buChar char="•"/>
              <a:defRPr sz="1400">
                <a:solidFill>
                  <a:schemeClr val="lt1"/>
                </a:solidFill>
                <a:latin typeface="Arial"/>
                <a:ea typeface="Arial"/>
                <a:cs typeface="Arial"/>
                <a:sym typeface="Aria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1_Title Only">
  <p:cSld name="1_Title Only">
    <p:bg>
      <p:bgPr>
        <a:solidFill>
          <a:schemeClr val="accent2"/>
        </a:solidFill>
        <a:effectLst/>
      </p:bgPr>
    </p:bg>
    <p:spTree>
      <p:nvGrpSpPr>
        <p:cNvPr id="1" name="Shape 140"/>
        <p:cNvGrpSpPr/>
        <p:nvPr/>
      </p:nvGrpSpPr>
      <p:grpSpPr>
        <a:xfrm>
          <a:off x="0" y="0"/>
          <a:ext cx="0" cy="0"/>
          <a:chOff x="0" y="0"/>
          <a:chExt cx="0" cy="0"/>
        </a:xfrm>
      </p:grpSpPr>
      <p:sp>
        <p:nvSpPr>
          <p:cNvPr id="141" name="Google Shape;141;p116"/>
          <p:cNvSpPr/>
          <p:nvPr/>
        </p:nvSpPr>
        <p:spPr>
          <a:xfrm>
            <a:off x="0" y="0"/>
            <a:ext cx="12192000" cy="6884191"/>
          </a:xfrm>
          <a:prstGeom prst="rect">
            <a:avLst/>
          </a:prstGeom>
          <a:solidFill>
            <a:srgbClr val="289BA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142" name="Google Shape;142;p116"/>
          <p:cNvSpPr/>
          <p:nvPr/>
        </p:nvSpPr>
        <p:spPr>
          <a:xfrm>
            <a:off x="0" y="0"/>
            <a:ext cx="12192001" cy="6884191"/>
          </a:xfrm>
          <a:custGeom>
            <a:avLst/>
            <a:gdLst/>
            <a:ahLst/>
            <a:cxnLst/>
            <a:rect l="l" t="t" r="r" b="b"/>
            <a:pathLst>
              <a:path w="12192001" h="6884191" extrusionOk="0">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3725"/>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143" name="Google Shape;143;p116"/>
          <p:cNvSpPr/>
          <p:nvPr/>
        </p:nvSpPr>
        <p:spPr>
          <a:xfrm rot="5400000" flipH="1">
            <a:off x="2964809" y="-2364446"/>
            <a:ext cx="6862744" cy="11591639"/>
          </a:xfrm>
          <a:custGeom>
            <a:avLst/>
            <a:gdLst/>
            <a:ahLst/>
            <a:cxnLst/>
            <a:rect l="l" t="t" r="r" b="b"/>
            <a:pathLst>
              <a:path w="6862744" h="11591639" extrusionOk="0">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solidFill>
            <a:srgbClr val="289BA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144" name="Google Shape;144;p116"/>
          <p:cNvSpPr/>
          <p:nvPr/>
        </p:nvSpPr>
        <p:spPr>
          <a:xfrm rot="5400000" flipH="1">
            <a:off x="2664629" y="-2664627"/>
            <a:ext cx="6862744" cy="12192000"/>
          </a:xfrm>
          <a:custGeom>
            <a:avLst/>
            <a:gdLst/>
            <a:ahLst/>
            <a:cxnLst/>
            <a:rect l="l" t="t" r="r" b="b"/>
            <a:pathLst>
              <a:path w="6849744" h="12192000" extrusionOk="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rgbClr val="1B677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145" name="Google Shape;145;p116"/>
          <p:cNvSpPr/>
          <p:nvPr/>
        </p:nvSpPr>
        <p:spPr>
          <a:xfrm rot="5400000" flipH="1">
            <a:off x="2664628" y="-2664627"/>
            <a:ext cx="6862744" cy="12192000"/>
          </a:xfrm>
          <a:custGeom>
            <a:avLst/>
            <a:gdLst/>
            <a:ahLst/>
            <a:cxnLst/>
            <a:rect l="l" t="t" r="r" b="b"/>
            <a:pathLst>
              <a:path w="6849744" h="12192000" extrusionOk="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rgbClr val="003252">
              <a:alpha val="89803"/>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146" name="Google Shape;146;p116"/>
          <p:cNvSpPr txBox="1">
            <a:spLocks noGrp="1"/>
          </p:cNvSpPr>
          <p:nvPr>
            <p:ph type="title"/>
          </p:nvPr>
        </p:nvSpPr>
        <p:spPr>
          <a:xfrm>
            <a:off x="444500" y="542925"/>
            <a:ext cx="11214100" cy="535531"/>
          </a:xfrm>
          <a:prstGeom prst="rect">
            <a:avLst/>
          </a:prstGeom>
          <a:noFill/>
          <a:ln>
            <a:noFill/>
          </a:ln>
        </p:spPr>
        <p:txBody>
          <a:bodyPr spcFirstLastPara="1" wrap="square" lIns="91425" tIns="45700" rIns="91425" bIns="45700" anchor="t" anchorCtr="0">
            <a:spAutoFit/>
          </a:bodyPr>
          <a:lstStyle>
            <a:lvl1pPr lvl="0" algn="l">
              <a:lnSpc>
                <a:spcPct val="90000"/>
              </a:lnSpc>
              <a:spcBef>
                <a:spcPts val="0"/>
              </a:spcBef>
              <a:spcAft>
                <a:spcPts val="0"/>
              </a:spcAft>
              <a:buClr>
                <a:schemeClr val="lt1"/>
              </a:buClr>
              <a:buSzPts val="3200"/>
              <a:buFont typeface="Trebuchet MS"/>
              <a:buNone/>
              <a:defRPr sz="3200" b="1">
                <a:solidFill>
                  <a:schemeClr val="lt1"/>
                </a:solidFill>
                <a:latin typeface="Trebuchet MS"/>
                <a:ea typeface="Trebuchet MS"/>
                <a:cs typeface="Trebuchet MS"/>
                <a:sym typeface="Trebuchet M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grpSp>
        <p:nvGrpSpPr>
          <p:cNvPr id="147" name="Google Shape;147;p116"/>
          <p:cNvGrpSpPr/>
          <p:nvPr/>
        </p:nvGrpSpPr>
        <p:grpSpPr>
          <a:xfrm rot="-5400000">
            <a:off x="390304" y="-431739"/>
            <a:ext cx="757355" cy="863476"/>
            <a:chOff x="10431417" y="6819549"/>
            <a:chExt cx="3512798" cy="4005019"/>
          </a:xfrm>
        </p:grpSpPr>
        <p:sp>
          <p:nvSpPr>
            <p:cNvPr id="148" name="Google Shape;148;p116"/>
            <p:cNvSpPr/>
            <p:nvPr/>
          </p:nvSpPr>
          <p:spPr>
            <a:xfrm rot="2700000">
              <a:off x="10945855" y="7826207"/>
              <a:ext cx="2483923" cy="2483924"/>
            </a:xfrm>
            <a:custGeom>
              <a:avLst/>
              <a:gdLst/>
              <a:ahLst/>
              <a:cxnLst/>
              <a:rect l="l" t="t" r="r" b="b"/>
              <a:pathLst>
                <a:path w="754341" h="754341" extrusionOk="0">
                  <a:moveTo>
                    <a:pt x="754341" y="754341"/>
                  </a:moveTo>
                  <a:lnTo>
                    <a:pt x="0" y="754341"/>
                  </a:lnTo>
                  <a:lnTo>
                    <a:pt x="0" y="0"/>
                  </a:lnTo>
                  <a:close/>
                </a:path>
              </a:pathLst>
            </a:custGeom>
            <a:solidFill>
              <a:srgbClr val="00325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149" name="Google Shape;149;p116"/>
            <p:cNvSpPr/>
            <p:nvPr/>
          </p:nvSpPr>
          <p:spPr>
            <a:xfrm rot="8100000" flipH="1">
              <a:off x="10986797" y="7317026"/>
              <a:ext cx="2402031" cy="2402032"/>
            </a:xfrm>
            <a:custGeom>
              <a:avLst/>
              <a:gdLst/>
              <a:ahLst/>
              <a:cxnLst/>
              <a:rect l="l" t="t" r="r" b="b"/>
              <a:pathLst>
                <a:path w="754341" h="754341" extrusionOk="0">
                  <a:moveTo>
                    <a:pt x="754341" y="754341"/>
                  </a:moveTo>
                  <a:lnTo>
                    <a:pt x="0" y="754341"/>
                  </a:lnTo>
                  <a:lnTo>
                    <a:pt x="0" y="0"/>
                  </a:lnTo>
                  <a:close/>
                </a:path>
              </a:pathLst>
            </a:custGeom>
            <a:solidFill>
              <a:srgbClr val="1B677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grpSp>
      <p:grpSp>
        <p:nvGrpSpPr>
          <p:cNvPr id="150" name="Google Shape;150;p116"/>
          <p:cNvGrpSpPr/>
          <p:nvPr/>
        </p:nvGrpSpPr>
        <p:grpSpPr>
          <a:xfrm>
            <a:off x="-1" y="1357409"/>
            <a:ext cx="12192001" cy="4846320"/>
            <a:chOff x="-1" y="1357409"/>
            <a:chExt cx="12192001" cy="4917518"/>
          </a:xfrm>
        </p:grpSpPr>
        <p:sp>
          <p:nvSpPr>
            <p:cNvPr id="151" name="Google Shape;151;p116"/>
            <p:cNvSpPr/>
            <p:nvPr/>
          </p:nvSpPr>
          <p:spPr>
            <a:xfrm rot="10800000" flipH="1">
              <a:off x="-1" y="1357409"/>
              <a:ext cx="12192000" cy="4917518"/>
            </a:xfrm>
            <a:prstGeom prst="snip1Rect">
              <a:avLst>
                <a:gd name="adj" fmla="val 0"/>
              </a:avLst>
            </a:prstGeom>
            <a:solidFill>
              <a:srgbClr val="1B677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152" name="Google Shape;152;p116"/>
            <p:cNvSpPr/>
            <p:nvPr/>
          </p:nvSpPr>
          <p:spPr>
            <a:xfrm rot="10800000" flipH="1">
              <a:off x="-1" y="1357409"/>
              <a:ext cx="12192001" cy="4917518"/>
            </a:xfrm>
            <a:prstGeom prst="snip1Rect">
              <a:avLst>
                <a:gd name="adj" fmla="val 19670"/>
              </a:avLst>
            </a:prstGeom>
            <a:solidFill>
              <a:srgbClr val="00325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grpSp>
      <p:sp>
        <p:nvSpPr>
          <p:cNvPr id="153" name="Google Shape;153;p116"/>
          <p:cNvSpPr/>
          <p:nvPr/>
        </p:nvSpPr>
        <p:spPr>
          <a:xfrm flipH="1">
            <a:off x="10782300" y="5448297"/>
            <a:ext cx="1409700" cy="1409703"/>
          </a:xfrm>
          <a:custGeom>
            <a:avLst/>
            <a:gdLst/>
            <a:ahLst/>
            <a:cxnLst/>
            <a:rect l="l" t="t" r="r" b="b"/>
            <a:pathLst>
              <a:path w="754341" h="754341" extrusionOk="0">
                <a:moveTo>
                  <a:pt x="754341" y="754341"/>
                </a:moveTo>
                <a:lnTo>
                  <a:pt x="0" y="754341"/>
                </a:lnTo>
                <a:lnTo>
                  <a:pt x="0" y="0"/>
                </a:lnTo>
                <a:close/>
              </a:path>
            </a:pathLst>
          </a:cu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154" name="Google Shape;154;p116"/>
          <p:cNvSpPr txBox="1">
            <a:spLocks noGrp="1"/>
          </p:cNvSpPr>
          <p:nvPr>
            <p:ph type="sldNum" idx="12"/>
          </p:nvPr>
        </p:nvSpPr>
        <p:spPr>
          <a:xfrm>
            <a:off x="11252200" y="6315075"/>
            <a:ext cx="406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000" b="0" i="0" u="none" strike="noStrike" cap="none">
                <a:solidFill>
                  <a:schemeClr val="lt1"/>
                </a:solidFill>
                <a:latin typeface="Oswald"/>
                <a:ea typeface="Oswald"/>
                <a:cs typeface="Oswald"/>
                <a:sym typeface="Oswald"/>
              </a:defRPr>
            </a:lvl1pPr>
            <a:lvl2pPr marL="0" lvl="1" indent="0" algn="r">
              <a:spcBef>
                <a:spcPts val="0"/>
              </a:spcBef>
              <a:buNone/>
              <a:defRPr sz="1000" b="0" i="0" u="none" strike="noStrike" cap="none">
                <a:solidFill>
                  <a:schemeClr val="lt1"/>
                </a:solidFill>
                <a:latin typeface="Oswald"/>
                <a:ea typeface="Oswald"/>
                <a:cs typeface="Oswald"/>
                <a:sym typeface="Oswald"/>
              </a:defRPr>
            </a:lvl2pPr>
            <a:lvl3pPr marL="0" lvl="2" indent="0" algn="r">
              <a:spcBef>
                <a:spcPts val="0"/>
              </a:spcBef>
              <a:buNone/>
              <a:defRPr sz="1000" b="0" i="0" u="none" strike="noStrike" cap="none">
                <a:solidFill>
                  <a:schemeClr val="lt1"/>
                </a:solidFill>
                <a:latin typeface="Oswald"/>
                <a:ea typeface="Oswald"/>
                <a:cs typeface="Oswald"/>
                <a:sym typeface="Oswald"/>
              </a:defRPr>
            </a:lvl3pPr>
            <a:lvl4pPr marL="0" lvl="3" indent="0" algn="r">
              <a:spcBef>
                <a:spcPts val="0"/>
              </a:spcBef>
              <a:buNone/>
              <a:defRPr sz="1000" b="0" i="0" u="none" strike="noStrike" cap="none">
                <a:solidFill>
                  <a:schemeClr val="lt1"/>
                </a:solidFill>
                <a:latin typeface="Oswald"/>
                <a:ea typeface="Oswald"/>
                <a:cs typeface="Oswald"/>
                <a:sym typeface="Oswald"/>
              </a:defRPr>
            </a:lvl4pPr>
            <a:lvl5pPr marL="0" lvl="4" indent="0" algn="r">
              <a:spcBef>
                <a:spcPts val="0"/>
              </a:spcBef>
              <a:buNone/>
              <a:defRPr sz="1000" b="0" i="0" u="none" strike="noStrike" cap="none">
                <a:solidFill>
                  <a:schemeClr val="lt1"/>
                </a:solidFill>
                <a:latin typeface="Oswald"/>
                <a:ea typeface="Oswald"/>
                <a:cs typeface="Oswald"/>
                <a:sym typeface="Oswald"/>
              </a:defRPr>
            </a:lvl5pPr>
            <a:lvl6pPr marL="0" lvl="5" indent="0" algn="r">
              <a:spcBef>
                <a:spcPts val="0"/>
              </a:spcBef>
              <a:buNone/>
              <a:defRPr sz="1000" b="0" i="0" u="none" strike="noStrike" cap="none">
                <a:solidFill>
                  <a:schemeClr val="lt1"/>
                </a:solidFill>
                <a:latin typeface="Oswald"/>
                <a:ea typeface="Oswald"/>
                <a:cs typeface="Oswald"/>
                <a:sym typeface="Oswald"/>
              </a:defRPr>
            </a:lvl6pPr>
            <a:lvl7pPr marL="0" lvl="6" indent="0" algn="r">
              <a:spcBef>
                <a:spcPts val="0"/>
              </a:spcBef>
              <a:buNone/>
              <a:defRPr sz="1000" b="0" i="0" u="none" strike="noStrike" cap="none">
                <a:solidFill>
                  <a:schemeClr val="lt1"/>
                </a:solidFill>
                <a:latin typeface="Oswald"/>
                <a:ea typeface="Oswald"/>
                <a:cs typeface="Oswald"/>
                <a:sym typeface="Oswald"/>
              </a:defRPr>
            </a:lvl7pPr>
            <a:lvl8pPr marL="0" lvl="7" indent="0" algn="r">
              <a:spcBef>
                <a:spcPts val="0"/>
              </a:spcBef>
              <a:buNone/>
              <a:defRPr sz="1000" b="0" i="0" u="none" strike="noStrike" cap="none">
                <a:solidFill>
                  <a:schemeClr val="lt1"/>
                </a:solidFill>
                <a:latin typeface="Oswald"/>
                <a:ea typeface="Oswald"/>
                <a:cs typeface="Oswald"/>
                <a:sym typeface="Oswald"/>
              </a:defRPr>
            </a:lvl8pPr>
            <a:lvl9pPr marL="0" lvl="8" indent="0" algn="r">
              <a:spcBef>
                <a:spcPts val="0"/>
              </a:spcBef>
              <a:buNone/>
              <a:defRPr sz="1000" b="0" i="0" u="none" strike="noStrike" cap="none">
                <a:solidFill>
                  <a:schemeClr val="lt1"/>
                </a:solidFill>
                <a:latin typeface="Oswald"/>
                <a:ea typeface="Oswald"/>
                <a:cs typeface="Oswald"/>
                <a:sym typeface="Oswald"/>
              </a:defRPr>
            </a:lvl9pPr>
          </a:lstStyle>
          <a:p>
            <a:pPr marL="0" lvl="0" indent="0" algn="r" rtl="0">
              <a:spcBef>
                <a:spcPts val="0"/>
              </a:spcBef>
              <a:spcAft>
                <a:spcPts val="0"/>
              </a:spcAft>
              <a:buNone/>
            </a:pPr>
            <a:fld id="{00000000-1234-1234-1234-123412341234}" type="slidenum">
              <a:rPr lang="en-US"/>
              <a:t>‹#›</a:t>
            </a:fld>
            <a:endParaRPr/>
          </a:p>
        </p:txBody>
      </p:sp>
      <p:sp>
        <p:nvSpPr>
          <p:cNvPr id="155" name="Google Shape;155;p116"/>
          <p:cNvSpPr txBox="1">
            <a:spLocks noGrp="1"/>
          </p:cNvSpPr>
          <p:nvPr>
            <p:ph type="body" idx="1"/>
          </p:nvPr>
        </p:nvSpPr>
        <p:spPr>
          <a:xfrm>
            <a:off x="1409700" y="1749570"/>
            <a:ext cx="9372600" cy="3358860"/>
          </a:xfrm>
          <a:prstGeom prst="rect">
            <a:avLst/>
          </a:prstGeom>
          <a:noFill/>
          <a:ln>
            <a:noFill/>
          </a:ln>
        </p:spPr>
        <p:txBody>
          <a:bodyPr spcFirstLastPara="1" wrap="square" lIns="91425" tIns="45700" rIns="91425" bIns="45700" anchor="ctr" anchorCtr="0">
            <a:normAutofit/>
          </a:bodyPr>
          <a:lstStyle>
            <a:lvl1pPr marL="457200" lvl="0" indent="-228600" algn="ctr">
              <a:lnSpc>
                <a:spcPct val="90000"/>
              </a:lnSpc>
              <a:spcBef>
                <a:spcPts val="1000"/>
              </a:spcBef>
              <a:spcAft>
                <a:spcPts val="0"/>
              </a:spcAft>
              <a:buSzPts val="6000"/>
              <a:buNone/>
              <a:defRPr sz="6000">
                <a:solidFill>
                  <a:schemeClr val="lt1"/>
                </a:solidFill>
              </a:defRPr>
            </a:lvl1pPr>
            <a:lvl2pPr marL="914400" lvl="1" indent="-342900" algn="l">
              <a:lnSpc>
                <a:spcPct val="90000"/>
              </a:lnSpc>
              <a:spcBef>
                <a:spcPts val="500"/>
              </a:spcBef>
              <a:spcAft>
                <a:spcPts val="0"/>
              </a:spcAft>
              <a:buSzPts val="1800"/>
              <a:buChar char="•"/>
              <a:defRPr/>
            </a:lvl2pPr>
            <a:lvl3pPr marL="1371600" lvl="2" indent="-342900" algn="l">
              <a:lnSpc>
                <a:spcPct val="90000"/>
              </a:lnSpc>
              <a:spcBef>
                <a:spcPts val="500"/>
              </a:spcBef>
              <a:spcAft>
                <a:spcPts val="0"/>
              </a:spcAft>
              <a:buSzPts val="1800"/>
              <a:buChar char="•"/>
              <a:defRPr/>
            </a:lvl3pPr>
            <a:lvl4pPr marL="1828800" lvl="3" indent="-342900" algn="l">
              <a:lnSpc>
                <a:spcPct val="90000"/>
              </a:lnSpc>
              <a:spcBef>
                <a:spcPts val="500"/>
              </a:spcBef>
              <a:spcAft>
                <a:spcPts val="0"/>
              </a:spcAft>
              <a:buSzPts val="1800"/>
              <a:buChar char="•"/>
              <a:defRPr/>
            </a:lvl4pPr>
            <a:lvl5pPr marL="2286000" lvl="4" indent="-342900" algn="l">
              <a:lnSpc>
                <a:spcPct val="90000"/>
              </a:lnSpc>
              <a:spcBef>
                <a:spcPts val="500"/>
              </a:spcBef>
              <a:spcAft>
                <a:spcPts val="0"/>
              </a:spcAft>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Comparison">
  <p:cSld name="Comparison">
    <p:bg>
      <p:bgPr>
        <a:solidFill>
          <a:schemeClr val="accent2"/>
        </a:solidFill>
        <a:effectLst/>
      </p:bgPr>
    </p:bg>
    <p:spTree>
      <p:nvGrpSpPr>
        <p:cNvPr id="1" name="Shape 156"/>
        <p:cNvGrpSpPr/>
        <p:nvPr/>
      </p:nvGrpSpPr>
      <p:grpSpPr>
        <a:xfrm>
          <a:off x="0" y="0"/>
          <a:ext cx="0" cy="0"/>
          <a:chOff x="0" y="0"/>
          <a:chExt cx="0" cy="0"/>
        </a:xfrm>
      </p:grpSpPr>
      <p:sp>
        <p:nvSpPr>
          <p:cNvPr id="157" name="Google Shape;157;p117"/>
          <p:cNvSpPr/>
          <p:nvPr/>
        </p:nvSpPr>
        <p:spPr>
          <a:xfrm>
            <a:off x="0" y="0"/>
            <a:ext cx="12192000" cy="6884191"/>
          </a:xfrm>
          <a:prstGeom prst="rect">
            <a:avLst/>
          </a:prstGeom>
          <a:solidFill>
            <a:srgbClr val="289BA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158" name="Google Shape;158;p117"/>
          <p:cNvSpPr/>
          <p:nvPr/>
        </p:nvSpPr>
        <p:spPr>
          <a:xfrm>
            <a:off x="0" y="0"/>
            <a:ext cx="12192001" cy="6884191"/>
          </a:xfrm>
          <a:custGeom>
            <a:avLst/>
            <a:gdLst/>
            <a:ahLst/>
            <a:cxnLst/>
            <a:rect l="l" t="t" r="r" b="b"/>
            <a:pathLst>
              <a:path w="12192001" h="6884191" extrusionOk="0">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3725"/>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159" name="Google Shape;159;p117"/>
          <p:cNvSpPr/>
          <p:nvPr/>
        </p:nvSpPr>
        <p:spPr>
          <a:xfrm rot="5400000" flipH="1">
            <a:off x="2964809" y="-2364446"/>
            <a:ext cx="6862744" cy="11591639"/>
          </a:xfrm>
          <a:custGeom>
            <a:avLst/>
            <a:gdLst/>
            <a:ahLst/>
            <a:cxnLst/>
            <a:rect l="l" t="t" r="r" b="b"/>
            <a:pathLst>
              <a:path w="6862744" h="11591639" extrusionOk="0">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solidFill>
            <a:srgbClr val="289BA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160" name="Google Shape;160;p117"/>
          <p:cNvSpPr/>
          <p:nvPr/>
        </p:nvSpPr>
        <p:spPr>
          <a:xfrm rot="5400000" flipH="1">
            <a:off x="2664629" y="-2664627"/>
            <a:ext cx="6862744" cy="12192000"/>
          </a:xfrm>
          <a:custGeom>
            <a:avLst/>
            <a:gdLst/>
            <a:ahLst/>
            <a:cxnLst/>
            <a:rect l="l" t="t" r="r" b="b"/>
            <a:pathLst>
              <a:path w="6849744" h="12192000" extrusionOk="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rgbClr val="1B677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161" name="Google Shape;161;p117"/>
          <p:cNvSpPr/>
          <p:nvPr/>
        </p:nvSpPr>
        <p:spPr>
          <a:xfrm rot="5400000" flipH="1">
            <a:off x="2664628" y="-2664627"/>
            <a:ext cx="6862744" cy="12192000"/>
          </a:xfrm>
          <a:custGeom>
            <a:avLst/>
            <a:gdLst/>
            <a:ahLst/>
            <a:cxnLst/>
            <a:rect l="l" t="t" r="r" b="b"/>
            <a:pathLst>
              <a:path w="6849744" h="12192000" extrusionOk="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rgbClr val="003252">
              <a:alpha val="89803"/>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162" name="Google Shape;162;p117"/>
          <p:cNvSpPr txBox="1">
            <a:spLocks noGrp="1"/>
          </p:cNvSpPr>
          <p:nvPr>
            <p:ph type="title"/>
          </p:nvPr>
        </p:nvSpPr>
        <p:spPr>
          <a:xfrm>
            <a:off x="444500" y="542925"/>
            <a:ext cx="11214100" cy="535531"/>
          </a:xfrm>
          <a:prstGeom prst="rect">
            <a:avLst/>
          </a:prstGeom>
          <a:noFill/>
          <a:ln>
            <a:noFill/>
          </a:ln>
        </p:spPr>
        <p:txBody>
          <a:bodyPr spcFirstLastPara="1" wrap="square" lIns="91425" tIns="45700" rIns="91425" bIns="45700" anchor="t" anchorCtr="0">
            <a:spAutoFit/>
          </a:bodyPr>
          <a:lstStyle>
            <a:lvl1pPr lvl="0" algn="l">
              <a:lnSpc>
                <a:spcPct val="90000"/>
              </a:lnSpc>
              <a:spcBef>
                <a:spcPts val="0"/>
              </a:spcBef>
              <a:spcAft>
                <a:spcPts val="0"/>
              </a:spcAft>
              <a:buClr>
                <a:schemeClr val="lt1"/>
              </a:buClr>
              <a:buSzPts val="3200"/>
              <a:buFont typeface="Trebuchet MS"/>
              <a:buNone/>
              <a:defRPr sz="3200" b="1">
                <a:solidFill>
                  <a:schemeClr val="lt1"/>
                </a:solidFill>
                <a:latin typeface="Trebuchet MS"/>
                <a:ea typeface="Trebuchet MS"/>
                <a:cs typeface="Trebuchet MS"/>
                <a:sym typeface="Trebuchet M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grpSp>
        <p:nvGrpSpPr>
          <p:cNvPr id="163" name="Google Shape;163;p117"/>
          <p:cNvGrpSpPr/>
          <p:nvPr/>
        </p:nvGrpSpPr>
        <p:grpSpPr>
          <a:xfrm rot="-5400000">
            <a:off x="390304" y="-431739"/>
            <a:ext cx="757355" cy="863476"/>
            <a:chOff x="10431417" y="6819549"/>
            <a:chExt cx="3512798" cy="4005019"/>
          </a:xfrm>
        </p:grpSpPr>
        <p:sp>
          <p:nvSpPr>
            <p:cNvPr id="164" name="Google Shape;164;p117"/>
            <p:cNvSpPr/>
            <p:nvPr/>
          </p:nvSpPr>
          <p:spPr>
            <a:xfrm rot="2700000">
              <a:off x="10945855" y="7826207"/>
              <a:ext cx="2483923" cy="2483924"/>
            </a:xfrm>
            <a:custGeom>
              <a:avLst/>
              <a:gdLst/>
              <a:ahLst/>
              <a:cxnLst/>
              <a:rect l="l" t="t" r="r" b="b"/>
              <a:pathLst>
                <a:path w="754341" h="754341" extrusionOk="0">
                  <a:moveTo>
                    <a:pt x="754341" y="754341"/>
                  </a:moveTo>
                  <a:lnTo>
                    <a:pt x="0" y="754341"/>
                  </a:lnTo>
                  <a:lnTo>
                    <a:pt x="0" y="0"/>
                  </a:lnTo>
                  <a:close/>
                </a:path>
              </a:pathLst>
            </a:custGeom>
            <a:solidFill>
              <a:srgbClr val="00325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165" name="Google Shape;165;p117"/>
            <p:cNvSpPr/>
            <p:nvPr/>
          </p:nvSpPr>
          <p:spPr>
            <a:xfrm rot="8100000" flipH="1">
              <a:off x="10986797" y="7317026"/>
              <a:ext cx="2402031" cy="2402032"/>
            </a:xfrm>
            <a:custGeom>
              <a:avLst/>
              <a:gdLst/>
              <a:ahLst/>
              <a:cxnLst/>
              <a:rect l="l" t="t" r="r" b="b"/>
              <a:pathLst>
                <a:path w="754341" h="754341" extrusionOk="0">
                  <a:moveTo>
                    <a:pt x="754341" y="754341"/>
                  </a:moveTo>
                  <a:lnTo>
                    <a:pt x="0" y="754341"/>
                  </a:lnTo>
                  <a:lnTo>
                    <a:pt x="0" y="0"/>
                  </a:lnTo>
                  <a:close/>
                </a:path>
              </a:pathLst>
            </a:custGeom>
            <a:solidFill>
              <a:srgbClr val="1B677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grpSp>
      <p:grpSp>
        <p:nvGrpSpPr>
          <p:cNvPr id="166" name="Google Shape;166;p117"/>
          <p:cNvGrpSpPr/>
          <p:nvPr/>
        </p:nvGrpSpPr>
        <p:grpSpPr>
          <a:xfrm>
            <a:off x="-1" y="1357409"/>
            <a:ext cx="12192001" cy="4846320"/>
            <a:chOff x="-1" y="1357409"/>
            <a:chExt cx="12192001" cy="4917518"/>
          </a:xfrm>
        </p:grpSpPr>
        <p:sp>
          <p:nvSpPr>
            <p:cNvPr id="167" name="Google Shape;167;p117"/>
            <p:cNvSpPr/>
            <p:nvPr/>
          </p:nvSpPr>
          <p:spPr>
            <a:xfrm rot="10800000" flipH="1">
              <a:off x="-1" y="1357409"/>
              <a:ext cx="12192000" cy="4917518"/>
            </a:xfrm>
            <a:prstGeom prst="snip1Rect">
              <a:avLst>
                <a:gd name="adj" fmla="val 0"/>
              </a:avLst>
            </a:prstGeom>
            <a:solidFill>
              <a:srgbClr val="1B677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168" name="Google Shape;168;p117"/>
            <p:cNvSpPr/>
            <p:nvPr/>
          </p:nvSpPr>
          <p:spPr>
            <a:xfrm rot="10800000" flipH="1">
              <a:off x="-1" y="1357409"/>
              <a:ext cx="12192001" cy="4917518"/>
            </a:xfrm>
            <a:prstGeom prst="snip1Rect">
              <a:avLst>
                <a:gd name="adj" fmla="val 19670"/>
              </a:avLst>
            </a:prstGeom>
            <a:solidFill>
              <a:srgbClr val="00325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grpSp>
      <p:sp>
        <p:nvSpPr>
          <p:cNvPr id="169" name="Google Shape;169;p117"/>
          <p:cNvSpPr/>
          <p:nvPr/>
        </p:nvSpPr>
        <p:spPr>
          <a:xfrm flipH="1">
            <a:off x="10782300" y="5448297"/>
            <a:ext cx="1409700" cy="1409703"/>
          </a:xfrm>
          <a:custGeom>
            <a:avLst/>
            <a:gdLst/>
            <a:ahLst/>
            <a:cxnLst/>
            <a:rect l="l" t="t" r="r" b="b"/>
            <a:pathLst>
              <a:path w="754341" h="754341" extrusionOk="0">
                <a:moveTo>
                  <a:pt x="754341" y="754341"/>
                </a:moveTo>
                <a:lnTo>
                  <a:pt x="0" y="754341"/>
                </a:lnTo>
                <a:lnTo>
                  <a:pt x="0" y="0"/>
                </a:lnTo>
                <a:close/>
              </a:path>
            </a:pathLst>
          </a:cu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170" name="Google Shape;170;p117"/>
          <p:cNvSpPr txBox="1">
            <a:spLocks noGrp="1"/>
          </p:cNvSpPr>
          <p:nvPr>
            <p:ph type="sldNum" idx="12"/>
          </p:nvPr>
        </p:nvSpPr>
        <p:spPr>
          <a:xfrm>
            <a:off x="11252200" y="6315075"/>
            <a:ext cx="406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000" b="0" i="0" u="none" strike="noStrike" cap="none">
                <a:solidFill>
                  <a:schemeClr val="lt1"/>
                </a:solidFill>
                <a:latin typeface="Oswald"/>
                <a:ea typeface="Oswald"/>
                <a:cs typeface="Oswald"/>
                <a:sym typeface="Oswald"/>
              </a:defRPr>
            </a:lvl1pPr>
            <a:lvl2pPr marL="0" lvl="1" indent="0" algn="r">
              <a:spcBef>
                <a:spcPts val="0"/>
              </a:spcBef>
              <a:buNone/>
              <a:defRPr sz="1000" b="0" i="0" u="none" strike="noStrike" cap="none">
                <a:solidFill>
                  <a:schemeClr val="lt1"/>
                </a:solidFill>
                <a:latin typeface="Oswald"/>
                <a:ea typeface="Oswald"/>
                <a:cs typeface="Oswald"/>
                <a:sym typeface="Oswald"/>
              </a:defRPr>
            </a:lvl2pPr>
            <a:lvl3pPr marL="0" lvl="2" indent="0" algn="r">
              <a:spcBef>
                <a:spcPts val="0"/>
              </a:spcBef>
              <a:buNone/>
              <a:defRPr sz="1000" b="0" i="0" u="none" strike="noStrike" cap="none">
                <a:solidFill>
                  <a:schemeClr val="lt1"/>
                </a:solidFill>
                <a:latin typeface="Oswald"/>
                <a:ea typeface="Oswald"/>
                <a:cs typeface="Oswald"/>
                <a:sym typeface="Oswald"/>
              </a:defRPr>
            </a:lvl3pPr>
            <a:lvl4pPr marL="0" lvl="3" indent="0" algn="r">
              <a:spcBef>
                <a:spcPts val="0"/>
              </a:spcBef>
              <a:buNone/>
              <a:defRPr sz="1000" b="0" i="0" u="none" strike="noStrike" cap="none">
                <a:solidFill>
                  <a:schemeClr val="lt1"/>
                </a:solidFill>
                <a:latin typeface="Oswald"/>
                <a:ea typeface="Oswald"/>
                <a:cs typeface="Oswald"/>
                <a:sym typeface="Oswald"/>
              </a:defRPr>
            </a:lvl4pPr>
            <a:lvl5pPr marL="0" lvl="4" indent="0" algn="r">
              <a:spcBef>
                <a:spcPts val="0"/>
              </a:spcBef>
              <a:buNone/>
              <a:defRPr sz="1000" b="0" i="0" u="none" strike="noStrike" cap="none">
                <a:solidFill>
                  <a:schemeClr val="lt1"/>
                </a:solidFill>
                <a:latin typeface="Oswald"/>
                <a:ea typeface="Oswald"/>
                <a:cs typeface="Oswald"/>
                <a:sym typeface="Oswald"/>
              </a:defRPr>
            </a:lvl5pPr>
            <a:lvl6pPr marL="0" lvl="5" indent="0" algn="r">
              <a:spcBef>
                <a:spcPts val="0"/>
              </a:spcBef>
              <a:buNone/>
              <a:defRPr sz="1000" b="0" i="0" u="none" strike="noStrike" cap="none">
                <a:solidFill>
                  <a:schemeClr val="lt1"/>
                </a:solidFill>
                <a:latin typeface="Oswald"/>
                <a:ea typeface="Oswald"/>
                <a:cs typeface="Oswald"/>
                <a:sym typeface="Oswald"/>
              </a:defRPr>
            </a:lvl6pPr>
            <a:lvl7pPr marL="0" lvl="6" indent="0" algn="r">
              <a:spcBef>
                <a:spcPts val="0"/>
              </a:spcBef>
              <a:buNone/>
              <a:defRPr sz="1000" b="0" i="0" u="none" strike="noStrike" cap="none">
                <a:solidFill>
                  <a:schemeClr val="lt1"/>
                </a:solidFill>
                <a:latin typeface="Oswald"/>
                <a:ea typeface="Oswald"/>
                <a:cs typeface="Oswald"/>
                <a:sym typeface="Oswald"/>
              </a:defRPr>
            </a:lvl7pPr>
            <a:lvl8pPr marL="0" lvl="7" indent="0" algn="r">
              <a:spcBef>
                <a:spcPts val="0"/>
              </a:spcBef>
              <a:buNone/>
              <a:defRPr sz="1000" b="0" i="0" u="none" strike="noStrike" cap="none">
                <a:solidFill>
                  <a:schemeClr val="lt1"/>
                </a:solidFill>
                <a:latin typeface="Oswald"/>
                <a:ea typeface="Oswald"/>
                <a:cs typeface="Oswald"/>
                <a:sym typeface="Oswald"/>
              </a:defRPr>
            </a:lvl8pPr>
            <a:lvl9pPr marL="0" lvl="8" indent="0" algn="r">
              <a:spcBef>
                <a:spcPts val="0"/>
              </a:spcBef>
              <a:buNone/>
              <a:defRPr sz="1000" b="0" i="0" u="none" strike="noStrike" cap="none">
                <a:solidFill>
                  <a:schemeClr val="lt1"/>
                </a:solidFill>
                <a:latin typeface="Oswald"/>
                <a:ea typeface="Oswald"/>
                <a:cs typeface="Oswald"/>
                <a:sym typeface="Oswald"/>
              </a:defRPr>
            </a:lvl9pPr>
          </a:lstStyle>
          <a:p>
            <a:pPr marL="0" lvl="0" indent="0" algn="r" rtl="0">
              <a:spcBef>
                <a:spcPts val="0"/>
              </a:spcBef>
              <a:spcAft>
                <a:spcPts val="0"/>
              </a:spcAft>
              <a:buNone/>
            </a:pPr>
            <a:fld id="{00000000-1234-1234-1234-123412341234}" type="slidenum">
              <a:rPr lang="en-US"/>
              <a:t>‹#›</a:t>
            </a:fld>
            <a:endParaRPr/>
          </a:p>
        </p:txBody>
      </p:sp>
      <p:sp>
        <p:nvSpPr>
          <p:cNvPr id="171" name="Google Shape;171;p117"/>
          <p:cNvSpPr txBox="1">
            <a:spLocks noGrp="1"/>
          </p:cNvSpPr>
          <p:nvPr>
            <p:ph type="body" idx="1"/>
          </p:nvPr>
        </p:nvSpPr>
        <p:spPr>
          <a:xfrm>
            <a:off x="444500" y="1681163"/>
            <a:ext cx="5157787" cy="823912"/>
          </a:xfrm>
          <a:prstGeom prst="rect">
            <a:avLst/>
          </a:prstGeom>
          <a:noFill/>
          <a:ln>
            <a:noFill/>
          </a:ln>
        </p:spPr>
        <p:txBody>
          <a:bodyPr spcFirstLastPara="1" wrap="square" lIns="91425" tIns="45700" rIns="91425" bIns="45700" anchor="t" anchorCtr="0">
            <a:normAutofit/>
          </a:bodyPr>
          <a:lstStyle>
            <a:lvl1pPr marL="457200" lvl="0" indent="-228600" algn="ctr">
              <a:lnSpc>
                <a:spcPct val="90000"/>
              </a:lnSpc>
              <a:spcBef>
                <a:spcPts val="1000"/>
              </a:spcBef>
              <a:spcAft>
                <a:spcPts val="0"/>
              </a:spcAft>
              <a:buSzPts val="2000"/>
              <a:buFont typeface="Arial"/>
              <a:buNone/>
              <a:defRPr sz="2000" b="1">
                <a:solidFill>
                  <a:schemeClr val="lt1"/>
                </a:solidFill>
              </a:defRPr>
            </a:lvl1pPr>
            <a:lvl2pPr marL="914400" lvl="1" indent="-228600" algn="l">
              <a:lnSpc>
                <a:spcPct val="90000"/>
              </a:lnSpc>
              <a:spcBef>
                <a:spcPts val="500"/>
              </a:spcBef>
              <a:spcAft>
                <a:spcPts val="0"/>
              </a:spcAft>
              <a:buSzPts val="2000"/>
              <a:buNone/>
              <a:defRPr sz="2000" b="1"/>
            </a:lvl2pPr>
            <a:lvl3pPr marL="1371600" lvl="2" indent="-228600" algn="l">
              <a:lnSpc>
                <a:spcPct val="90000"/>
              </a:lnSpc>
              <a:spcBef>
                <a:spcPts val="500"/>
              </a:spcBef>
              <a:spcAft>
                <a:spcPts val="0"/>
              </a:spcAft>
              <a:buSzPts val="1800"/>
              <a:buNone/>
              <a:defRPr sz="1800" b="1"/>
            </a:lvl3pPr>
            <a:lvl4pPr marL="1828800" lvl="3" indent="-228600" algn="l">
              <a:lnSpc>
                <a:spcPct val="90000"/>
              </a:lnSpc>
              <a:spcBef>
                <a:spcPts val="500"/>
              </a:spcBef>
              <a:spcAft>
                <a:spcPts val="0"/>
              </a:spcAft>
              <a:buSzPts val="1600"/>
              <a:buNone/>
              <a:defRPr sz="1600" b="1"/>
            </a:lvl4pPr>
            <a:lvl5pPr marL="2286000" lvl="4" indent="-228600" algn="l">
              <a:lnSpc>
                <a:spcPct val="90000"/>
              </a:lnSpc>
              <a:spcBef>
                <a:spcPts val="500"/>
              </a:spcBef>
              <a:spcAft>
                <a:spcPts val="0"/>
              </a:spcAft>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172" name="Google Shape;172;p117"/>
          <p:cNvSpPr txBox="1">
            <a:spLocks noGrp="1"/>
          </p:cNvSpPr>
          <p:nvPr>
            <p:ph type="body" idx="2"/>
          </p:nvPr>
        </p:nvSpPr>
        <p:spPr>
          <a:xfrm>
            <a:off x="6500812" y="1681163"/>
            <a:ext cx="5157788" cy="823912"/>
          </a:xfrm>
          <a:prstGeom prst="rect">
            <a:avLst/>
          </a:prstGeom>
          <a:noFill/>
          <a:ln>
            <a:noFill/>
          </a:ln>
        </p:spPr>
        <p:txBody>
          <a:bodyPr spcFirstLastPara="1" wrap="square" lIns="91425" tIns="45700" rIns="91425" bIns="45700" anchor="t" anchorCtr="0">
            <a:normAutofit/>
          </a:bodyPr>
          <a:lstStyle>
            <a:lvl1pPr marL="457200" lvl="0" indent="-228600" algn="ctr">
              <a:lnSpc>
                <a:spcPct val="90000"/>
              </a:lnSpc>
              <a:spcBef>
                <a:spcPts val="1000"/>
              </a:spcBef>
              <a:spcAft>
                <a:spcPts val="0"/>
              </a:spcAft>
              <a:buSzPts val="2000"/>
              <a:buFont typeface="Arial"/>
              <a:buNone/>
              <a:defRPr sz="2000" b="1">
                <a:solidFill>
                  <a:schemeClr val="lt1"/>
                </a:solidFill>
              </a:defRPr>
            </a:lvl1pPr>
            <a:lvl2pPr marL="914400" lvl="1" indent="-228600" algn="l">
              <a:lnSpc>
                <a:spcPct val="90000"/>
              </a:lnSpc>
              <a:spcBef>
                <a:spcPts val="500"/>
              </a:spcBef>
              <a:spcAft>
                <a:spcPts val="0"/>
              </a:spcAft>
              <a:buSzPts val="2000"/>
              <a:buNone/>
              <a:defRPr sz="2000" b="1"/>
            </a:lvl2pPr>
            <a:lvl3pPr marL="1371600" lvl="2" indent="-228600" algn="l">
              <a:lnSpc>
                <a:spcPct val="90000"/>
              </a:lnSpc>
              <a:spcBef>
                <a:spcPts val="500"/>
              </a:spcBef>
              <a:spcAft>
                <a:spcPts val="0"/>
              </a:spcAft>
              <a:buSzPts val="1800"/>
              <a:buNone/>
              <a:defRPr sz="1800" b="1"/>
            </a:lvl3pPr>
            <a:lvl4pPr marL="1828800" lvl="3" indent="-228600" algn="l">
              <a:lnSpc>
                <a:spcPct val="90000"/>
              </a:lnSpc>
              <a:spcBef>
                <a:spcPts val="500"/>
              </a:spcBef>
              <a:spcAft>
                <a:spcPts val="0"/>
              </a:spcAft>
              <a:buSzPts val="1600"/>
              <a:buNone/>
              <a:defRPr sz="1600" b="1"/>
            </a:lvl4pPr>
            <a:lvl5pPr marL="2286000" lvl="4" indent="-228600" algn="l">
              <a:lnSpc>
                <a:spcPct val="90000"/>
              </a:lnSpc>
              <a:spcBef>
                <a:spcPts val="500"/>
              </a:spcBef>
              <a:spcAft>
                <a:spcPts val="0"/>
              </a:spcAft>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173" name="Google Shape;173;p117"/>
          <p:cNvSpPr txBox="1">
            <a:spLocks noGrp="1"/>
          </p:cNvSpPr>
          <p:nvPr>
            <p:ph type="body" idx="3"/>
          </p:nvPr>
        </p:nvSpPr>
        <p:spPr>
          <a:xfrm>
            <a:off x="444500"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SzPts val="1800"/>
              <a:buChar char="•"/>
              <a:defRPr sz="1800">
                <a:solidFill>
                  <a:schemeClr val="lt1"/>
                </a:solidFill>
              </a:defRPr>
            </a:lvl1pPr>
            <a:lvl2pPr marL="914400" lvl="1" indent="-330200" algn="l">
              <a:lnSpc>
                <a:spcPct val="90000"/>
              </a:lnSpc>
              <a:spcBef>
                <a:spcPts val="500"/>
              </a:spcBef>
              <a:spcAft>
                <a:spcPts val="0"/>
              </a:spcAft>
              <a:buSzPts val="1600"/>
              <a:buChar char="•"/>
              <a:defRPr sz="1600">
                <a:solidFill>
                  <a:schemeClr val="lt1"/>
                </a:solidFill>
              </a:defRPr>
            </a:lvl2pPr>
            <a:lvl3pPr marL="1371600" lvl="2" indent="-317500" algn="l">
              <a:lnSpc>
                <a:spcPct val="90000"/>
              </a:lnSpc>
              <a:spcBef>
                <a:spcPts val="500"/>
              </a:spcBef>
              <a:spcAft>
                <a:spcPts val="0"/>
              </a:spcAft>
              <a:buSzPts val="1400"/>
              <a:buChar char="•"/>
              <a:defRPr sz="1400">
                <a:solidFill>
                  <a:schemeClr val="lt1"/>
                </a:solidFill>
              </a:defRPr>
            </a:lvl3pPr>
            <a:lvl4pPr marL="1828800" lvl="3" indent="-304800" algn="l">
              <a:lnSpc>
                <a:spcPct val="90000"/>
              </a:lnSpc>
              <a:spcBef>
                <a:spcPts val="500"/>
              </a:spcBef>
              <a:spcAft>
                <a:spcPts val="0"/>
              </a:spcAft>
              <a:buSzPts val="1200"/>
              <a:buChar char="•"/>
              <a:defRPr sz="1200">
                <a:solidFill>
                  <a:schemeClr val="lt1"/>
                </a:solidFill>
              </a:defRPr>
            </a:lvl4pPr>
            <a:lvl5pPr marL="2286000" lvl="4" indent="-304800" algn="l">
              <a:lnSpc>
                <a:spcPct val="90000"/>
              </a:lnSpc>
              <a:spcBef>
                <a:spcPts val="500"/>
              </a:spcBef>
              <a:spcAft>
                <a:spcPts val="0"/>
              </a:spcAft>
              <a:buSzPts val="1200"/>
              <a:buChar char="•"/>
              <a:defRPr sz="1200">
                <a:solidFill>
                  <a:schemeClr val="lt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74" name="Google Shape;174;p117"/>
          <p:cNvSpPr txBox="1">
            <a:spLocks noGrp="1"/>
          </p:cNvSpPr>
          <p:nvPr>
            <p:ph type="body" idx="4"/>
          </p:nvPr>
        </p:nvSpPr>
        <p:spPr>
          <a:xfrm>
            <a:off x="6475412"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SzPts val="1800"/>
              <a:buChar char="•"/>
              <a:defRPr sz="1800">
                <a:solidFill>
                  <a:schemeClr val="lt1"/>
                </a:solidFill>
              </a:defRPr>
            </a:lvl1pPr>
            <a:lvl2pPr marL="914400" lvl="1" indent="-330200" algn="l">
              <a:lnSpc>
                <a:spcPct val="90000"/>
              </a:lnSpc>
              <a:spcBef>
                <a:spcPts val="500"/>
              </a:spcBef>
              <a:spcAft>
                <a:spcPts val="0"/>
              </a:spcAft>
              <a:buSzPts val="1600"/>
              <a:buChar char="•"/>
              <a:defRPr sz="1600">
                <a:solidFill>
                  <a:schemeClr val="lt1"/>
                </a:solidFill>
              </a:defRPr>
            </a:lvl2pPr>
            <a:lvl3pPr marL="1371600" lvl="2" indent="-317500" algn="l">
              <a:lnSpc>
                <a:spcPct val="90000"/>
              </a:lnSpc>
              <a:spcBef>
                <a:spcPts val="500"/>
              </a:spcBef>
              <a:spcAft>
                <a:spcPts val="0"/>
              </a:spcAft>
              <a:buSzPts val="1400"/>
              <a:buChar char="•"/>
              <a:defRPr sz="1400">
                <a:solidFill>
                  <a:schemeClr val="lt1"/>
                </a:solidFill>
              </a:defRPr>
            </a:lvl3pPr>
            <a:lvl4pPr marL="1828800" lvl="3" indent="-304800" algn="l">
              <a:lnSpc>
                <a:spcPct val="90000"/>
              </a:lnSpc>
              <a:spcBef>
                <a:spcPts val="500"/>
              </a:spcBef>
              <a:spcAft>
                <a:spcPts val="0"/>
              </a:spcAft>
              <a:buSzPts val="1200"/>
              <a:buChar char="•"/>
              <a:defRPr sz="1200">
                <a:solidFill>
                  <a:schemeClr val="lt1"/>
                </a:solidFill>
              </a:defRPr>
            </a:lvl4pPr>
            <a:lvl5pPr marL="2286000" lvl="4" indent="-304800" algn="l">
              <a:lnSpc>
                <a:spcPct val="90000"/>
              </a:lnSpc>
              <a:spcBef>
                <a:spcPts val="500"/>
              </a:spcBef>
              <a:spcAft>
                <a:spcPts val="0"/>
              </a:spcAft>
              <a:buSzPts val="1200"/>
              <a:buChar char="•"/>
              <a:defRPr sz="1200">
                <a:solidFill>
                  <a:schemeClr val="lt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wo Content">
  <p:cSld name="Two Content">
    <p:bg>
      <p:bgPr>
        <a:solidFill>
          <a:schemeClr val="accent2"/>
        </a:solidFill>
        <a:effectLst/>
      </p:bgPr>
    </p:bg>
    <p:spTree>
      <p:nvGrpSpPr>
        <p:cNvPr id="1" name="Shape 175"/>
        <p:cNvGrpSpPr/>
        <p:nvPr/>
      </p:nvGrpSpPr>
      <p:grpSpPr>
        <a:xfrm>
          <a:off x="0" y="0"/>
          <a:ext cx="0" cy="0"/>
          <a:chOff x="0" y="0"/>
          <a:chExt cx="0" cy="0"/>
        </a:xfrm>
      </p:grpSpPr>
      <p:sp>
        <p:nvSpPr>
          <p:cNvPr id="176" name="Google Shape;176;p118"/>
          <p:cNvSpPr/>
          <p:nvPr/>
        </p:nvSpPr>
        <p:spPr>
          <a:xfrm>
            <a:off x="0" y="0"/>
            <a:ext cx="12192000" cy="6884191"/>
          </a:xfrm>
          <a:prstGeom prst="rect">
            <a:avLst/>
          </a:prstGeom>
          <a:solidFill>
            <a:srgbClr val="289BA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177" name="Google Shape;177;p118"/>
          <p:cNvSpPr/>
          <p:nvPr/>
        </p:nvSpPr>
        <p:spPr>
          <a:xfrm>
            <a:off x="0" y="0"/>
            <a:ext cx="12192001" cy="6884191"/>
          </a:xfrm>
          <a:custGeom>
            <a:avLst/>
            <a:gdLst/>
            <a:ahLst/>
            <a:cxnLst/>
            <a:rect l="l" t="t" r="r" b="b"/>
            <a:pathLst>
              <a:path w="12192001" h="6884191" extrusionOk="0">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3725"/>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178" name="Google Shape;178;p118"/>
          <p:cNvSpPr/>
          <p:nvPr/>
        </p:nvSpPr>
        <p:spPr>
          <a:xfrm rot="5400000" flipH="1">
            <a:off x="2964809" y="-2364446"/>
            <a:ext cx="6862744" cy="11591639"/>
          </a:xfrm>
          <a:custGeom>
            <a:avLst/>
            <a:gdLst/>
            <a:ahLst/>
            <a:cxnLst/>
            <a:rect l="l" t="t" r="r" b="b"/>
            <a:pathLst>
              <a:path w="6862744" h="11591639" extrusionOk="0">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solidFill>
            <a:srgbClr val="289BA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179" name="Google Shape;179;p118"/>
          <p:cNvSpPr/>
          <p:nvPr/>
        </p:nvSpPr>
        <p:spPr>
          <a:xfrm rot="5400000" flipH="1">
            <a:off x="2664629" y="-2664627"/>
            <a:ext cx="6862744" cy="12192000"/>
          </a:xfrm>
          <a:custGeom>
            <a:avLst/>
            <a:gdLst/>
            <a:ahLst/>
            <a:cxnLst/>
            <a:rect l="l" t="t" r="r" b="b"/>
            <a:pathLst>
              <a:path w="6849744" h="12192000" extrusionOk="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rgbClr val="1B677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180" name="Google Shape;180;p118"/>
          <p:cNvSpPr/>
          <p:nvPr/>
        </p:nvSpPr>
        <p:spPr>
          <a:xfrm rot="5400000" flipH="1">
            <a:off x="2664628" y="-2664627"/>
            <a:ext cx="6862744" cy="12192000"/>
          </a:xfrm>
          <a:custGeom>
            <a:avLst/>
            <a:gdLst/>
            <a:ahLst/>
            <a:cxnLst/>
            <a:rect l="l" t="t" r="r" b="b"/>
            <a:pathLst>
              <a:path w="6849744" h="12192000" extrusionOk="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rgbClr val="003252">
              <a:alpha val="89803"/>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181" name="Google Shape;181;p118"/>
          <p:cNvSpPr txBox="1">
            <a:spLocks noGrp="1"/>
          </p:cNvSpPr>
          <p:nvPr>
            <p:ph type="title"/>
          </p:nvPr>
        </p:nvSpPr>
        <p:spPr>
          <a:xfrm>
            <a:off x="444500" y="542925"/>
            <a:ext cx="11214100" cy="535531"/>
          </a:xfrm>
          <a:prstGeom prst="rect">
            <a:avLst/>
          </a:prstGeom>
          <a:noFill/>
          <a:ln>
            <a:noFill/>
          </a:ln>
        </p:spPr>
        <p:txBody>
          <a:bodyPr spcFirstLastPara="1" wrap="square" lIns="91425" tIns="45700" rIns="91425" bIns="45700" anchor="t" anchorCtr="0">
            <a:spAutoFit/>
          </a:bodyPr>
          <a:lstStyle>
            <a:lvl1pPr lvl="0" algn="l">
              <a:lnSpc>
                <a:spcPct val="90000"/>
              </a:lnSpc>
              <a:spcBef>
                <a:spcPts val="0"/>
              </a:spcBef>
              <a:spcAft>
                <a:spcPts val="0"/>
              </a:spcAft>
              <a:buClr>
                <a:schemeClr val="lt1"/>
              </a:buClr>
              <a:buSzPts val="3200"/>
              <a:buFont typeface="Trebuchet MS"/>
              <a:buNone/>
              <a:defRPr sz="3200" b="1">
                <a:solidFill>
                  <a:schemeClr val="lt1"/>
                </a:solidFill>
                <a:latin typeface="Trebuchet MS"/>
                <a:ea typeface="Trebuchet MS"/>
                <a:cs typeface="Trebuchet MS"/>
                <a:sym typeface="Trebuchet M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grpSp>
        <p:nvGrpSpPr>
          <p:cNvPr id="182" name="Google Shape;182;p118"/>
          <p:cNvGrpSpPr/>
          <p:nvPr/>
        </p:nvGrpSpPr>
        <p:grpSpPr>
          <a:xfrm rot="-5400000">
            <a:off x="390304" y="-431739"/>
            <a:ext cx="757355" cy="863476"/>
            <a:chOff x="10431417" y="6819549"/>
            <a:chExt cx="3512798" cy="4005019"/>
          </a:xfrm>
        </p:grpSpPr>
        <p:sp>
          <p:nvSpPr>
            <p:cNvPr id="183" name="Google Shape;183;p118"/>
            <p:cNvSpPr/>
            <p:nvPr/>
          </p:nvSpPr>
          <p:spPr>
            <a:xfrm rot="2700000">
              <a:off x="10945855" y="7826207"/>
              <a:ext cx="2483923" cy="2483924"/>
            </a:xfrm>
            <a:custGeom>
              <a:avLst/>
              <a:gdLst/>
              <a:ahLst/>
              <a:cxnLst/>
              <a:rect l="l" t="t" r="r" b="b"/>
              <a:pathLst>
                <a:path w="754341" h="754341" extrusionOk="0">
                  <a:moveTo>
                    <a:pt x="754341" y="754341"/>
                  </a:moveTo>
                  <a:lnTo>
                    <a:pt x="0" y="754341"/>
                  </a:lnTo>
                  <a:lnTo>
                    <a:pt x="0" y="0"/>
                  </a:lnTo>
                  <a:close/>
                </a:path>
              </a:pathLst>
            </a:custGeom>
            <a:solidFill>
              <a:srgbClr val="00325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184" name="Google Shape;184;p118"/>
            <p:cNvSpPr/>
            <p:nvPr/>
          </p:nvSpPr>
          <p:spPr>
            <a:xfrm rot="8100000" flipH="1">
              <a:off x="10986797" y="7317026"/>
              <a:ext cx="2402031" cy="2402032"/>
            </a:xfrm>
            <a:custGeom>
              <a:avLst/>
              <a:gdLst/>
              <a:ahLst/>
              <a:cxnLst/>
              <a:rect l="l" t="t" r="r" b="b"/>
              <a:pathLst>
                <a:path w="754341" h="754341" extrusionOk="0">
                  <a:moveTo>
                    <a:pt x="754341" y="754341"/>
                  </a:moveTo>
                  <a:lnTo>
                    <a:pt x="0" y="754341"/>
                  </a:lnTo>
                  <a:lnTo>
                    <a:pt x="0" y="0"/>
                  </a:lnTo>
                  <a:close/>
                </a:path>
              </a:pathLst>
            </a:custGeom>
            <a:solidFill>
              <a:srgbClr val="1B677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grpSp>
      <p:grpSp>
        <p:nvGrpSpPr>
          <p:cNvPr id="185" name="Google Shape;185;p118"/>
          <p:cNvGrpSpPr/>
          <p:nvPr/>
        </p:nvGrpSpPr>
        <p:grpSpPr>
          <a:xfrm>
            <a:off x="-1" y="1357409"/>
            <a:ext cx="12192001" cy="4846320"/>
            <a:chOff x="-1" y="1357409"/>
            <a:chExt cx="12192001" cy="4917518"/>
          </a:xfrm>
        </p:grpSpPr>
        <p:sp>
          <p:nvSpPr>
            <p:cNvPr id="186" name="Google Shape;186;p118"/>
            <p:cNvSpPr/>
            <p:nvPr/>
          </p:nvSpPr>
          <p:spPr>
            <a:xfrm rot="10800000" flipH="1">
              <a:off x="-1" y="1357409"/>
              <a:ext cx="12192000" cy="4917518"/>
            </a:xfrm>
            <a:prstGeom prst="snip1Rect">
              <a:avLst>
                <a:gd name="adj" fmla="val 0"/>
              </a:avLst>
            </a:prstGeom>
            <a:solidFill>
              <a:srgbClr val="1B677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187" name="Google Shape;187;p118"/>
            <p:cNvSpPr/>
            <p:nvPr/>
          </p:nvSpPr>
          <p:spPr>
            <a:xfrm rot="10800000" flipH="1">
              <a:off x="-1" y="1357409"/>
              <a:ext cx="12192001" cy="4917518"/>
            </a:xfrm>
            <a:prstGeom prst="snip1Rect">
              <a:avLst>
                <a:gd name="adj" fmla="val 19670"/>
              </a:avLst>
            </a:prstGeom>
            <a:solidFill>
              <a:srgbClr val="00325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grpSp>
      <p:sp>
        <p:nvSpPr>
          <p:cNvPr id="188" name="Google Shape;188;p118"/>
          <p:cNvSpPr/>
          <p:nvPr/>
        </p:nvSpPr>
        <p:spPr>
          <a:xfrm flipH="1">
            <a:off x="10782300" y="5448297"/>
            <a:ext cx="1409700" cy="1409703"/>
          </a:xfrm>
          <a:custGeom>
            <a:avLst/>
            <a:gdLst/>
            <a:ahLst/>
            <a:cxnLst/>
            <a:rect l="l" t="t" r="r" b="b"/>
            <a:pathLst>
              <a:path w="754341" h="754341" extrusionOk="0">
                <a:moveTo>
                  <a:pt x="754341" y="754341"/>
                </a:moveTo>
                <a:lnTo>
                  <a:pt x="0" y="754341"/>
                </a:lnTo>
                <a:lnTo>
                  <a:pt x="0" y="0"/>
                </a:lnTo>
                <a:close/>
              </a:path>
            </a:pathLst>
          </a:cu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189" name="Google Shape;189;p118"/>
          <p:cNvSpPr txBox="1">
            <a:spLocks noGrp="1"/>
          </p:cNvSpPr>
          <p:nvPr>
            <p:ph type="sldNum" idx="12"/>
          </p:nvPr>
        </p:nvSpPr>
        <p:spPr>
          <a:xfrm>
            <a:off x="11252200" y="6315075"/>
            <a:ext cx="406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000" b="0" i="0" u="none" strike="noStrike" cap="none">
                <a:solidFill>
                  <a:schemeClr val="lt1"/>
                </a:solidFill>
                <a:latin typeface="Oswald"/>
                <a:ea typeface="Oswald"/>
                <a:cs typeface="Oswald"/>
                <a:sym typeface="Oswald"/>
              </a:defRPr>
            </a:lvl1pPr>
            <a:lvl2pPr marL="0" lvl="1" indent="0" algn="r">
              <a:spcBef>
                <a:spcPts val="0"/>
              </a:spcBef>
              <a:buNone/>
              <a:defRPr sz="1000" b="0" i="0" u="none" strike="noStrike" cap="none">
                <a:solidFill>
                  <a:schemeClr val="lt1"/>
                </a:solidFill>
                <a:latin typeface="Oswald"/>
                <a:ea typeface="Oswald"/>
                <a:cs typeface="Oswald"/>
                <a:sym typeface="Oswald"/>
              </a:defRPr>
            </a:lvl2pPr>
            <a:lvl3pPr marL="0" lvl="2" indent="0" algn="r">
              <a:spcBef>
                <a:spcPts val="0"/>
              </a:spcBef>
              <a:buNone/>
              <a:defRPr sz="1000" b="0" i="0" u="none" strike="noStrike" cap="none">
                <a:solidFill>
                  <a:schemeClr val="lt1"/>
                </a:solidFill>
                <a:latin typeface="Oswald"/>
                <a:ea typeface="Oswald"/>
                <a:cs typeface="Oswald"/>
                <a:sym typeface="Oswald"/>
              </a:defRPr>
            </a:lvl3pPr>
            <a:lvl4pPr marL="0" lvl="3" indent="0" algn="r">
              <a:spcBef>
                <a:spcPts val="0"/>
              </a:spcBef>
              <a:buNone/>
              <a:defRPr sz="1000" b="0" i="0" u="none" strike="noStrike" cap="none">
                <a:solidFill>
                  <a:schemeClr val="lt1"/>
                </a:solidFill>
                <a:latin typeface="Oswald"/>
                <a:ea typeface="Oswald"/>
                <a:cs typeface="Oswald"/>
                <a:sym typeface="Oswald"/>
              </a:defRPr>
            </a:lvl4pPr>
            <a:lvl5pPr marL="0" lvl="4" indent="0" algn="r">
              <a:spcBef>
                <a:spcPts val="0"/>
              </a:spcBef>
              <a:buNone/>
              <a:defRPr sz="1000" b="0" i="0" u="none" strike="noStrike" cap="none">
                <a:solidFill>
                  <a:schemeClr val="lt1"/>
                </a:solidFill>
                <a:latin typeface="Oswald"/>
                <a:ea typeface="Oswald"/>
                <a:cs typeface="Oswald"/>
                <a:sym typeface="Oswald"/>
              </a:defRPr>
            </a:lvl5pPr>
            <a:lvl6pPr marL="0" lvl="5" indent="0" algn="r">
              <a:spcBef>
                <a:spcPts val="0"/>
              </a:spcBef>
              <a:buNone/>
              <a:defRPr sz="1000" b="0" i="0" u="none" strike="noStrike" cap="none">
                <a:solidFill>
                  <a:schemeClr val="lt1"/>
                </a:solidFill>
                <a:latin typeface="Oswald"/>
                <a:ea typeface="Oswald"/>
                <a:cs typeface="Oswald"/>
                <a:sym typeface="Oswald"/>
              </a:defRPr>
            </a:lvl6pPr>
            <a:lvl7pPr marL="0" lvl="6" indent="0" algn="r">
              <a:spcBef>
                <a:spcPts val="0"/>
              </a:spcBef>
              <a:buNone/>
              <a:defRPr sz="1000" b="0" i="0" u="none" strike="noStrike" cap="none">
                <a:solidFill>
                  <a:schemeClr val="lt1"/>
                </a:solidFill>
                <a:latin typeface="Oswald"/>
                <a:ea typeface="Oswald"/>
                <a:cs typeface="Oswald"/>
                <a:sym typeface="Oswald"/>
              </a:defRPr>
            </a:lvl7pPr>
            <a:lvl8pPr marL="0" lvl="7" indent="0" algn="r">
              <a:spcBef>
                <a:spcPts val="0"/>
              </a:spcBef>
              <a:buNone/>
              <a:defRPr sz="1000" b="0" i="0" u="none" strike="noStrike" cap="none">
                <a:solidFill>
                  <a:schemeClr val="lt1"/>
                </a:solidFill>
                <a:latin typeface="Oswald"/>
                <a:ea typeface="Oswald"/>
                <a:cs typeface="Oswald"/>
                <a:sym typeface="Oswald"/>
              </a:defRPr>
            </a:lvl8pPr>
            <a:lvl9pPr marL="0" lvl="8" indent="0" algn="r">
              <a:spcBef>
                <a:spcPts val="0"/>
              </a:spcBef>
              <a:buNone/>
              <a:defRPr sz="1000" b="0" i="0" u="none" strike="noStrike" cap="none">
                <a:solidFill>
                  <a:schemeClr val="lt1"/>
                </a:solidFill>
                <a:latin typeface="Oswald"/>
                <a:ea typeface="Oswald"/>
                <a:cs typeface="Oswald"/>
                <a:sym typeface="Oswald"/>
              </a:defRPr>
            </a:lvl9pPr>
          </a:lstStyle>
          <a:p>
            <a:pPr marL="0" lvl="0" indent="0" algn="r" rtl="0">
              <a:spcBef>
                <a:spcPts val="0"/>
              </a:spcBef>
              <a:spcAft>
                <a:spcPts val="0"/>
              </a:spcAft>
              <a:buNone/>
            </a:pPr>
            <a:fld id="{00000000-1234-1234-1234-123412341234}" type="slidenum">
              <a:rPr lang="en-US"/>
              <a:t>‹#›</a:t>
            </a:fld>
            <a:endParaRPr/>
          </a:p>
        </p:txBody>
      </p:sp>
      <p:sp>
        <p:nvSpPr>
          <p:cNvPr id="190" name="Google Shape;190;p118"/>
          <p:cNvSpPr txBox="1">
            <a:spLocks noGrp="1"/>
          </p:cNvSpPr>
          <p:nvPr>
            <p:ph type="body" idx="1"/>
          </p:nvPr>
        </p:nvSpPr>
        <p:spPr>
          <a:xfrm>
            <a:off x="443365" y="1517715"/>
            <a:ext cx="5184437" cy="4659248"/>
          </a:xfrm>
          <a:prstGeom prst="rect">
            <a:avLst/>
          </a:prstGeom>
          <a:noFill/>
          <a:ln>
            <a:noFill/>
          </a:ln>
        </p:spPr>
        <p:txBody>
          <a:bodyPr spcFirstLastPara="1" wrap="square" lIns="91425" tIns="45700" rIns="91425" bIns="45700" anchor="t" anchorCtr="0">
            <a:normAutofit/>
          </a:bodyPr>
          <a:lstStyle>
            <a:lvl1pPr marL="457200" lvl="0" indent="-355600" algn="l">
              <a:lnSpc>
                <a:spcPct val="90000"/>
              </a:lnSpc>
              <a:spcBef>
                <a:spcPts val="1000"/>
              </a:spcBef>
              <a:spcAft>
                <a:spcPts val="0"/>
              </a:spcAft>
              <a:buSzPts val="2000"/>
              <a:buFont typeface="Arial"/>
              <a:buChar char="•"/>
              <a:defRPr sz="2000">
                <a:solidFill>
                  <a:schemeClr val="lt1"/>
                </a:solidFill>
              </a:defRPr>
            </a:lvl1pPr>
            <a:lvl2pPr marL="914400" lvl="1" indent="-342900" algn="l">
              <a:lnSpc>
                <a:spcPct val="90000"/>
              </a:lnSpc>
              <a:spcBef>
                <a:spcPts val="500"/>
              </a:spcBef>
              <a:spcAft>
                <a:spcPts val="0"/>
              </a:spcAft>
              <a:buSzPts val="1800"/>
              <a:buFont typeface="Arial"/>
              <a:buChar char="•"/>
              <a:defRPr sz="1800">
                <a:solidFill>
                  <a:schemeClr val="lt1"/>
                </a:solidFill>
              </a:defRPr>
            </a:lvl2pPr>
            <a:lvl3pPr marL="1371600" lvl="2" indent="-330200" algn="l">
              <a:lnSpc>
                <a:spcPct val="90000"/>
              </a:lnSpc>
              <a:spcBef>
                <a:spcPts val="500"/>
              </a:spcBef>
              <a:spcAft>
                <a:spcPts val="0"/>
              </a:spcAft>
              <a:buSzPts val="1600"/>
              <a:buFont typeface="Arial"/>
              <a:buChar char="•"/>
              <a:defRPr sz="1600">
                <a:solidFill>
                  <a:schemeClr val="lt1"/>
                </a:solidFill>
              </a:defRPr>
            </a:lvl3pPr>
            <a:lvl4pPr marL="1828800" lvl="3" indent="-317500" algn="l">
              <a:lnSpc>
                <a:spcPct val="90000"/>
              </a:lnSpc>
              <a:spcBef>
                <a:spcPts val="500"/>
              </a:spcBef>
              <a:spcAft>
                <a:spcPts val="0"/>
              </a:spcAft>
              <a:buSzPts val="1400"/>
              <a:buFont typeface="Arial"/>
              <a:buChar char="•"/>
              <a:defRPr sz="1400">
                <a:solidFill>
                  <a:schemeClr val="lt1"/>
                </a:solidFill>
              </a:defRPr>
            </a:lvl4pPr>
            <a:lvl5pPr marL="2286000" lvl="4" indent="-317500" algn="l">
              <a:lnSpc>
                <a:spcPct val="90000"/>
              </a:lnSpc>
              <a:spcBef>
                <a:spcPts val="500"/>
              </a:spcBef>
              <a:spcAft>
                <a:spcPts val="0"/>
              </a:spcAft>
              <a:buSzPts val="1400"/>
              <a:buFont typeface="Arial"/>
              <a:buChar char="•"/>
              <a:defRPr sz="1400">
                <a:solidFill>
                  <a:schemeClr val="lt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91" name="Google Shape;191;p118"/>
          <p:cNvSpPr txBox="1">
            <a:spLocks noGrp="1"/>
          </p:cNvSpPr>
          <p:nvPr>
            <p:ph type="body" idx="2"/>
          </p:nvPr>
        </p:nvSpPr>
        <p:spPr>
          <a:xfrm>
            <a:off x="6474163" y="1517715"/>
            <a:ext cx="5184437" cy="4659248"/>
          </a:xfrm>
          <a:prstGeom prst="rect">
            <a:avLst/>
          </a:prstGeom>
          <a:noFill/>
          <a:ln>
            <a:noFill/>
          </a:ln>
        </p:spPr>
        <p:txBody>
          <a:bodyPr spcFirstLastPara="1" wrap="square" lIns="91425" tIns="45700" rIns="91425" bIns="45700" anchor="t" anchorCtr="0">
            <a:normAutofit/>
          </a:bodyPr>
          <a:lstStyle>
            <a:lvl1pPr marL="457200" lvl="0" indent="-355600" algn="l">
              <a:lnSpc>
                <a:spcPct val="90000"/>
              </a:lnSpc>
              <a:spcBef>
                <a:spcPts val="1000"/>
              </a:spcBef>
              <a:spcAft>
                <a:spcPts val="0"/>
              </a:spcAft>
              <a:buSzPts val="2000"/>
              <a:buChar char="•"/>
              <a:defRPr sz="2000">
                <a:solidFill>
                  <a:schemeClr val="lt1"/>
                </a:solidFill>
              </a:defRPr>
            </a:lvl1pPr>
            <a:lvl2pPr marL="914400" lvl="1" indent="-342900" algn="l">
              <a:lnSpc>
                <a:spcPct val="90000"/>
              </a:lnSpc>
              <a:spcBef>
                <a:spcPts val="500"/>
              </a:spcBef>
              <a:spcAft>
                <a:spcPts val="0"/>
              </a:spcAft>
              <a:buSzPts val="1800"/>
              <a:buChar char="•"/>
              <a:defRPr sz="1800">
                <a:solidFill>
                  <a:schemeClr val="lt1"/>
                </a:solidFill>
              </a:defRPr>
            </a:lvl2pPr>
            <a:lvl3pPr marL="1371600" lvl="2" indent="-330200" algn="l">
              <a:lnSpc>
                <a:spcPct val="90000"/>
              </a:lnSpc>
              <a:spcBef>
                <a:spcPts val="500"/>
              </a:spcBef>
              <a:spcAft>
                <a:spcPts val="0"/>
              </a:spcAft>
              <a:buSzPts val="1600"/>
              <a:buChar char="•"/>
              <a:defRPr sz="1600">
                <a:solidFill>
                  <a:schemeClr val="lt1"/>
                </a:solidFill>
              </a:defRPr>
            </a:lvl3pPr>
            <a:lvl4pPr marL="1828800" lvl="3" indent="-317500" algn="l">
              <a:lnSpc>
                <a:spcPct val="90000"/>
              </a:lnSpc>
              <a:spcBef>
                <a:spcPts val="500"/>
              </a:spcBef>
              <a:spcAft>
                <a:spcPts val="0"/>
              </a:spcAft>
              <a:buSzPts val="1400"/>
              <a:buChar char="•"/>
              <a:defRPr sz="1400">
                <a:solidFill>
                  <a:schemeClr val="lt1"/>
                </a:solidFill>
              </a:defRPr>
            </a:lvl4pPr>
            <a:lvl5pPr marL="2286000" lvl="4" indent="-317500" algn="l">
              <a:lnSpc>
                <a:spcPct val="90000"/>
              </a:lnSpc>
              <a:spcBef>
                <a:spcPts val="500"/>
              </a:spcBef>
              <a:spcAft>
                <a:spcPts val="0"/>
              </a:spcAft>
              <a:buSzPts val="1400"/>
              <a:buChar char="•"/>
              <a:defRPr sz="1400">
                <a:solidFill>
                  <a:schemeClr val="lt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5 Category">
  <p:cSld name="5 Category">
    <p:bg>
      <p:bgPr>
        <a:solidFill>
          <a:schemeClr val="accent2"/>
        </a:solidFill>
        <a:effectLst/>
      </p:bgPr>
    </p:bg>
    <p:spTree>
      <p:nvGrpSpPr>
        <p:cNvPr id="1" name="Shape 192"/>
        <p:cNvGrpSpPr/>
        <p:nvPr/>
      </p:nvGrpSpPr>
      <p:grpSpPr>
        <a:xfrm>
          <a:off x="0" y="0"/>
          <a:ext cx="0" cy="0"/>
          <a:chOff x="0" y="0"/>
          <a:chExt cx="0" cy="0"/>
        </a:xfrm>
      </p:grpSpPr>
      <p:sp>
        <p:nvSpPr>
          <p:cNvPr id="193" name="Google Shape;193;p119"/>
          <p:cNvSpPr/>
          <p:nvPr/>
        </p:nvSpPr>
        <p:spPr>
          <a:xfrm>
            <a:off x="0" y="0"/>
            <a:ext cx="12192000" cy="6884191"/>
          </a:xfrm>
          <a:prstGeom prst="rect">
            <a:avLst/>
          </a:prstGeom>
          <a:solidFill>
            <a:srgbClr val="289BA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194" name="Google Shape;194;p119"/>
          <p:cNvSpPr/>
          <p:nvPr/>
        </p:nvSpPr>
        <p:spPr>
          <a:xfrm>
            <a:off x="0" y="0"/>
            <a:ext cx="12192001" cy="6884191"/>
          </a:xfrm>
          <a:custGeom>
            <a:avLst/>
            <a:gdLst/>
            <a:ahLst/>
            <a:cxnLst/>
            <a:rect l="l" t="t" r="r" b="b"/>
            <a:pathLst>
              <a:path w="12192001" h="6884191" extrusionOk="0">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3725"/>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195" name="Google Shape;195;p119"/>
          <p:cNvSpPr/>
          <p:nvPr/>
        </p:nvSpPr>
        <p:spPr>
          <a:xfrm rot="5400000" flipH="1">
            <a:off x="2964809" y="-2364446"/>
            <a:ext cx="6862744" cy="11591639"/>
          </a:xfrm>
          <a:custGeom>
            <a:avLst/>
            <a:gdLst/>
            <a:ahLst/>
            <a:cxnLst/>
            <a:rect l="l" t="t" r="r" b="b"/>
            <a:pathLst>
              <a:path w="6862744" h="11591639" extrusionOk="0">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solidFill>
            <a:srgbClr val="289BA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196" name="Google Shape;196;p119"/>
          <p:cNvSpPr/>
          <p:nvPr/>
        </p:nvSpPr>
        <p:spPr>
          <a:xfrm rot="5400000" flipH="1">
            <a:off x="2664629" y="-2664627"/>
            <a:ext cx="6862744" cy="12192000"/>
          </a:xfrm>
          <a:custGeom>
            <a:avLst/>
            <a:gdLst/>
            <a:ahLst/>
            <a:cxnLst/>
            <a:rect l="l" t="t" r="r" b="b"/>
            <a:pathLst>
              <a:path w="6849744" h="12192000" extrusionOk="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rgbClr val="1B677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197" name="Google Shape;197;p119"/>
          <p:cNvSpPr/>
          <p:nvPr/>
        </p:nvSpPr>
        <p:spPr>
          <a:xfrm rot="5400000" flipH="1">
            <a:off x="2664628" y="-2664627"/>
            <a:ext cx="6862744" cy="12192000"/>
          </a:xfrm>
          <a:custGeom>
            <a:avLst/>
            <a:gdLst/>
            <a:ahLst/>
            <a:cxnLst/>
            <a:rect l="l" t="t" r="r" b="b"/>
            <a:pathLst>
              <a:path w="6849744" h="12192000" extrusionOk="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rgbClr val="003252">
              <a:alpha val="89803"/>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198" name="Google Shape;198;p119"/>
          <p:cNvSpPr txBox="1">
            <a:spLocks noGrp="1"/>
          </p:cNvSpPr>
          <p:nvPr>
            <p:ph type="title"/>
          </p:nvPr>
        </p:nvSpPr>
        <p:spPr>
          <a:xfrm>
            <a:off x="444500" y="542925"/>
            <a:ext cx="11214100" cy="535531"/>
          </a:xfrm>
          <a:prstGeom prst="rect">
            <a:avLst/>
          </a:prstGeom>
          <a:noFill/>
          <a:ln>
            <a:noFill/>
          </a:ln>
        </p:spPr>
        <p:txBody>
          <a:bodyPr spcFirstLastPara="1" wrap="square" lIns="91425" tIns="45700" rIns="91425" bIns="45700" anchor="t" anchorCtr="0">
            <a:spAutoFit/>
          </a:bodyPr>
          <a:lstStyle>
            <a:lvl1pPr lvl="0" algn="l">
              <a:lnSpc>
                <a:spcPct val="90000"/>
              </a:lnSpc>
              <a:spcBef>
                <a:spcPts val="0"/>
              </a:spcBef>
              <a:spcAft>
                <a:spcPts val="0"/>
              </a:spcAft>
              <a:buClr>
                <a:schemeClr val="lt1"/>
              </a:buClr>
              <a:buSzPts val="3200"/>
              <a:buFont typeface="Trebuchet MS"/>
              <a:buNone/>
              <a:defRPr sz="3200" b="1">
                <a:solidFill>
                  <a:schemeClr val="lt1"/>
                </a:solidFill>
                <a:latin typeface="Trebuchet MS"/>
                <a:ea typeface="Trebuchet MS"/>
                <a:cs typeface="Trebuchet MS"/>
                <a:sym typeface="Trebuchet M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grpSp>
        <p:nvGrpSpPr>
          <p:cNvPr id="199" name="Google Shape;199;p119"/>
          <p:cNvGrpSpPr/>
          <p:nvPr/>
        </p:nvGrpSpPr>
        <p:grpSpPr>
          <a:xfrm rot="-5400000">
            <a:off x="390304" y="-431739"/>
            <a:ext cx="757355" cy="863476"/>
            <a:chOff x="10431417" y="6819549"/>
            <a:chExt cx="3512798" cy="4005019"/>
          </a:xfrm>
        </p:grpSpPr>
        <p:sp>
          <p:nvSpPr>
            <p:cNvPr id="200" name="Google Shape;200;p119"/>
            <p:cNvSpPr/>
            <p:nvPr/>
          </p:nvSpPr>
          <p:spPr>
            <a:xfrm rot="2700000">
              <a:off x="10945855" y="7826207"/>
              <a:ext cx="2483923" cy="2483924"/>
            </a:xfrm>
            <a:custGeom>
              <a:avLst/>
              <a:gdLst/>
              <a:ahLst/>
              <a:cxnLst/>
              <a:rect l="l" t="t" r="r" b="b"/>
              <a:pathLst>
                <a:path w="754341" h="754341" extrusionOk="0">
                  <a:moveTo>
                    <a:pt x="754341" y="754341"/>
                  </a:moveTo>
                  <a:lnTo>
                    <a:pt x="0" y="754341"/>
                  </a:lnTo>
                  <a:lnTo>
                    <a:pt x="0" y="0"/>
                  </a:lnTo>
                  <a:close/>
                </a:path>
              </a:pathLst>
            </a:custGeom>
            <a:solidFill>
              <a:srgbClr val="00325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201" name="Google Shape;201;p119"/>
            <p:cNvSpPr/>
            <p:nvPr/>
          </p:nvSpPr>
          <p:spPr>
            <a:xfrm rot="8100000" flipH="1">
              <a:off x="10986797" y="7317026"/>
              <a:ext cx="2402031" cy="2402032"/>
            </a:xfrm>
            <a:custGeom>
              <a:avLst/>
              <a:gdLst/>
              <a:ahLst/>
              <a:cxnLst/>
              <a:rect l="l" t="t" r="r" b="b"/>
              <a:pathLst>
                <a:path w="754341" h="754341" extrusionOk="0">
                  <a:moveTo>
                    <a:pt x="754341" y="754341"/>
                  </a:moveTo>
                  <a:lnTo>
                    <a:pt x="0" y="754341"/>
                  </a:lnTo>
                  <a:lnTo>
                    <a:pt x="0" y="0"/>
                  </a:lnTo>
                  <a:close/>
                </a:path>
              </a:pathLst>
            </a:custGeom>
            <a:solidFill>
              <a:srgbClr val="1B677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grpSp>
      <p:grpSp>
        <p:nvGrpSpPr>
          <p:cNvPr id="202" name="Google Shape;202;p119"/>
          <p:cNvGrpSpPr/>
          <p:nvPr/>
        </p:nvGrpSpPr>
        <p:grpSpPr>
          <a:xfrm>
            <a:off x="-1" y="1357409"/>
            <a:ext cx="12192001" cy="4846320"/>
            <a:chOff x="-1" y="1357409"/>
            <a:chExt cx="12192001" cy="4917518"/>
          </a:xfrm>
        </p:grpSpPr>
        <p:sp>
          <p:nvSpPr>
            <p:cNvPr id="203" name="Google Shape;203;p119"/>
            <p:cNvSpPr/>
            <p:nvPr/>
          </p:nvSpPr>
          <p:spPr>
            <a:xfrm rot="10800000" flipH="1">
              <a:off x="-1" y="1357409"/>
              <a:ext cx="12192000" cy="4917518"/>
            </a:xfrm>
            <a:prstGeom prst="snip1Rect">
              <a:avLst>
                <a:gd name="adj" fmla="val 0"/>
              </a:avLst>
            </a:prstGeom>
            <a:solidFill>
              <a:srgbClr val="1B677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204" name="Google Shape;204;p119"/>
            <p:cNvSpPr/>
            <p:nvPr/>
          </p:nvSpPr>
          <p:spPr>
            <a:xfrm rot="10800000" flipH="1">
              <a:off x="-1" y="1357409"/>
              <a:ext cx="12192001" cy="4917518"/>
            </a:xfrm>
            <a:prstGeom prst="snip1Rect">
              <a:avLst>
                <a:gd name="adj" fmla="val 19670"/>
              </a:avLst>
            </a:prstGeom>
            <a:solidFill>
              <a:srgbClr val="00325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grpSp>
      <p:sp>
        <p:nvSpPr>
          <p:cNvPr id="205" name="Google Shape;205;p119"/>
          <p:cNvSpPr>
            <a:spLocks noGrp="1"/>
          </p:cNvSpPr>
          <p:nvPr>
            <p:ph type="pic" idx="2"/>
          </p:nvPr>
        </p:nvSpPr>
        <p:spPr>
          <a:xfrm>
            <a:off x="978212" y="2096716"/>
            <a:ext cx="1259505" cy="1259505"/>
          </a:xfrm>
          <a:prstGeom prst="ellipse">
            <a:avLst/>
          </a:prstGeom>
          <a:solidFill>
            <a:srgbClr val="003252"/>
          </a:solidFill>
          <a:ln w="38100" cap="flat" cmpd="sng">
            <a:solidFill>
              <a:schemeClr val="accent2"/>
            </a:solidFill>
            <a:prstDash val="solid"/>
            <a:round/>
            <a:headEnd type="none" w="sm" len="sm"/>
            <a:tailEnd type="none" w="sm" len="sm"/>
          </a:ln>
        </p:spPr>
      </p:sp>
      <p:sp>
        <p:nvSpPr>
          <p:cNvPr id="206" name="Google Shape;206;p119"/>
          <p:cNvSpPr>
            <a:spLocks noGrp="1"/>
          </p:cNvSpPr>
          <p:nvPr>
            <p:ph type="pic" idx="3"/>
          </p:nvPr>
        </p:nvSpPr>
        <p:spPr>
          <a:xfrm>
            <a:off x="3222230" y="2096716"/>
            <a:ext cx="1259505" cy="1259505"/>
          </a:xfrm>
          <a:prstGeom prst="ellipse">
            <a:avLst/>
          </a:prstGeom>
          <a:solidFill>
            <a:srgbClr val="003252"/>
          </a:solidFill>
          <a:ln w="38100" cap="flat" cmpd="sng">
            <a:solidFill>
              <a:schemeClr val="accent2"/>
            </a:solidFill>
            <a:prstDash val="solid"/>
            <a:round/>
            <a:headEnd type="none" w="sm" len="sm"/>
            <a:tailEnd type="none" w="sm" len="sm"/>
          </a:ln>
        </p:spPr>
      </p:sp>
      <p:sp>
        <p:nvSpPr>
          <p:cNvPr id="207" name="Google Shape;207;p119"/>
          <p:cNvSpPr>
            <a:spLocks noGrp="1"/>
          </p:cNvSpPr>
          <p:nvPr>
            <p:ph type="pic" idx="4"/>
          </p:nvPr>
        </p:nvSpPr>
        <p:spPr>
          <a:xfrm>
            <a:off x="5466248" y="2096716"/>
            <a:ext cx="1259505" cy="1259505"/>
          </a:xfrm>
          <a:prstGeom prst="ellipse">
            <a:avLst/>
          </a:prstGeom>
          <a:solidFill>
            <a:srgbClr val="003252"/>
          </a:solidFill>
          <a:ln w="38100" cap="flat" cmpd="sng">
            <a:solidFill>
              <a:schemeClr val="accent2"/>
            </a:solidFill>
            <a:prstDash val="solid"/>
            <a:round/>
            <a:headEnd type="none" w="sm" len="sm"/>
            <a:tailEnd type="none" w="sm" len="sm"/>
          </a:ln>
        </p:spPr>
      </p:sp>
      <p:sp>
        <p:nvSpPr>
          <p:cNvPr id="208" name="Google Shape;208;p119"/>
          <p:cNvSpPr>
            <a:spLocks noGrp="1"/>
          </p:cNvSpPr>
          <p:nvPr>
            <p:ph type="pic" idx="5"/>
          </p:nvPr>
        </p:nvSpPr>
        <p:spPr>
          <a:xfrm>
            <a:off x="7710266" y="2096716"/>
            <a:ext cx="1259505" cy="1259505"/>
          </a:xfrm>
          <a:prstGeom prst="ellipse">
            <a:avLst/>
          </a:prstGeom>
          <a:solidFill>
            <a:srgbClr val="003252"/>
          </a:solidFill>
          <a:ln w="38100" cap="flat" cmpd="sng">
            <a:solidFill>
              <a:schemeClr val="accent2"/>
            </a:solidFill>
            <a:prstDash val="solid"/>
            <a:round/>
            <a:headEnd type="none" w="sm" len="sm"/>
            <a:tailEnd type="none" w="sm" len="sm"/>
          </a:ln>
        </p:spPr>
      </p:sp>
      <p:sp>
        <p:nvSpPr>
          <p:cNvPr id="209" name="Google Shape;209;p119"/>
          <p:cNvSpPr>
            <a:spLocks noGrp="1"/>
          </p:cNvSpPr>
          <p:nvPr>
            <p:ph type="pic" idx="6"/>
          </p:nvPr>
        </p:nvSpPr>
        <p:spPr>
          <a:xfrm>
            <a:off x="9954283" y="2096716"/>
            <a:ext cx="1259505" cy="1259505"/>
          </a:xfrm>
          <a:prstGeom prst="ellipse">
            <a:avLst/>
          </a:prstGeom>
          <a:solidFill>
            <a:srgbClr val="003252"/>
          </a:solidFill>
          <a:ln w="38100" cap="flat" cmpd="sng">
            <a:solidFill>
              <a:schemeClr val="accent2"/>
            </a:solidFill>
            <a:prstDash val="solid"/>
            <a:round/>
            <a:headEnd type="none" w="sm" len="sm"/>
            <a:tailEnd type="none" w="sm" len="sm"/>
          </a:ln>
        </p:spPr>
      </p:sp>
      <p:sp>
        <p:nvSpPr>
          <p:cNvPr id="210" name="Google Shape;210;p119"/>
          <p:cNvSpPr txBox="1">
            <a:spLocks noGrp="1"/>
          </p:cNvSpPr>
          <p:nvPr>
            <p:ph type="body" idx="1"/>
          </p:nvPr>
        </p:nvSpPr>
        <p:spPr>
          <a:xfrm>
            <a:off x="719894" y="4240093"/>
            <a:ext cx="1776140" cy="1463040"/>
          </a:xfrm>
          <a:prstGeom prst="rect">
            <a:avLst/>
          </a:prstGeom>
          <a:noFill/>
          <a:ln>
            <a:noFill/>
          </a:ln>
        </p:spPr>
        <p:txBody>
          <a:bodyPr spcFirstLastPara="1" wrap="square" lIns="0" tIns="0" rIns="0" bIns="0" anchor="t" anchorCtr="0">
            <a:noAutofit/>
          </a:bodyPr>
          <a:lstStyle>
            <a:lvl1pPr marL="457200" lvl="0" indent="-228600" algn="ctr">
              <a:lnSpc>
                <a:spcPct val="100000"/>
              </a:lnSpc>
              <a:spcBef>
                <a:spcPts val="600"/>
              </a:spcBef>
              <a:spcAft>
                <a:spcPts val="0"/>
              </a:spcAft>
              <a:buSzPts val="1400"/>
              <a:buNone/>
              <a:defRPr sz="1400">
                <a:solidFill>
                  <a:schemeClr val="lt1"/>
                </a:solidFill>
                <a:latin typeface="Arial"/>
                <a:ea typeface="Arial"/>
                <a:cs typeface="Arial"/>
                <a:sym typeface="Arial"/>
              </a:defRPr>
            </a:lvl1pPr>
            <a:lvl2pPr marL="914400" lvl="1" indent="-330200" algn="l">
              <a:lnSpc>
                <a:spcPct val="100000"/>
              </a:lnSpc>
              <a:spcBef>
                <a:spcPts val="600"/>
              </a:spcBef>
              <a:spcAft>
                <a:spcPts val="0"/>
              </a:spcAft>
              <a:buSzPts val="1600"/>
              <a:buChar char="•"/>
              <a:defRPr sz="1600">
                <a:solidFill>
                  <a:schemeClr val="lt1"/>
                </a:solidFill>
                <a:latin typeface="Arial"/>
                <a:ea typeface="Arial"/>
                <a:cs typeface="Arial"/>
                <a:sym typeface="Arial"/>
              </a:defRPr>
            </a:lvl2pPr>
            <a:lvl3pPr marL="1371600" lvl="2" indent="-317500" algn="l">
              <a:lnSpc>
                <a:spcPct val="100000"/>
              </a:lnSpc>
              <a:spcBef>
                <a:spcPts val="600"/>
              </a:spcBef>
              <a:spcAft>
                <a:spcPts val="0"/>
              </a:spcAft>
              <a:buSzPts val="1400"/>
              <a:buChar char="•"/>
              <a:defRPr sz="1400">
                <a:solidFill>
                  <a:schemeClr val="lt1"/>
                </a:solidFill>
                <a:latin typeface="Arial"/>
                <a:ea typeface="Arial"/>
                <a:cs typeface="Arial"/>
                <a:sym typeface="Arial"/>
              </a:defRPr>
            </a:lvl3pPr>
            <a:lvl4pPr marL="1828800" lvl="3" indent="-317500" algn="l">
              <a:lnSpc>
                <a:spcPct val="90000"/>
              </a:lnSpc>
              <a:spcBef>
                <a:spcPts val="500"/>
              </a:spcBef>
              <a:spcAft>
                <a:spcPts val="0"/>
              </a:spcAft>
              <a:buSzPts val="1400"/>
              <a:buChar char="•"/>
              <a:defRPr sz="1400">
                <a:solidFill>
                  <a:schemeClr val="lt1"/>
                </a:solidFill>
                <a:latin typeface="Arial"/>
                <a:ea typeface="Arial"/>
                <a:cs typeface="Arial"/>
                <a:sym typeface="Arial"/>
              </a:defRPr>
            </a:lvl4pPr>
            <a:lvl5pPr marL="2286000" lvl="4" indent="-317500" algn="l">
              <a:lnSpc>
                <a:spcPct val="90000"/>
              </a:lnSpc>
              <a:spcBef>
                <a:spcPts val="500"/>
              </a:spcBef>
              <a:spcAft>
                <a:spcPts val="0"/>
              </a:spcAft>
              <a:buSzPts val="1400"/>
              <a:buChar char="•"/>
              <a:defRPr sz="1400">
                <a:solidFill>
                  <a:schemeClr val="lt1"/>
                </a:solidFill>
                <a:latin typeface="Arial"/>
                <a:ea typeface="Arial"/>
                <a:cs typeface="Arial"/>
                <a:sym typeface="Aria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11" name="Google Shape;211;p119"/>
          <p:cNvSpPr txBox="1">
            <a:spLocks noGrp="1"/>
          </p:cNvSpPr>
          <p:nvPr>
            <p:ph type="body" idx="7"/>
          </p:nvPr>
        </p:nvSpPr>
        <p:spPr>
          <a:xfrm>
            <a:off x="2963912" y="4240093"/>
            <a:ext cx="1776140" cy="1463040"/>
          </a:xfrm>
          <a:prstGeom prst="rect">
            <a:avLst/>
          </a:prstGeom>
          <a:noFill/>
          <a:ln>
            <a:noFill/>
          </a:ln>
        </p:spPr>
        <p:txBody>
          <a:bodyPr spcFirstLastPara="1" wrap="square" lIns="0" tIns="0" rIns="0" bIns="0" anchor="t" anchorCtr="0">
            <a:noAutofit/>
          </a:bodyPr>
          <a:lstStyle>
            <a:lvl1pPr marL="457200" lvl="0" indent="-228600" algn="ctr">
              <a:lnSpc>
                <a:spcPct val="100000"/>
              </a:lnSpc>
              <a:spcBef>
                <a:spcPts val="600"/>
              </a:spcBef>
              <a:spcAft>
                <a:spcPts val="0"/>
              </a:spcAft>
              <a:buSzPts val="1400"/>
              <a:buNone/>
              <a:defRPr sz="1400">
                <a:solidFill>
                  <a:schemeClr val="lt1"/>
                </a:solidFill>
                <a:latin typeface="Arial"/>
                <a:ea typeface="Arial"/>
                <a:cs typeface="Arial"/>
                <a:sym typeface="Arial"/>
              </a:defRPr>
            </a:lvl1pPr>
            <a:lvl2pPr marL="914400" lvl="1" indent="-330200" algn="l">
              <a:lnSpc>
                <a:spcPct val="100000"/>
              </a:lnSpc>
              <a:spcBef>
                <a:spcPts val="600"/>
              </a:spcBef>
              <a:spcAft>
                <a:spcPts val="0"/>
              </a:spcAft>
              <a:buSzPts val="1600"/>
              <a:buChar char="•"/>
              <a:defRPr sz="1600">
                <a:solidFill>
                  <a:schemeClr val="lt1"/>
                </a:solidFill>
                <a:latin typeface="Arial"/>
                <a:ea typeface="Arial"/>
                <a:cs typeface="Arial"/>
                <a:sym typeface="Arial"/>
              </a:defRPr>
            </a:lvl2pPr>
            <a:lvl3pPr marL="1371600" lvl="2" indent="-317500" algn="l">
              <a:lnSpc>
                <a:spcPct val="100000"/>
              </a:lnSpc>
              <a:spcBef>
                <a:spcPts val="600"/>
              </a:spcBef>
              <a:spcAft>
                <a:spcPts val="0"/>
              </a:spcAft>
              <a:buSzPts val="1400"/>
              <a:buChar char="•"/>
              <a:defRPr sz="1400">
                <a:solidFill>
                  <a:schemeClr val="lt1"/>
                </a:solidFill>
                <a:latin typeface="Arial"/>
                <a:ea typeface="Arial"/>
                <a:cs typeface="Arial"/>
                <a:sym typeface="Arial"/>
              </a:defRPr>
            </a:lvl3pPr>
            <a:lvl4pPr marL="1828800" lvl="3" indent="-317500" algn="l">
              <a:lnSpc>
                <a:spcPct val="90000"/>
              </a:lnSpc>
              <a:spcBef>
                <a:spcPts val="500"/>
              </a:spcBef>
              <a:spcAft>
                <a:spcPts val="0"/>
              </a:spcAft>
              <a:buSzPts val="1400"/>
              <a:buChar char="•"/>
              <a:defRPr sz="1400">
                <a:solidFill>
                  <a:schemeClr val="lt1"/>
                </a:solidFill>
                <a:latin typeface="Arial"/>
                <a:ea typeface="Arial"/>
                <a:cs typeface="Arial"/>
                <a:sym typeface="Arial"/>
              </a:defRPr>
            </a:lvl4pPr>
            <a:lvl5pPr marL="2286000" lvl="4" indent="-317500" algn="l">
              <a:lnSpc>
                <a:spcPct val="90000"/>
              </a:lnSpc>
              <a:spcBef>
                <a:spcPts val="500"/>
              </a:spcBef>
              <a:spcAft>
                <a:spcPts val="0"/>
              </a:spcAft>
              <a:buSzPts val="1400"/>
              <a:buChar char="•"/>
              <a:defRPr sz="1400">
                <a:solidFill>
                  <a:schemeClr val="lt1"/>
                </a:solidFill>
                <a:latin typeface="Arial"/>
                <a:ea typeface="Arial"/>
                <a:cs typeface="Arial"/>
                <a:sym typeface="Aria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12" name="Google Shape;212;p119"/>
          <p:cNvSpPr txBox="1">
            <a:spLocks noGrp="1"/>
          </p:cNvSpPr>
          <p:nvPr>
            <p:ph type="body" idx="8"/>
          </p:nvPr>
        </p:nvSpPr>
        <p:spPr>
          <a:xfrm>
            <a:off x="5207930" y="4240093"/>
            <a:ext cx="1776140" cy="1463040"/>
          </a:xfrm>
          <a:prstGeom prst="rect">
            <a:avLst/>
          </a:prstGeom>
          <a:noFill/>
          <a:ln>
            <a:noFill/>
          </a:ln>
        </p:spPr>
        <p:txBody>
          <a:bodyPr spcFirstLastPara="1" wrap="square" lIns="0" tIns="0" rIns="0" bIns="0" anchor="t" anchorCtr="0">
            <a:noAutofit/>
          </a:bodyPr>
          <a:lstStyle>
            <a:lvl1pPr marL="457200" lvl="0" indent="-228600" algn="ctr">
              <a:lnSpc>
                <a:spcPct val="100000"/>
              </a:lnSpc>
              <a:spcBef>
                <a:spcPts val="600"/>
              </a:spcBef>
              <a:spcAft>
                <a:spcPts val="0"/>
              </a:spcAft>
              <a:buSzPts val="1400"/>
              <a:buNone/>
              <a:defRPr sz="1400">
                <a:solidFill>
                  <a:schemeClr val="lt1"/>
                </a:solidFill>
                <a:latin typeface="Arial"/>
                <a:ea typeface="Arial"/>
                <a:cs typeface="Arial"/>
                <a:sym typeface="Arial"/>
              </a:defRPr>
            </a:lvl1pPr>
            <a:lvl2pPr marL="914400" lvl="1" indent="-330200" algn="l">
              <a:lnSpc>
                <a:spcPct val="100000"/>
              </a:lnSpc>
              <a:spcBef>
                <a:spcPts val="600"/>
              </a:spcBef>
              <a:spcAft>
                <a:spcPts val="0"/>
              </a:spcAft>
              <a:buSzPts val="1600"/>
              <a:buChar char="•"/>
              <a:defRPr sz="1600">
                <a:solidFill>
                  <a:schemeClr val="lt1"/>
                </a:solidFill>
                <a:latin typeface="Arial"/>
                <a:ea typeface="Arial"/>
                <a:cs typeface="Arial"/>
                <a:sym typeface="Arial"/>
              </a:defRPr>
            </a:lvl2pPr>
            <a:lvl3pPr marL="1371600" lvl="2" indent="-317500" algn="l">
              <a:lnSpc>
                <a:spcPct val="100000"/>
              </a:lnSpc>
              <a:spcBef>
                <a:spcPts val="600"/>
              </a:spcBef>
              <a:spcAft>
                <a:spcPts val="0"/>
              </a:spcAft>
              <a:buSzPts val="1400"/>
              <a:buChar char="•"/>
              <a:defRPr sz="1400">
                <a:solidFill>
                  <a:schemeClr val="lt1"/>
                </a:solidFill>
                <a:latin typeface="Arial"/>
                <a:ea typeface="Arial"/>
                <a:cs typeface="Arial"/>
                <a:sym typeface="Arial"/>
              </a:defRPr>
            </a:lvl3pPr>
            <a:lvl4pPr marL="1828800" lvl="3" indent="-317500" algn="l">
              <a:lnSpc>
                <a:spcPct val="90000"/>
              </a:lnSpc>
              <a:spcBef>
                <a:spcPts val="500"/>
              </a:spcBef>
              <a:spcAft>
                <a:spcPts val="0"/>
              </a:spcAft>
              <a:buSzPts val="1400"/>
              <a:buChar char="•"/>
              <a:defRPr sz="1400">
                <a:solidFill>
                  <a:schemeClr val="lt1"/>
                </a:solidFill>
                <a:latin typeface="Arial"/>
                <a:ea typeface="Arial"/>
                <a:cs typeface="Arial"/>
                <a:sym typeface="Arial"/>
              </a:defRPr>
            </a:lvl4pPr>
            <a:lvl5pPr marL="2286000" lvl="4" indent="-317500" algn="l">
              <a:lnSpc>
                <a:spcPct val="90000"/>
              </a:lnSpc>
              <a:spcBef>
                <a:spcPts val="500"/>
              </a:spcBef>
              <a:spcAft>
                <a:spcPts val="0"/>
              </a:spcAft>
              <a:buSzPts val="1400"/>
              <a:buChar char="•"/>
              <a:defRPr sz="1400">
                <a:solidFill>
                  <a:schemeClr val="lt1"/>
                </a:solidFill>
                <a:latin typeface="Arial"/>
                <a:ea typeface="Arial"/>
                <a:cs typeface="Arial"/>
                <a:sym typeface="Aria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13" name="Google Shape;213;p119"/>
          <p:cNvSpPr txBox="1">
            <a:spLocks noGrp="1"/>
          </p:cNvSpPr>
          <p:nvPr>
            <p:ph type="body" idx="9"/>
          </p:nvPr>
        </p:nvSpPr>
        <p:spPr>
          <a:xfrm>
            <a:off x="7451948" y="4240093"/>
            <a:ext cx="1776140" cy="1463040"/>
          </a:xfrm>
          <a:prstGeom prst="rect">
            <a:avLst/>
          </a:prstGeom>
          <a:noFill/>
          <a:ln>
            <a:noFill/>
          </a:ln>
        </p:spPr>
        <p:txBody>
          <a:bodyPr spcFirstLastPara="1" wrap="square" lIns="0" tIns="0" rIns="0" bIns="0" anchor="t" anchorCtr="0">
            <a:noAutofit/>
          </a:bodyPr>
          <a:lstStyle>
            <a:lvl1pPr marL="457200" lvl="0" indent="-228600" algn="ctr">
              <a:lnSpc>
                <a:spcPct val="100000"/>
              </a:lnSpc>
              <a:spcBef>
                <a:spcPts val="600"/>
              </a:spcBef>
              <a:spcAft>
                <a:spcPts val="0"/>
              </a:spcAft>
              <a:buSzPts val="1400"/>
              <a:buNone/>
              <a:defRPr sz="1400">
                <a:solidFill>
                  <a:schemeClr val="lt1"/>
                </a:solidFill>
                <a:latin typeface="Arial"/>
                <a:ea typeface="Arial"/>
                <a:cs typeface="Arial"/>
                <a:sym typeface="Arial"/>
              </a:defRPr>
            </a:lvl1pPr>
            <a:lvl2pPr marL="914400" lvl="1" indent="-330200" algn="l">
              <a:lnSpc>
                <a:spcPct val="100000"/>
              </a:lnSpc>
              <a:spcBef>
                <a:spcPts val="600"/>
              </a:spcBef>
              <a:spcAft>
                <a:spcPts val="0"/>
              </a:spcAft>
              <a:buSzPts val="1600"/>
              <a:buChar char="•"/>
              <a:defRPr sz="1600">
                <a:solidFill>
                  <a:schemeClr val="lt1"/>
                </a:solidFill>
                <a:latin typeface="Arial"/>
                <a:ea typeface="Arial"/>
                <a:cs typeface="Arial"/>
                <a:sym typeface="Arial"/>
              </a:defRPr>
            </a:lvl2pPr>
            <a:lvl3pPr marL="1371600" lvl="2" indent="-317500" algn="l">
              <a:lnSpc>
                <a:spcPct val="100000"/>
              </a:lnSpc>
              <a:spcBef>
                <a:spcPts val="600"/>
              </a:spcBef>
              <a:spcAft>
                <a:spcPts val="0"/>
              </a:spcAft>
              <a:buSzPts val="1400"/>
              <a:buChar char="•"/>
              <a:defRPr sz="1400">
                <a:solidFill>
                  <a:schemeClr val="lt1"/>
                </a:solidFill>
                <a:latin typeface="Arial"/>
                <a:ea typeface="Arial"/>
                <a:cs typeface="Arial"/>
                <a:sym typeface="Arial"/>
              </a:defRPr>
            </a:lvl3pPr>
            <a:lvl4pPr marL="1828800" lvl="3" indent="-317500" algn="l">
              <a:lnSpc>
                <a:spcPct val="90000"/>
              </a:lnSpc>
              <a:spcBef>
                <a:spcPts val="500"/>
              </a:spcBef>
              <a:spcAft>
                <a:spcPts val="0"/>
              </a:spcAft>
              <a:buSzPts val="1400"/>
              <a:buChar char="•"/>
              <a:defRPr sz="1400">
                <a:solidFill>
                  <a:schemeClr val="lt1"/>
                </a:solidFill>
                <a:latin typeface="Arial"/>
                <a:ea typeface="Arial"/>
                <a:cs typeface="Arial"/>
                <a:sym typeface="Arial"/>
              </a:defRPr>
            </a:lvl4pPr>
            <a:lvl5pPr marL="2286000" lvl="4" indent="-317500" algn="l">
              <a:lnSpc>
                <a:spcPct val="90000"/>
              </a:lnSpc>
              <a:spcBef>
                <a:spcPts val="500"/>
              </a:spcBef>
              <a:spcAft>
                <a:spcPts val="0"/>
              </a:spcAft>
              <a:buSzPts val="1400"/>
              <a:buChar char="•"/>
              <a:defRPr sz="1400">
                <a:solidFill>
                  <a:schemeClr val="lt1"/>
                </a:solidFill>
                <a:latin typeface="Arial"/>
                <a:ea typeface="Arial"/>
                <a:cs typeface="Arial"/>
                <a:sym typeface="Aria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14" name="Google Shape;214;p119"/>
          <p:cNvSpPr txBox="1">
            <a:spLocks noGrp="1"/>
          </p:cNvSpPr>
          <p:nvPr>
            <p:ph type="body" idx="13"/>
          </p:nvPr>
        </p:nvSpPr>
        <p:spPr>
          <a:xfrm>
            <a:off x="9695965" y="4240093"/>
            <a:ext cx="1776140" cy="1463040"/>
          </a:xfrm>
          <a:prstGeom prst="rect">
            <a:avLst/>
          </a:prstGeom>
          <a:noFill/>
          <a:ln>
            <a:noFill/>
          </a:ln>
        </p:spPr>
        <p:txBody>
          <a:bodyPr spcFirstLastPara="1" wrap="square" lIns="0" tIns="0" rIns="0" bIns="0" anchor="t" anchorCtr="0">
            <a:noAutofit/>
          </a:bodyPr>
          <a:lstStyle>
            <a:lvl1pPr marL="457200" lvl="0" indent="-228600" algn="ctr">
              <a:lnSpc>
                <a:spcPct val="100000"/>
              </a:lnSpc>
              <a:spcBef>
                <a:spcPts val="600"/>
              </a:spcBef>
              <a:spcAft>
                <a:spcPts val="0"/>
              </a:spcAft>
              <a:buSzPts val="1400"/>
              <a:buNone/>
              <a:defRPr sz="1400">
                <a:solidFill>
                  <a:schemeClr val="lt1"/>
                </a:solidFill>
                <a:latin typeface="Arial"/>
                <a:ea typeface="Arial"/>
                <a:cs typeface="Arial"/>
                <a:sym typeface="Arial"/>
              </a:defRPr>
            </a:lvl1pPr>
            <a:lvl2pPr marL="914400" lvl="1" indent="-330200" algn="l">
              <a:lnSpc>
                <a:spcPct val="100000"/>
              </a:lnSpc>
              <a:spcBef>
                <a:spcPts val="600"/>
              </a:spcBef>
              <a:spcAft>
                <a:spcPts val="0"/>
              </a:spcAft>
              <a:buSzPts val="1600"/>
              <a:buChar char="•"/>
              <a:defRPr sz="1600">
                <a:solidFill>
                  <a:schemeClr val="lt1"/>
                </a:solidFill>
                <a:latin typeface="Arial"/>
                <a:ea typeface="Arial"/>
                <a:cs typeface="Arial"/>
                <a:sym typeface="Arial"/>
              </a:defRPr>
            </a:lvl2pPr>
            <a:lvl3pPr marL="1371600" lvl="2" indent="-317500" algn="l">
              <a:lnSpc>
                <a:spcPct val="100000"/>
              </a:lnSpc>
              <a:spcBef>
                <a:spcPts val="600"/>
              </a:spcBef>
              <a:spcAft>
                <a:spcPts val="0"/>
              </a:spcAft>
              <a:buSzPts val="1400"/>
              <a:buChar char="•"/>
              <a:defRPr sz="1400">
                <a:solidFill>
                  <a:schemeClr val="lt1"/>
                </a:solidFill>
                <a:latin typeface="Arial"/>
                <a:ea typeface="Arial"/>
                <a:cs typeface="Arial"/>
                <a:sym typeface="Arial"/>
              </a:defRPr>
            </a:lvl3pPr>
            <a:lvl4pPr marL="1828800" lvl="3" indent="-317500" algn="l">
              <a:lnSpc>
                <a:spcPct val="90000"/>
              </a:lnSpc>
              <a:spcBef>
                <a:spcPts val="500"/>
              </a:spcBef>
              <a:spcAft>
                <a:spcPts val="0"/>
              </a:spcAft>
              <a:buSzPts val="1400"/>
              <a:buChar char="•"/>
              <a:defRPr sz="1400">
                <a:solidFill>
                  <a:schemeClr val="lt1"/>
                </a:solidFill>
                <a:latin typeface="Arial"/>
                <a:ea typeface="Arial"/>
                <a:cs typeface="Arial"/>
                <a:sym typeface="Arial"/>
              </a:defRPr>
            </a:lvl4pPr>
            <a:lvl5pPr marL="2286000" lvl="4" indent="-317500" algn="l">
              <a:lnSpc>
                <a:spcPct val="90000"/>
              </a:lnSpc>
              <a:spcBef>
                <a:spcPts val="500"/>
              </a:spcBef>
              <a:spcAft>
                <a:spcPts val="0"/>
              </a:spcAft>
              <a:buSzPts val="1400"/>
              <a:buChar char="•"/>
              <a:defRPr sz="1400">
                <a:solidFill>
                  <a:schemeClr val="lt1"/>
                </a:solidFill>
                <a:latin typeface="Arial"/>
                <a:ea typeface="Arial"/>
                <a:cs typeface="Arial"/>
                <a:sym typeface="Aria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cxnSp>
        <p:nvCxnSpPr>
          <p:cNvPr id="215" name="Google Shape;215;p119"/>
          <p:cNvCxnSpPr/>
          <p:nvPr/>
        </p:nvCxnSpPr>
        <p:spPr>
          <a:xfrm>
            <a:off x="1242354" y="3825022"/>
            <a:ext cx="731221" cy="0"/>
          </a:xfrm>
          <a:prstGeom prst="straightConnector1">
            <a:avLst/>
          </a:prstGeom>
          <a:noFill/>
          <a:ln w="38100" cap="rnd" cmpd="sng">
            <a:solidFill>
              <a:schemeClr val="accent2"/>
            </a:solidFill>
            <a:prstDash val="solid"/>
            <a:miter lim="800000"/>
            <a:headEnd type="none" w="sm" len="sm"/>
            <a:tailEnd type="none" w="sm" len="sm"/>
          </a:ln>
        </p:spPr>
      </p:cxnSp>
      <p:cxnSp>
        <p:nvCxnSpPr>
          <p:cNvPr id="216" name="Google Shape;216;p119"/>
          <p:cNvCxnSpPr/>
          <p:nvPr/>
        </p:nvCxnSpPr>
        <p:spPr>
          <a:xfrm>
            <a:off x="3486372" y="3825022"/>
            <a:ext cx="731221" cy="0"/>
          </a:xfrm>
          <a:prstGeom prst="straightConnector1">
            <a:avLst/>
          </a:prstGeom>
          <a:noFill/>
          <a:ln w="38100" cap="rnd" cmpd="sng">
            <a:solidFill>
              <a:schemeClr val="accent2"/>
            </a:solidFill>
            <a:prstDash val="solid"/>
            <a:miter lim="800000"/>
            <a:headEnd type="none" w="sm" len="sm"/>
            <a:tailEnd type="none" w="sm" len="sm"/>
          </a:ln>
        </p:spPr>
      </p:cxnSp>
      <p:cxnSp>
        <p:nvCxnSpPr>
          <p:cNvPr id="217" name="Google Shape;217;p119"/>
          <p:cNvCxnSpPr/>
          <p:nvPr/>
        </p:nvCxnSpPr>
        <p:spPr>
          <a:xfrm>
            <a:off x="5730390" y="3825022"/>
            <a:ext cx="731221" cy="0"/>
          </a:xfrm>
          <a:prstGeom prst="straightConnector1">
            <a:avLst/>
          </a:prstGeom>
          <a:noFill/>
          <a:ln w="38100" cap="rnd" cmpd="sng">
            <a:solidFill>
              <a:schemeClr val="accent2"/>
            </a:solidFill>
            <a:prstDash val="solid"/>
            <a:miter lim="800000"/>
            <a:headEnd type="none" w="sm" len="sm"/>
            <a:tailEnd type="none" w="sm" len="sm"/>
          </a:ln>
        </p:spPr>
      </p:cxnSp>
      <p:cxnSp>
        <p:nvCxnSpPr>
          <p:cNvPr id="218" name="Google Shape;218;p119"/>
          <p:cNvCxnSpPr/>
          <p:nvPr/>
        </p:nvCxnSpPr>
        <p:spPr>
          <a:xfrm>
            <a:off x="7974408" y="3825022"/>
            <a:ext cx="731221" cy="0"/>
          </a:xfrm>
          <a:prstGeom prst="straightConnector1">
            <a:avLst/>
          </a:prstGeom>
          <a:noFill/>
          <a:ln w="38100" cap="rnd" cmpd="sng">
            <a:solidFill>
              <a:schemeClr val="accent2"/>
            </a:solidFill>
            <a:prstDash val="solid"/>
            <a:miter lim="800000"/>
            <a:headEnd type="none" w="sm" len="sm"/>
            <a:tailEnd type="none" w="sm" len="sm"/>
          </a:ln>
        </p:spPr>
      </p:cxnSp>
      <p:cxnSp>
        <p:nvCxnSpPr>
          <p:cNvPr id="219" name="Google Shape;219;p119"/>
          <p:cNvCxnSpPr/>
          <p:nvPr/>
        </p:nvCxnSpPr>
        <p:spPr>
          <a:xfrm>
            <a:off x="10218425" y="3825022"/>
            <a:ext cx="731221" cy="0"/>
          </a:xfrm>
          <a:prstGeom prst="straightConnector1">
            <a:avLst/>
          </a:prstGeom>
          <a:noFill/>
          <a:ln w="38100" cap="rnd" cmpd="sng">
            <a:solidFill>
              <a:schemeClr val="accent2"/>
            </a:solidFill>
            <a:prstDash val="solid"/>
            <a:miter lim="800000"/>
            <a:headEnd type="none" w="sm" len="sm"/>
            <a:tailEnd type="none" w="sm" len="sm"/>
          </a:ln>
        </p:spPr>
      </p:cxnSp>
      <p:sp>
        <p:nvSpPr>
          <p:cNvPr id="220" name="Google Shape;220;p119"/>
          <p:cNvSpPr/>
          <p:nvPr/>
        </p:nvSpPr>
        <p:spPr>
          <a:xfrm flipH="1">
            <a:off x="10782300" y="5448297"/>
            <a:ext cx="1409700" cy="1409703"/>
          </a:xfrm>
          <a:custGeom>
            <a:avLst/>
            <a:gdLst/>
            <a:ahLst/>
            <a:cxnLst/>
            <a:rect l="l" t="t" r="r" b="b"/>
            <a:pathLst>
              <a:path w="754341" h="754341" extrusionOk="0">
                <a:moveTo>
                  <a:pt x="754341" y="754341"/>
                </a:moveTo>
                <a:lnTo>
                  <a:pt x="0" y="754341"/>
                </a:lnTo>
                <a:lnTo>
                  <a:pt x="0" y="0"/>
                </a:lnTo>
                <a:close/>
              </a:path>
            </a:pathLst>
          </a:cu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221" name="Google Shape;221;p119"/>
          <p:cNvSpPr txBox="1">
            <a:spLocks noGrp="1"/>
          </p:cNvSpPr>
          <p:nvPr>
            <p:ph type="sldNum" idx="12"/>
          </p:nvPr>
        </p:nvSpPr>
        <p:spPr>
          <a:xfrm>
            <a:off x="11252200" y="6315075"/>
            <a:ext cx="406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000" b="0" i="0" u="none" strike="noStrike" cap="none">
                <a:solidFill>
                  <a:schemeClr val="lt1"/>
                </a:solidFill>
                <a:latin typeface="Oswald"/>
                <a:ea typeface="Oswald"/>
                <a:cs typeface="Oswald"/>
                <a:sym typeface="Oswald"/>
              </a:defRPr>
            </a:lvl1pPr>
            <a:lvl2pPr marL="0" lvl="1" indent="0" algn="r">
              <a:spcBef>
                <a:spcPts val="0"/>
              </a:spcBef>
              <a:buNone/>
              <a:defRPr sz="1000" b="0" i="0" u="none" strike="noStrike" cap="none">
                <a:solidFill>
                  <a:schemeClr val="lt1"/>
                </a:solidFill>
                <a:latin typeface="Oswald"/>
                <a:ea typeface="Oswald"/>
                <a:cs typeface="Oswald"/>
                <a:sym typeface="Oswald"/>
              </a:defRPr>
            </a:lvl2pPr>
            <a:lvl3pPr marL="0" lvl="2" indent="0" algn="r">
              <a:spcBef>
                <a:spcPts val="0"/>
              </a:spcBef>
              <a:buNone/>
              <a:defRPr sz="1000" b="0" i="0" u="none" strike="noStrike" cap="none">
                <a:solidFill>
                  <a:schemeClr val="lt1"/>
                </a:solidFill>
                <a:latin typeface="Oswald"/>
                <a:ea typeface="Oswald"/>
                <a:cs typeface="Oswald"/>
                <a:sym typeface="Oswald"/>
              </a:defRPr>
            </a:lvl3pPr>
            <a:lvl4pPr marL="0" lvl="3" indent="0" algn="r">
              <a:spcBef>
                <a:spcPts val="0"/>
              </a:spcBef>
              <a:buNone/>
              <a:defRPr sz="1000" b="0" i="0" u="none" strike="noStrike" cap="none">
                <a:solidFill>
                  <a:schemeClr val="lt1"/>
                </a:solidFill>
                <a:latin typeface="Oswald"/>
                <a:ea typeface="Oswald"/>
                <a:cs typeface="Oswald"/>
                <a:sym typeface="Oswald"/>
              </a:defRPr>
            </a:lvl4pPr>
            <a:lvl5pPr marL="0" lvl="4" indent="0" algn="r">
              <a:spcBef>
                <a:spcPts val="0"/>
              </a:spcBef>
              <a:buNone/>
              <a:defRPr sz="1000" b="0" i="0" u="none" strike="noStrike" cap="none">
                <a:solidFill>
                  <a:schemeClr val="lt1"/>
                </a:solidFill>
                <a:latin typeface="Oswald"/>
                <a:ea typeface="Oswald"/>
                <a:cs typeface="Oswald"/>
                <a:sym typeface="Oswald"/>
              </a:defRPr>
            </a:lvl5pPr>
            <a:lvl6pPr marL="0" lvl="5" indent="0" algn="r">
              <a:spcBef>
                <a:spcPts val="0"/>
              </a:spcBef>
              <a:buNone/>
              <a:defRPr sz="1000" b="0" i="0" u="none" strike="noStrike" cap="none">
                <a:solidFill>
                  <a:schemeClr val="lt1"/>
                </a:solidFill>
                <a:latin typeface="Oswald"/>
                <a:ea typeface="Oswald"/>
                <a:cs typeface="Oswald"/>
                <a:sym typeface="Oswald"/>
              </a:defRPr>
            </a:lvl6pPr>
            <a:lvl7pPr marL="0" lvl="6" indent="0" algn="r">
              <a:spcBef>
                <a:spcPts val="0"/>
              </a:spcBef>
              <a:buNone/>
              <a:defRPr sz="1000" b="0" i="0" u="none" strike="noStrike" cap="none">
                <a:solidFill>
                  <a:schemeClr val="lt1"/>
                </a:solidFill>
                <a:latin typeface="Oswald"/>
                <a:ea typeface="Oswald"/>
                <a:cs typeface="Oswald"/>
                <a:sym typeface="Oswald"/>
              </a:defRPr>
            </a:lvl7pPr>
            <a:lvl8pPr marL="0" lvl="7" indent="0" algn="r">
              <a:spcBef>
                <a:spcPts val="0"/>
              </a:spcBef>
              <a:buNone/>
              <a:defRPr sz="1000" b="0" i="0" u="none" strike="noStrike" cap="none">
                <a:solidFill>
                  <a:schemeClr val="lt1"/>
                </a:solidFill>
                <a:latin typeface="Oswald"/>
                <a:ea typeface="Oswald"/>
                <a:cs typeface="Oswald"/>
                <a:sym typeface="Oswald"/>
              </a:defRPr>
            </a:lvl8pPr>
            <a:lvl9pPr marL="0" lvl="8" indent="0" algn="r">
              <a:spcBef>
                <a:spcPts val="0"/>
              </a:spcBef>
              <a:buNone/>
              <a:defRPr sz="1000" b="0" i="0" u="none" strike="noStrike" cap="none">
                <a:solidFill>
                  <a:schemeClr val="lt1"/>
                </a:solidFill>
                <a:latin typeface="Oswald"/>
                <a:ea typeface="Oswald"/>
                <a:cs typeface="Oswald"/>
                <a:sym typeface="Oswald"/>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Photo + 3 Section">
  <p:cSld name="Photo + 3 Section">
    <p:bg>
      <p:bgPr>
        <a:solidFill>
          <a:schemeClr val="accent2"/>
        </a:solidFill>
        <a:effectLst/>
      </p:bgPr>
    </p:bg>
    <p:spTree>
      <p:nvGrpSpPr>
        <p:cNvPr id="1" name="Shape 222"/>
        <p:cNvGrpSpPr/>
        <p:nvPr/>
      </p:nvGrpSpPr>
      <p:grpSpPr>
        <a:xfrm>
          <a:off x="0" y="0"/>
          <a:ext cx="0" cy="0"/>
          <a:chOff x="0" y="0"/>
          <a:chExt cx="0" cy="0"/>
        </a:xfrm>
      </p:grpSpPr>
      <p:sp>
        <p:nvSpPr>
          <p:cNvPr id="223" name="Google Shape;223;p120"/>
          <p:cNvSpPr/>
          <p:nvPr/>
        </p:nvSpPr>
        <p:spPr>
          <a:xfrm>
            <a:off x="0" y="0"/>
            <a:ext cx="12192000" cy="6884191"/>
          </a:xfrm>
          <a:prstGeom prst="rect">
            <a:avLst/>
          </a:prstGeom>
          <a:solidFill>
            <a:srgbClr val="289BA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224" name="Google Shape;224;p120"/>
          <p:cNvSpPr/>
          <p:nvPr/>
        </p:nvSpPr>
        <p:spPr>
          <a:xfrm>
            <a:off x="0" y="0"/>
            <a:ext cx="12192001" cy="6884191"/>
          </a:xfrm>
          <a:custGeom>
            <a:avLst/>
            <a:gdLst/>
            <a:ahLst/>
            <a:cxnLst/>
            <a:rect l="l" t="t" r="r" b="b"/>
            <a:pathLst>
              <a:path w="12192001" h="6884191" extrusionOk="0">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3725"/>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225" name="Google Shape;225;p120"/>
          <p:cNvSpPr/>
          <p:nvPr/>
        </p:nvSpPr>
        <p:spPr>
          <a:xfrm rot="5400000" flipH="1">
            <a:off x="2964809" y="-2364446"/>
            <a:ext cx="6862744" cy="11591639"/>
          </a:xfrm>
          <a:custGeom>
            <a:avLst/>
            <a:gdLst/>
            <a:ahLst/>
            <a:cxnLst/>
            <a:rect l="l" t="t" r="r" b="b"/>
            <a:pathLst>
              <a:path w="6862744" h="11591639" extrusionOk="0">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solidFill>
            <a:srgbClr val="289BA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226" name="Google Shape;226;p120"/>
          <p:cNvSpPr/>
          <p:nvPr/>
        </p:nvSpPr>
        <p:spPr>
          <a:xfrm rot="5400000" flipH="1">
            <a:off x="2664629" y="-2664627"/>
            <a:ext cx="6862744" cy="12192000"/>
          </a:xfrm>
          <a:custGeom>
            <a:avLst/>
            <a:gdLst/>
            <a:ahLst/>
            <a:cxnLst/>
            <a:rect l="l" t="t" r="r" b="b"/>
            <a:pathLst>
              <a:path w="6849744" h="12192000" extrusionOk="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rgbClr val="1B677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227" name="Google Shape;227;p120"/>
          <p:cNvSpPr/>
          <p:nvPr/>
        </p:nvSpPr>
        <p:spPr>
          <a:xfrm rot="5400000" flipH="1">
            <a:off x="2664628" y="-2664627"/>
            <a:ext cx="6862744" cy="12192000"/>
          </a:xfrm>
          <a:custGeom>
            <a:avLst/>
            <a:gdLst/>
            <a:ahLst/>
            <a:cxnLst/>
            <a:rect l="l" t="t" r="r" b="b"/>
            <a:pathLst>
              <a:path w="6849744" h="12192000" extrusionOk="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rgbClr val="003252">
              <a:alpha val="89803"/>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228" name="Google Shape;228;p120"/>
          <p:cNvSpPr txBox="1">
            <a:spLocks noGrp="1"/>
          </p:cNvSpPr>
          <p:nvPr>
            <p:ph type="title"/>
          </p:nvPr>
        </p:nvSpPr>
        <p:spPr>
          <a:xfrm>
            <a:off x="444500" y="542925"/>
            <a:ext cx="11214100" cy="535531"/>
          </a:xfrm>
          <a:prstGeom prst="rect">
            <a:avLst/>
          </a:prstGeom>
          <a:noFill/>
          <a:ln>
            <a:noFill/>
          </a:ln>
        </p:spPr>
        <p:txBody>
          <a:bodyPr spcFirstLastPara="1" wrap="square" lIns="91425" tIns="45700" rIns="91425" bIns="45700" anchor="t" anchorCtr="0">
            <a:spAutoFit/>
          </a:bodyPr>
          <a:lstStyle>
            <a:lvl1pPr lvl="0" algn="l">
              <a:lnSpc>
                <a:spcPct val="90000"/>
              </a:lnSpc>
              <a:spcBef>
                <a:spcPts val="0"/>
              </a:spcBef>
              <a:spcAft>
                <a:spcPts val="0"/>
              </a:spcAft>
              <a:buClr>
                <a:schemeClr val="lt1"/>
              </a:buClr>
              <a:buSzPts val="3200"/>
              <a:buFont typeface="Trebuchet MS"/>
              <a:buNone/>
              <a:defRPr sz="3200" b="1">
                <a:solidFill>
                  <a:schemeClr val="lt1"/>
                </a:solidFill>
                <a:latin typeface="Trebuchet MS"/>
                <a:ea typeface="Trebuchet MS"/>
                <a:cs typeface="Trebuchet MS"/>
                <a:sym typeface="Trebuchet M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grpSp>
        <p:nvGrpSpPr>
          <p:cNvPr id="229" name="Google Shape;229;p120"/>
          <p:cNvGrpSpPr/>
          <p:nvPr/>
        </p:nvGrpSpPr>
        <p:grpSpPr>
          <a:xfrm rot="-5400000">
            <a:off x="390304" y="-431739"/>
            <a:ext cx="757355" cy="863476"/>
            <a:chOff x="10431417" y="6819549"/>
            <a:chExt cx="3512798" cy="4005019"/>
          </a:xfrm>
        </p:grpSpPr>
        <p:sp>
          <p:nvSpPr>
            <p:cNvPr id="230" name="Google Shape;230;p120"/>
            <p:cNvSpPr/>
            <p:nvPr/>
          </p:nvSpPr>
          <p:spPr>
            <a:xfrm rot="2700000">
              <a:off x="10945855" y="7826207"/>
              <a:ext cx="2483923" cy="2483924"/>
            </a:xfrm>
            <a:custGeom>
              <a:avLst/>
              <a:gdLst/>
              <a:ahLst/>
              <a:cxnLst/>
              <a:rect l="l" t="t" r="r" b="b"/>
              <a:pathLst>
                <a:path w="754341" h="754341" extrusionOk="0">
                  <a:moveTo>
                    <a:pt x="754341" y="754341"/>
                  </a:moveTo>
                  <a:lnTo>
                    <a:pt x="0" y="754341"/>
                  </a:lnTo>
                  <a:lnTo>
                    <a:pt x="0" y="0"/>
                  </a:lnTo>
                  <a:close/>
                </a:path>
              </a:pathLst>
            </a:custGeom>
            <a:solidFill>
              <a:srgbClr val="00325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231" name="Google Shape;231;p120"/>
            <p:cNvSpPr/>
            <p:nvPr/>
          </p:nvSpPr>
          <p:spPr>
            <a:xfrm rot="8100000" flipH="1">
              <a:off x="10986797" y="7317026"/>
              <a:ext cx="2402031" cy="2402032"/>
            </a:xfrm>
            <a:custGeom>
              <a:avLst/>
              <a:gdLst/>
              <a:ahLst/>
              <a:cxnLst/>
              <a:rect l="l" t="t" r="r" b="b"/>
              <a:pathLst>
                <a:path w="754341" h="754341" extrusionOk="0">
                  <a:moveTo>
                    <a:pt x="754341" y="754341"/>
                  </a:moveTo>
                  <a:lnTo>
                    <a:pt x="0" y="754341"/>
                  </a:lnTo>
                  <a:lnTo>
                    <a:pt x="0" y="0"/>
                  </a:lnTo>
                  <a:close/>
                </a:path>
              </a:pathLst>
            </a:custGeom>
            <a:solidFill>
              <a:srgbClr val="1B677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grpSp>
      <p:grpSp>
        <p:nvGrpSpPr>
          <p:cNvPr id="232" name="Google Shape;232;p120"/>
          <p:cNvGrpSpPr/>
          <p:nvPr/>
        </p:nvGrpSpPr>
        <p:grpSpPr>
          <a:xfrm>
            <a:off x="-1" y="1357409"/>
            <a:ext cx="12192001" cy="4846320"/>
            <a:chOff x="-1" y="1357409"/>
            <a:chExt cx="12192001" cy="4917518"/>
          </a:xfrm>
        </p:grpSpPr>
        <p:sp>
          <p:nvSpPr>
            <p:cNvPr id="233" name="Google Shape;233;p120"/>
            <p:cNvSpPr/>
            <p:nvPr/>
          </p:nvSpPr>
          <p:spPr>
            <a:xfrm rot="10800000" flipH="1">
              <a:off x="-1" y="1357409"/>
              <a:ext cx="12192000" cy="4917518"/>
            </a:xfrm>
            <a:prstGeom prst="snip1Rect">
              <a:avLst>
                <a:gd name="adj" fmla="val 0"/>
              </a:avLst>
            </a:prstGeom>
            <a:solidFill>
              <a:srgbClr val="1B677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234" name="Google Shape;234;p120"/>
            <p:cNvSpPr/>
            <p:nvPr/>
          </p:nvSpPr>
          <p:spPr>
            <a:xfrm rot="10800000" flipH="1">
              <a:off x="-1" y="1357409"/>
              <a:ext cx="12192001" cy="4917518"/>
            </a:xfrm>
            <a:prstGeom prst="snip1Rect">
              <a:avLst>
                <a:gd name="adj" fmla="val 19670"/>
              </a:avLst>
            </a:prstGeom>
            <a:solidFill>
              <a:srgbClr val="00325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grpSp>
      <p:sp>
        <p:nvSpPr>
          <p:cNvPr id="235" name="Google Shape;235;p120"/>
          <p:cNvSpPr txBox="1">
            <a:spLocks noGrp="1"/>
          </p:cNvSpPr>
          <p:nvPr>
            <p:ph type="body" idx="1"/>
          </p:nvPr>
        </p:nvSpPr>
        <p:spPr>
          <a:xfrm>
            <a:off x="542094" y="4240093"/>
            <a:ext cx="3293306" cy="146304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600"/>
              </a:spcBef>
              <a:spcAft>
                <a:spcPts val="0"/>
              </a:spcAft>
              <a:buSzPts val="1400"/>
              <a:buNone/>
              <a:defRPr sz="1400">
                <a:solidFill>
                  <a:schemeClr val="lt1"/>
                </a:solidFill>
                <a:latin typeface="Arial"/>
                <a:ea typeface="Arial"/>
                <a:cs typeface="Arial"/>
                <a:sym typeface="Arial"/>
              </a:defRPr>
            </a:lvl1pPr>
            <a:lvl2pPr marL="914400" lvl="1" indent="-330200" algn="l">
              <a:lnSpc>
                <a:spcPct val="100000"/>
              </a:lnSpc>
              <a:spcBef>
                <a:spcPts val="600"/>
              </a:spcBef>
              <a:spcAft>
                <a:spcPts val="0"/>
              </a:spcAft>
              <a:buSzPts val="1600"/>
              <a:buChar char="•"/>
              <a:defRPr sz="1600">
                <a:solidFill>
                  <a:schemeClr val="lt1"/>
                </a:solidFill>
                <a:latin typeface="Arial"/>
                <a:ea typeface="Arial"/>
                <a:cs typeface="Arial"/>
                <a:sym typeface="Arial"/>
              </a:defRPr>
            </a:lvl2pPr>
            <a:lvl3pPr marL="1371600" lvl="2" indent="-317500" algn="l">
              <a:lnSpc>
                <a:spcPct val="100000"/>
              </a:lnSpc>
              <a:spcBef>
                <a:spcPts val="600"/>
              </a:spcBef>
              <a:spcAft>
                <a:spcPts val="0"/>
              </a:spcAft>
              <a:buSzPts val="1400"/>
              <a:buChar char="•"/>
              <a:defRPr sz="1400">
                <a:solidFill>
                  <a:schemeClr val="lt1"/>
                </a:solidFill>
                <a:latin typeface="Arial"/>
                <a:ea typeface="Arial"/>
                <a:cs typeface="Arial"/>
                <a:sym typeface="Arial"/>
              </a:defRPr>
            </a:lvl3pPr>
            <a:lvl4pPr marL="1828800" lvl="3" indent="-317500" algn="l">
              <a:lnSpc>
                <a:spcPct val="90000"/>
              </a:lnSpc>
              <a:spcBef>
                <a:spcPts val="500"/>
              </a:spcBef>
              <a:spcAft>
                <a:spcPts val="0"/>
              </a:spcAft>
              <a:buSzPts val="1400"/>
              <a:buChar char="•"/>
              <a:defRPr sz="1400">
                <a:solidFill>
                  <a:schemeClr val="lt1"/>
                </a:solidFill>
                <a:latin typeface="Arial"/>
                <a:ea typeface="Arial"/>
                <a:cs typeface="Arial"/>
                <a:sym typeface="Arial"/>
              </a:defRPr>
            </a:lvl4pPr>
            <a:lvl5pPr marL="2286000" lvl="4" indent="-317500" algn="l">
              <a:lnSpc>
                <a:spcPct val="90000"/>
              </a:lnSpc>
              <a:spcBef>
                <a:spcPts val="500"/>
              </a:spcBef>
              <a:spcAft>
                <a:spcPts val="0"/>
              </a:spcAft>
              <a:buSzPts val="1400"/>
              <a:buChar char="•"/>
              <a:defRPr sz="1400">
                <a:solidFill>
                  <a:schemeClr val="lt1"/>
                </a:solidFill>
                <a:latin typeface="Arial"/>
                <a:ea typeface="Arial"/>
                <a:cs typeface="Arial"/>
                <a:sym typeface="Aria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36" name="Google Shape;236;p120"/>
          <p:cNvSpPr/>
          <p:nvPr/>
        </p:nvSpPr>
        <p:spPr>
          <a:xfrm flipH="1">
            <a:off x="10782300" y="5448297"/>
            <a:ext cx="1409700" cy="1409703"/>
          </a:xfrm>
          <a:custGeom>
            <a:avLst/>
            <a:gdLst/>
            <a:ahLst/>
            <a:cxnLst/>
            <a:rect l="l" t="t" r="r" b="b"/>
            <a:pathLst>
              <a:path w="754341" h="754341" extrusionOk="0">
                <a:moveTo>
                  <a:pt x="754341" y="754341"/>
                </a:moveTo>
                <a:lnTo>
                  <a:pt x="0" y="754341"/>
                </a:lnTo>
                <a:lnTo>
                  <a:pt x="0" y="0"/>
                </a:lnTo>
                <a:close/>
              </a:path>
            </a:pathLst>
          </a:cu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237" name="Google Shape;237;p120"/>
          <p:cNvSpPr txBox="1">
            <a:spLocks noGrp="1"/>
          </p:cNvSpPr>
          <p:nvPr>
            <p:ph type="sldNum" idx="12"/>
          </p:nvPr>
        </p:nvSpPr>
        <p:spPr>
          <a:xfrm>
            <a:off x="11252200" y="6315075"/>
            <a:ext cx="406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000" b="0" i="0" u="none" strike="noStrike" cap="none">
                <a:solidFill>
                  <a:schemeClr val="lt1"/>
                </a:solidFill>
                <a:latin typeface="Oswald"/>
                <a:ea typeface="Oswald"/>
                <a:cs typeface="Oswald"/>
                <a:sym typeface="Oswald"/>
              </a:defRPr>
            </a:lvl1pPr>
            <a:lvl2pPr marL="0" lvl="1" indent="0" algn="r">
              <a:spcBef>
                <a:spcPts val="0"/>
              </a:spcBef>
              <a:buNone/>
              <a:defRPr sz="1000" b="0" i="0" u="none" strike="noStrike" cap="none">
                <a:solidFill>
                  <a:schemeClr val="lt1"/>
                </a:solidFill>
                <a:latin typeface="Oswald"/>
                <a:ea typeface="Oswald"/>
                <a:cs typeface="Oswald"/>
                <a:sym typeface="Oswald"/>
              </a:defRPr>
            </a:lvl2pPr>
            <a:lvl3pPr marL="0" lvl="2" indent="0" algn="r">
              <a:spcBef>
                <a:spcPts val="0"/>
              </a:spcBef>
              <a:buNone/>
              <a:defRPr sz="1000" b="0" i="0" u="none" strike="noStrike" cap="none">
                <a:solidFill>
                  <a:schemeClr val="lt1"/>
                </a:solidFill>
                <a:latin typeface="Oswald"/>
                <a:ea typeface="Oswald"/>
                <a:cs typeface="Oswald"/>
                <a:sym typeface="Oswald"/>
              </a:defRPr>
            </a:lvl3pPr>
            <a:lvl4pPr marL="0" lvl="3" indent="0" algn="r">
              <a:spcBef>
                <a:spcPts val="0"/>
              </a:spcBef>
              <a:buNone/>
              <a:defRPr sz="1000" b="0" i="0" u="none" strike="noStrike" cap="none">
                <a:solidFill>
                  <a:schemeClr val="lt1"/>
                </a:solidFill>
                <a:latin typeface="Oswald"/>
                <a:ea typeface="Oswald"/>
                <a:cs typeface="Oswald"/>
                <a:sym typeface="Oswald"/>
              </a:defRPr>
            </a:lvl4pPr>
            <a:lvl5pPr marL="0" lvl="4" indent="0" algn="r">
              <a:spcBef>
                <a:spcPts val="0"/>
              </a:spcBef>
              <a:buNone/>
              <a:defRPr sz="1000" b="0" i="0" u="none" strike="noStrike" cap="none">
                <a:solidFill>
                  <a:schemeClr val="lt1"/>
                </a:solidFill>
                <a:latin typeface="Oswald"/>
                <a:ea typeface="Oswald"/>
                <a:cs typeface="Oswald"/>
                <a:sym typeface="Oswald"/>
              </a:defRPr>
            </a:lvl5pPr>
            <a:lvl6pPr marL="0" lvl="5" indent="0" algn="r">
              <a:spcBef>
                <a:spcPts val="0"/>
              </a:spcBef>
              <a:buNone/>
              <a:defRPr sz="1000" b="0" i="0" u="none" strike="noStrike" cap="none">
                <a:solidFill>
                  <a:schemeClr val="lt1"/>
                </a:solidFill>
                <a:latin typeface="Oswald"/>
                <a:ea typeface="Oswald"/>
                <a:cs typeface="Oswald"/>
                <a:sym typeface="Oswald"/>
              </a:defRPr>
            </a:lvl6pPr>
            <a:lvl7pPr marL="0" lvl="6" indent="0" algn="r">
              <a:spcBef>
                <a:spcPts val="0"/>
              </a:spcBef>
              <a:buNone/>
              <a:defRPr sz="1000" b="0" i="0" u="none" strike="noStrike" cap="none">
                <a:solidFill>
                  <a:schemeClr val="lt1"/>
                </a:solidFill>
                <a:latin typeface="Oswald"/>
                <a:ea typeface="Oswald"/>
                <a:cs typeface="Oswald"/>
                <a:sym typeface="Oswald"/>
              </a:defRPr>
            </a:lvl7pPr>
            <a:lvl8pPr marL="0" lvl="7" indent="0" algn="r">
              <a:spcBef>
                <a:spcPts val="0"/>
              </a:spcBef>
              <a:buNone/>
              <a:defRPr sz="1000" b="0" i="0" u="none" strike="noStrike" cap="none">
                <a:solidFill>
                  <a:schemeClr val="lt1"/>
                </a:solidFill>
                <a:latin typeface="Oswald"/>
                <a:ea typeface="Oswald"/>
                <a:cs typeface="Oswald"/>
                <a:sym typeface="Oswald"/>
              </a:defRPr>
            </a:lvl8pPr>
            <a:lvl9pPr marL="0" lvl="8" indent="0" algn="r">
              <a:spcBef>
                <a:spcPts val="0"/>
              </a:spcBef>
              <a:buNone/>
              <a:defRPr sz="1000" b="0" i="0" u="none" strike="noStrike" cap="none">
                <a:solidFill>
                  <a:schemeClr val="lt1"/>
                </a:solidFill>
                <a:latin typeface="Oswald"/>
                <a:ea typeface="Oswald"/>
                <a:cs typeface="Oswald"/>
                <a:sym typeface="Oswald"/>
              </a:defRPr>
            </a:lvl9pPr>
          </a:lstStyle>
          <a:p>
            <a:pPr marL="0" lvl="0" indent="0" algn="r" rtl="0">
              <a:spcBef>
                <a:spcPts val="0"/>
              </a:spcBef>
              <a:spcAft>
                <a:spcPts val="0"/>
              </a:spcAft>
              <a:buNone/>
            </a:pPr>
            <a:fld id="{00000000-1234-1234-1234-123412341234}" type="slidenum">
              <a:rPr lang="en-US"/>
              <a:t>‹#›</a:t>
            </a:fld>
            <a:endParaRPr/>
          </a:p>
        </p:txBody>
      </p:sp>
      <p:sp>
        <p:nvSpPr>
          <p:cNvPr id="238" name="Google Shape;238;p120"/>
          <p:cNvSpPr>
            <a:spLocks noGrp="1"/>
          </p:cNvSpPr>
          <p:nvPr>
            <p:ph type="pic" idx="2"/>
          </p:nvPr>
        </p:nvSpPr>
        <p:spPr>
          <a:xfrm>
            <a:off x="-2" y="1352575"/>
            <a:ext cx="12192002" cy="2289897"/>
          </a:xfrm>
          <a:prstGeom prst="rect">
            <a:avLst/>
          </a:prstGeom>
          <a:noFill/>
          <a:ln>
            <a:noFill/>
          </a:ln>
        </p:spPr>
      </p:sp>
      <p:sp>
        <p:nvSpPr>
          <p:cNvPr id="239" name="Google Shape;239;p120"/>
          <p:cNvSpPr txBox="1">
            <a:spLocks noGrp="1"/>
          </p:cNvSpPr>
          <p:nvPr>
            <p:ph type="body" idx="3"/>
          </p:nvPr>
        </p:nvSpPr>
        <p:spPr>
          <a:xfrm>
            <a:off x="4444169" y="4240093"/>
            <a:ext cx="3293306" cy="146304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600"/>
              </a:spcBef>
              <a:spcAft>
                <a:spcPts val="0"/>
              </a:spcAft>
              <a:buSzPts val="1400"/>
              <a:buNone/>
              <a:defRPr sz="1400">
                <a:solidFill>
                  <a:schemeClr val="lt1"/>
                </a:solidFill>
                <a:latin typeface="Arial"/>
                <a:ea typeface="Arial"/>
                <a:cs typeface="Arial"/>
                <a:sym typeface="Arial"/>
              </a:defRPr>
            </a:lvl1pPr>
            <a:lvl2pPr marL="914400" lvl="1" indent="-330200" algn="l">
              <a:lnSpc>
                <a:spcPct val="100000"/>
              </a:lnSpc>
              <a:spcBef>
                <a:spcPts val="600"/>
              </a:spcBef>
              <a:spcAft>
                <a:spcPts val="0"/>
              </a:spcAft>
              <a:buSzPts val="1600"/>
              <a:buChar char="•"/>
              <a:defRPr sz="1600">
                <a:solidFill>
                  <a:schemeClr val="lt1"/>
                </a:solidFill>
                <a:latin typeface="Arial"/>
                <a:ea typeface="Arial"/>
                <a:cs typeface="Arial"/>
                <a:sym typeface="Arial"/>
              </a:defRPr>
            </a:lvl2pPr>
            <a:lvl3pPr marL="1371600" lvl="2" indent="-317500" algn="l">
              <a:lnSpc>
                <a:spcPct val="100000"/>
              </a:lnSpc>
              <a:spcBef>
                <a:spcPts val="600"/>
              </a:spcBef>
              <a:spcAft>
                <a:spcPts val="0"/>
              </a:spcAft>
              <a:buSzPts val="1400"/>
              <a:buChar char="•"/>
              <a:defRPr sz="1400">
                <a:solidFill>
                  <a:schemeClr val="lt1"/>
                </a:solidFill>
                <a:latin typeface="Arial"/>
                <a:ea typeface="Arial"/>
                <a:cs typeface="Arial"/>
                <a:sym typeface="Arial"/>
              </a:defRPr>
            </a:lvl3pPr>
            <a:lvl4pPr marL="1828800" lvl="3" indent="-317500" algn="l">
              <a:lnSpc>
                <a:spcPct val="90000"/>
              </a:lnSpc>
              <a:spcBef>
                <a:spcPts val="500"/>
              </a:spcBef>
              <a:spcAft>
                <a:spcPts val="0"/>
              </a:spcAft>
              <a:buSzPts val="1400"/>
              <a:buChar char="•"/>
              <a:defRPr sz="1400">
                <a:solidFill>
                  <a:schemeClr val="lt1"/>
                </a:solidFill>
                <a:latin typeface="Arial"/>
                <a:ea typeface="Arial"/>
                <a:cs typeface="Arial"/>
                <a:sym typeface="Arial"/>
              </a:defRPr>
            </a:lvl4pPr>
            <a:lvl5pPr marL="2286000" lvl="4" indent="-317500" algn="l">
              <a:lnSpc>
                <a:spcPct val="90000"/>
              </a:lnSpc>
              <a:spcBef>
                <a:spcPts val="500"/>
              </a:spcBef>
              <a:spcAft>
                <a:spcPts val="0"/>
              </a:spcAft>
              <a:buSzPts val="1400"/>
              <a:buChar char="•"/>
              <a:defRPr sz="1400">
                <a:solidFill>
                  <a:schemeClr val="lt1"/>
                </a:solidFill>
                <a:latin typeface="Arial"/>
                <a:ea typeface="Arial"/>
                <a:cs typeface="Arial"/>
                <a:sym typeface="Aria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40" name="Google Shape;240;p120"/>
          <p:cNvSpPr txBox="1">
            <a:spLocks noGrp="1"/>
          </p:cNvSpPr>
          <p:nvPr>
            <p:ph type="body" idx="4"/>
          </p:nvPr>
        </p:nvSpPr>
        <p:spPr>
          <a:xfrm>
            <a:off x="8346244" y="4240093"/>
            <a:ext cx="3293306" cy="146304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600"/>
              </a:spcBef>
              <a:spcAft>
                <a:spcPts val="0"/>
              </a:spcAft>
              <a:buSzPts val="1400"/>
              <a:buNone/>
              <a:defRPr sz="1400">
                <a:solidFill>
                  <a:schemeClr val="lt1"/>
                </a:solidFill>
                <a:latin typeface="Arial"/>
                <a:ea typeface="Arial"/>
                <a:cs typeface="Arial"/>
                <a:sym typeface="Arial"/>
              </a:defRPr>
            </a:lvl1pPr>
            <a:lvl2pPr marL="914400" lvl="1" indent="-330200" algn="l">
              <a:lnSpc>
                <a:spcPct val="100000"/>
              </a:lnSpc>
              <a:spcBef>
                <a:spcPts val="600"/>
              </a:spcBef>
              <a:spcAft>
                <a:spcPts val="0"/>
              </a:spcAft>
              <a:buSzPts val="1600"/>
              <a:buChar char="•"/>
              <a:defRPr sz="1600">
                <a:solidFill>
                  <a:schemeClr val="lt1"/>
                </a:solidFill>
                <a:latin typeface="Arial"/>
                <a:ea typeface="Arial"/>
                <a:cs typeface="Arial"/>
                <a:sym typeface="Arial"/>
              </a:defRPr>
            </a:lvl2pPr>
            <a:lvl3pPr marL="1371600" lvl="2" indent="-317500" algn="l">
              <a:lnSpc>
                <a:spcPct val="100000"/>
              </a:lnSpc>
              <a:spcBef>
                <a:spcPts val="600"/>
              </a:spcBef>
              <a:spcAft>
                <a:spcPts val="0"/>
              </a:spcAft>
              <a:buSzPts val="1400"/>
              <a:buChar char="•"/>
              <a:defRPr sz="1400">
                <a:solidFill>
                  <a:schemeClr val="lt1"/>
                </a:solidFill>
                <a:latin typeface="Arial"/>
                <a:ea typeface="Arial"/>
                <a:cs typeface="Arial"/>
                <a:sym typeface="Arial"/>
              </a:defRPr>
            </a:lvl3pPr>
            <a:lvl4pPr marL="1828800" lvl="3" indent="-317500" algn="l">
              <a:lnSpc>
                <a:spcPct val="90000"/>
              </a:lnSpc>
              <a:spcBef>
                <a:spcPts val="500"/>
              </a:spcBef>
              <a:spcAft>
                <a:spcPts val="0"/>
              </a:spcAft>
              <a:buSzPts val="1400"/>
              <a:buChar char="•"/>
              <a:defRPr sz="1400">
                <a:solidFill>
                  <a:schemeClr val="lt1"/>
                </a:solidFill>
                <a:latin typeface="Arial"/>
                <a:ea typeface="Arial"/>
                <a:cs typeface="Arial"/>
                <a:sym typeface="Arial"/>
              </a:defRPr>
            </a:lvl4pPr>
            <a:lvl5pPr marL="2286000" lvl="4" indent="-317500" algn="l">
              <a:lnSpc>
                <a:spcPct val="90000"/>
              </a:lnSpc>
              <a:spcBef>
                <a:spcPts val="500"/>
              </a:spcBef>
              <a:spcAft>
                <a:spcPts val="0"/>
              </a:spcAft>
              <a:buSzPts val="1400"/>
              <a:buChar char="•"/>
              <a:defRPr sz="1400">
                <a:solidFill>
                  <a:schemeClr val="lt1"/>
                </a:solidFill>
                <a:latin typeface="Arial"/>
                <a:ea typeface="Arial"/>
                <a:cs typeface="Arial"/>
                <a:sym typeface="Aria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Photo + Text">
  <p:cSld name="Photo + Text">
    <p:bg>
      <p:bgPr>
        <a:solidFill>
          <a:schemeClr val="accent2"/>
        </a:solidFill>
        <a:effectLst/>
      </p:bgPr>
    </p:bg>
    <p:spTree>
      <p:nvGrpSpPr>
        <p:cNvPr id="1" name="Shape 241"/>
        <p:cNvGrpSpPr/>
        <p:nvPr/>
      </p:nvGrpSpPr>
      <p:grpSpPr>
        <a:xfrm>
          <a:off x="0" y="0"/>
          <a:ext cx="0" cy="0"/>
          <a:chOff x="0" y="0"/>
          <a:chExt cx="0" cy="0"/>
        </a:xfrm>
      </p:grpSpPr>
      <p:sp>
        <p:nvSpPr>
          <p:cNvPr id="242" name="Google Shape;242;p121"/>
          <p:cNvSpPr/>
          <p:nvPr/>
        </p:nvSpPr>
        <p:spPr>
          <a:xfrm>
            <a:off x="0" y="0"/>
            <a:ext cx="12192000" cy="6884191"/>
          </a:xfrm>
          <a:prstGeom prst="rect">
            <a:avLst/>
          </a:prstGeom>
          <a:solidFill>
            <a:srgbClr val="289BA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243" name="Google Shape;243;p121"/>
          <p:cNvSpPr/>
          <p:nvPr/>
        </p:nvSpPr>
        <p:spPr>
          <a:xfrm>
            <a:off x="0" y="0"/>
            <a:ext cx="12192001" cy="6884191"/>
          </a:xfrm>
          <a:custGeom>
            <a:avLst/>
            <a:gdLst/>
            <a:ahLst/>
            <a:cxnLst/>
            <a:rect l="l" t="t" r="r" b="b"/>
            <a:pathLst>
              <a:path w="12192001" h="6884191" extrusionOk="0">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3725"/>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244" name="Google Shape;244;p121"/>
          <p:cNvSpPr/>
          <p:nvPr/>
        </p:nvSpPr>
        <p:spPr>
          <a:xfrm rot="5400000" flipH="1">
            <a:off x="2964809" y="-2364446"/>
            <a:ext cx="6862744" cy="11591639"/>
          </a:xfrm>
          <a:custGeom>
            <a:avLst/>
            <a:gdLst/>
            <a:ahLst/>
            <a:cxnLst/>
            <a:rect l="l" t="t" r="r" b="b"/>
            <a:pathLst>
              <a:path w="6862744" h="11591639" extrusionOk="0">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solidFill>
            <a:srgbClr val="289BA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245" name="Google Shape;245;p121"/>
          <p:cNvSpPr/>
          <p:nvPr/>
        </p:nvSpPr>
        <p:spPr>
          <a:xfrm rot="5400000" flipH="1">
            <a:off x="2664629" y="-2664627"/>
            <a:ext cx="6862744" cy="12192000"/>
          </a:xfrm>
          <a:custGeom>
            <a:avLst/>
            <a:gdLst/>
            <a:ahLst/>
            <a:cxnLst/>
            <a:rect l="l" t="t" r="r" b="b"/>
            <a:pathLst>
              <a:path w="6849744" h="12192000" extrusionOk="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rgbClr val="1B677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246" name="Google Shape;246;p121"/>
          <p:cNvSpPr/>
          <p:nvPr/>
        </p:nvSpPr>
        <p:spPr>
          <a:xfrm rot="5400000" flipH="1">
            <a:off x="2664628" y="-2664627"/>
            <a:ext cx="6862744" cy="12192000"/>
          </a:xfrm>
          <a:custGeom>
            <a:avLst/>
            <a:gdLst/>
            <a:ahLst/>
            <a:cxnLst/>
            <a:rect l="l" t="t" r="r" b="b"/>
            <a:pathLst>
              <a:path w="6849744" h="12192000" extrusionOk="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rgbClr val="003252">
              <a:alpha val="89803"/>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247" name="Google Shape;247;p121"/>
          <p:cNvSpPr txBox="1">
            <a:spLocks noGrp="1"/>
          </p:cNvSpPr>
          <p:nvPr>
            <p:ph type="title"/>
          </p:nvPr>
        </p:nvSpPr>
        <p:spPr>
          <a:xfrm>
            <a:off x="444500" y="542925"/>
            <a:ext cx="11214100" cy="535531"/>
          </a:xfrm>
          <a:prstGeom prst="rect">
            <a:avLst/>
          </a:prstGeom>
          <a:noFill/>
          <a:ln>
            <a:noFill/>
          </a:ln>
        </p:spPr>
        <p:txBody>
          <a:bodyPr spcFirstLastPara="1" wrap="square" lIns="91425" tIns="45700" rIns="91425" bIns="45700" anchor="t" anchorCtr="0">
            <a:spAutoFit/>
          </a:bodyPr>
          <a:lstStyle>
            <a:lvl1pPr lvl="0" algn="l">
              <a:lnSpc>
                <a:spcPct val="90000"/>
              </a:lnSpc>
              <a:spcBef>
                <a:spcPts val="0"/>
              </a:spcBef>
              <a:spcAft>
                <a:spcPts val="0"/>
              </a:spcAft>
              <a:buClr>
                <a:schemeClr val="lt1"/>
              </a:buClr>
              <a:buSzPts val="3200"/>
              <a:buFont typeface="Trebuchet MS"/>
              <a:buNone/>
              <a:defRPr sz="3200" b="1">
                <a:solidFill>
                  <a:schemeClr val="lt1"/>
                </a:solidFill>
                <a:latin typeface="Trebuchet MS"/>
                <a:ea typeface="Trebuchet MS"/>
                <a:cs typeface="Trebuchet MS"/>
                <a:sym typeface="Trebuchet M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grpSp>
        <p:nvGrpSpPr>
          <p:cNvPr id="248" name="Google Shape;248;p121"/>
          <p:cNvGrpSpPr/>
          <p:nvPr/>
        </p:nvGrpSpPr>
        <p:grpSpPr>
          <a:xfrm rot="-5400000">
            <a:off x="390304" y="-431739"/>
            <a:ext cx="757355" cy="863476"/>
            <a:chOff x="10431417" y="6819549"/>
            <a:chExt cx="3512798" cy="4005019"/>
          </a:xfrm>
        </p:grpSpPr>
        <p:sp>
          <p:nvSpPr>
            <p:cNvPr id="249" name="Google Shape;249;p121"/>
            <p:cNvSpPr/>
            <p:nvPr/>
          </p:nvSpPr>
          <p:spPr>
            <a:xfrm rot="2700000">
              <a:off x="10945855" y="7826207"/>
              <a:ext cx="2483923" cy="2483924"/>
            </a:xfrm>
            <a:custGeom>
              <a:avLst/>
              <a:gdLst/>
              <a:ahLst/>
              <a:cxnLst/>
              <a:rect l="l" t="t" r="r" b="b"/>
              <a:pathLst>
                <a:path w="754341" h="754341" extrusionOk="0">
                  <a:moveTo>
                    <a:pt x="754341" y="754341"/>
                  </a:moveTo>
                  <a:lnTo>
                    <a:pt x="0" y="754341"/>
                  </a:lnTo>
                  <a:lnTo>
                    <a:pt x="0" y="0"/>
                  </a:lnTo>
                  <a:close/>
                </a:path>
              </a:pathLst>
            </a:custGeom>
            <a:solidFill>
              <a:srgbClr val="00325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250" name="Google Shape;250;p121"/>
            <p:cNvSpPr/>
            <p:nvPr/>
          </p:nvSpPr>
          <p:spPr>
            <a:xfrm rot="8100000" flipH="1">
              <a:off x="10986797" y="7317026"/>
              <a:ext cx="2402031" cy="2402032"/>
            </a:xfrm>
            <a:custGeom>
              <a:avLst/>
              <a:gdLst/>
              <a:ahLst/>
              <a:cxnLst/>
              <a:rect l="l" t="t" r="r" b="b"/>
              <a:pathLst>
                <a:path w="754341" h="754341" extrusionOk="0">
                  <a:moveTo>
                    <a:pt x="754341" y="754341"/>
                  </a:moveTo>
                  <a:lnTo>
                    <a:pt x="0" y="754341"/>
                  </a:lnTo>
                  <a:lnTo>
                    <a:pt x="0" y="0"/>
                  </a:lnTo>
                  <a:close/>
                </a:path>
              </a:pathLst>
            </a:custGeom>
            <a:solidFill>
              <a:srgbClr val="1B677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grpSp>
      <p:grpSp>
        <p:nvGrpSpPr>
          <p:cNvPr id="251" name="Google Shape;251;p121"/>
          <p:cNvGrpSpPr/>
          <p:nvPr/>
        </p:nvGrpSpPr>
        <p:grpSpPr>
          <a:xfrm>
            <a:off x="-1" y="1357409"/>
            <a:ext cx="12192001" cy="4846320"/>
            <a:chOff x="-1" y="1357409"/>
            <a:chExt cx="12192001" cy="4917518"/>
          </a:xfrm>
        </p:grpSpPr>
        <p:sp>
          <p:nvSpPr>
            <p:cNvPr id="252" name="Google Shape;252;p121"/>
            <p:cNvSpPr/>
            <p:nvPr/>
          </p:nvSpPr>
          <p:spPr>
            <a:xfrm rot="10800000" flipH="1">
              <a:off x="-1" y="1357409"/>
              <a:ext cx="12192000" cy="4917518"/>
            </a:xfrm>
            <a:prstGeom prst="snip1Rect">
              <a:avLst>
                <a:gd name="adj" fmla="val 0"/>
              </a:avLst>
            </a:prstGeom>
            <a:solidFill>
              <a:srgbClr val="1B677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253" name="Google Shape;253;p121"/>
            <p:cNvSpPr/>
            <p:nvPr/>
          </p:nvSpPr>
          <p:spPr>
            <a:xfrm rot="10800000" flipH="1">
              <a:off x="-1" y="1357409"/>
              <a:ext cx="12192001" cy="4917518"/>
            </a:xfrm>
            <a:prstGeom prst="snip1Rect">
              <a:avLst>
                <a:gd name="adj" fmla="val 19670"/>
              </a:avLst>
            </a:prstGeom>
            <a:solidFill>
              <a:srgbClr val="00325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grpSp>
      <p:sp>
        <p:nvSpPr>
          <p:cNvPr id="254" name="Google Shape;254;p121"/>
          <p:cNvSpPr txBox="1">
            <a:spLocks noGrp="1"/>
          </p:cNvSpPr>
          <p:nvPr>
            <p:ph type="body" idx="1"/>
          </p:nvPr>
        </p:nvSpPr>
        <p:spPr>
          <a:xfrm>
            <a:off x="542094" y="4240093"/>
            <a:ext cx="9402006" cy="146304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300"/>
              </a:spcBef>
              <a:spcAft>
                <a:spcPts val="0"/>
              </a:spcAft>
              <a:buSzPts val="1400"/>
              <a:buNone/>
              <a:defRPr sz="1400">
                <a:solidFill>
                  <a:schemeClr val="lt1"/>
                </a:solidFill>
                <a:latin typeface="Arial"/>
                <a:ea typeface="Arial"/>
                <a:cs typeface="Arial"/>
                <a:sym typeface="Arial"/>
              </a:defRPr>
            </a:lvl1pPr>
            <a:lvl2pPr marL="914400" lvl="1" indent="-330200" algn="l">
              <a:lnSpc>
                <a:spcPct val="100000"/>
              </a:lnSpc>
              <a:spcBef>
                <a:spcPts val="600"/>
              </a:spcBef>
              <a:spcAft>
                <a:spcPts val="0"/>
              </a:spcAft>
              <a:buSzPts val="1600"/>
              <a:buChar char="•"/>
              <a:defRPr sz="1600">
                <a:solidFill>
                  <a:schemeClr val="lt1"/>
                </a:solidFill>
                <a:latin typeface="Arial"/>
                <a:ea typeface="Arial"/>
                <a:cs typeface="Arial"/>
                <a:sym typeface="Arial"/>
              </a:defRPr>
            </a:lvl2pPr>
            <a:lvl3pPr marL="1371600" lvl="2" indent="-317500" algn="l">
              <a:lnSpc>
                <a:spcPct val="100000"/>
              </a:lnSpc>
              <a:spcBef>
                <a:spcPts val="600"/>
              </a:spcBef>
              <a:spcAft>
                <a:spcPts val="0"/>
              </a:spcAft>
              <a:buSzPts val="1400"/>
              <a:buChar char="•"/>
              <a:defRPr sz="1400">
                <a:solidFill>
                  <a:schemeClr val="lt1"/>
                </a:solidFill>
                <a:latin typeface="Arial"/>
                <a:ea typeface="Arial"/>
                <a:cs typeface="Arial"/>
                <a:sym typeface="Arial"/>
              </a:defRPr>
            </a:lvl3pPr>
            <a:lvl4pPr marL="1828800" lvl="3" indent="-317500" algn="l">
              <a:lnSpc>
                <a:spcPct val="90000"/>
              </a:lnSpc>
              <a:spcBef>
                <a:spcPts val="500"/>
              </a:spcBef>
              <a:spcAft>
                <a:spcPts val="0"/>
              </a:spcAft>
              <a:buSzPts val="1400"/>
              <a:buChar char="•"/>
              <a:defRPr sz="1400">
                <a:solidFill>
                  <a:schemeClr val="lt1"/>
                </a:solidFill>
                <a:latin typeface="Arial"/>
                <a:ea typeface="Arial"/>
                <a:cs typeface="Arial"/>
                <a:sym typeface="Arial"/>
              </a:defRPr>
            </a:lvl4pPr>
            <a:lvl5pPr marL="2286000" lvl="4" indent="-317500" algn="l">
              <a:lnSpc>
                <a:spcPct val="90000"/>
              </a:lnSpc>
              <a:spcBef>
                <a:spcPts val="500"/>
              </a:spcBef>
              <a:spcAft>
                <a:spcPts val="0"/>
              </a:spcAft>
              <a:buSzPts val="1400"/>
              <a:buChar char="•"/>
              <a:defRPr sz="1400">
                <a:solidFill>
                  <a:schemeClr val="lt1"/>
                </a:solidFill>
                <a:latin typeface="Arial"/>
                <a:ea typeface="Arial"/>
                <a:cs typeface="Arial"/>
                <a:sym typeface="Aria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55" name="Google Shape;255;p121"/>
          <p:cNvSpPr/>
          <p:nvPr/>
        </p:nvSpPr>
        <p:spPr>
          <a:xfrm flipH="1">
            <a:off x="10782300" y="5448297"/>
            <a:ext cx="1409700" cy="1409703"/>
          </a:xfrm>
          <a:custGeom>
            <a:avLst/>
            <a:gdLst/>
            <a:ahLst/>
            <a:cxnLst/>
            <a:rect l="l" t="t" r="r" b="b"/>
            <a:pathLst>
              <a:path w="754341" h="754341" extrusionOk="0">
                <a:moveTo>
                  <a:pt x="754341" y="754341"/>
                </a:moveTo>
                <a:lnTo>
                  <a:pt x="0" y="754341"/>
                </a:lnTo>
                <a:lnTo>
                  <a:pt x="0" y="0"/>
                </a:lnTo>
                <a:close/>
              </a:path>
            </a:pathLst>
          </a:cu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256" name="Google Shape;256;p121"/>
          <p:cNvSpPr txBox="1">
            <a:spLocks noGrp="1"/>
          </p:cNvSpPr>
          <p:nvPr>
            <p:ph type="sldNum" idx="12"/>
          </p:nvPr>
        </p:nvSpPr>
        <p:spPr>
          <a:xfrm>
            <a:off x="11252200" y="6315075"/>
            <a:ext cx="406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000" b="0" i="0" u="none" strike="noStrike" cap="none">
                <a:solidFill>
                  <a:schemeClr val="lt1"/>
                </a:solidFill>
                <a:latin typeface="Oswald"/>
                <a:ea typeface="Oswald"/>
                <a:cs typeface="Oswald"/>
                <a:sym typeface="Oswald"/>
              </a:defRPr>
            </a:lvl1pPr>
            <a:lvl2pPr marL="0" lvl="1" indent="0" algn="r">
              <a:spcBef>
                <a:spcPts val="0"/>
              </a:spcBef>
              <a:buNone/>
              <a:defRPr sz="1000" b="0" i="0" u="none" strike="noStrike" cap="none">
                <a:solidFill>
                  <a:schemeClr val="lt1"/>
                </a:solidFill>
                <a:latin typeface="Oswald"/>
                <a:ea typeface="Oswald"/>
                <a:cs typeface="Oswald"/>
                <a:sym typeface="Oswald"/>
              </a:defRPr>
            </a:lvl2pPr>
            <a:lvl3pPr marL="0" lvl="2" indent="0" algn="r">
              <a:spcBef>
                <a:spcPts val="0"/>
              </a:spcBef>
              <a:buNone/>
              <a:defRPr sz="1000" b="0" i="0" u="none" strike="noStrike" cap="none">
                <a:solidFill>
                  <a:schemeClr val="lt1"/>
                </a:solidFill>
                <a:latin typeface="Oswald"/>
                <a:ea typeface="Oswald"/>
                <a:cs typeface="Oswald"/>
                <a:sym typeface="Oswald"/>
              </a:defRPr>
            </a:lvl3pPr>
            <a:lvl4pPr marL="0" lvl="3" indent="0" algn="r">
              <a:spcBef>
                <a:spcPts val="0"/>
              </a:spcBef>
              <a:buNone/>
              <a:defRPr sz="1000" b="0" i="0" u="none" strike="noStrike" cap="none">
                <a:solidFill>
                  <a:schemeClr val="lt1"/>
                </a:solidFill>
                <a:latin typeface="Oswald"/>
                <a:ea typeface="Oswald"/>
                <a:cs typeface="Oswald"/>
                <a:sym typeface="Oswald"/>
              </a:defRPr>
            </a:lvl4pPr>
            <a:lvl5pPr marL="0" lvl="4" indent="0" algn="r">
              <a:spcBef>
                <a:spcPts val="0"/>
              </a:spcBef>
              <a:buNone/>
              <a:defRPr sz="1000" b="0" i="0" u="none" strike="noStrike" cap="none">
                <a:solidFill>
                  <a:schemeClr val="lt1"/>
                </a:solidFill>
                <a:latin typeface="Oswald"/>
                <a:ea typeface="Oswald"/>
                <a:cs typeface="Oswald"/>
                <a:sym typeface="Oswald"/>
              </a:defRPr>
            </a:lvl5pPr>
            <a:lvl6pPr marL="0" lvl="5" indent="0" algn="r">
              <a:spcBef>
                <a:spcPts val="0"/>
              </a:spcBef>
              <a:buNone/>
              <a:defRPr sz="1000" b="0" i="0" u="none" strike="noStrike" cap="none">
                <a:solidFill>
                  <a:schemeClr val="lt1"/>
                </a:solidFill>
                <a:latin typeface="Oswald"/>
                <a:ea typeface="Oswald"/>
                <a:cs typeface="Oswald"/>
                <a:sym typeface="Oswald"/>
              </a:defRPr>
            </a:lvl6pPr>
            <a:lvl7pPr marL="0" lvl="6" indent="0" algn="r">
              <a:spcBef>
                <a:spcPts val="0"/>
              </a:spcBef>
              <a:buNone/>
              <a:defRPr sz="1000" b="0" i="0" u="none" strike="noStrike" cap="none">
                <a:solidFill>
                  <a:schemeClr val="lt1"/>
                </a:solidFill>
                <a:latin typeface="Oswald"/>
                <a:ea typeface="Oswald"/>
                <a:cs typeface="Oswald"/>
                <a:sym typeface="Oswald"/>
              </a:defRPr>
            </a:lvl7pPr>
            <a:lvl8pPr marL="0" lvl="7" indent="0" algn="r">
              <a:spcBef>
                <a:spcPts val="0"/>
              </a:spcBef>
              <a:buNone/>
              <a:defRPr sz="1000" b="0" i="0" u="none" strike="noStrike" cap="none">
                <a:solidFill>
                  <a:schemeClr val="lt1"/>
                </a:solidFill>
                <a:latin typeface="Oswald"/>
                <a:ea typeface="Oswald"/>
                <a:cs typeface="Oswald"/>
                <a:sym typeface="Oswald"/>
              </a:defRPr>
            </a:lvl8pPr>
            <a:lvl9pPr marL="0" lvl="8" indent="0" algn="r">
              <a:spcBef>
                <a:spcPts val="0"/>
              </a:spcBef>
              <a:buNone/>
              <a:defRPr sz="1000" b="0" i="0" u="none" strike="noStrike" cap="none">
                <a:solidFill>
                  <a:schemeClr val="lt1"/>
                </a:solidFill>
                <a:latin typeface="Oswald"/>
                <a:ea typeface="Oswald"/>
                <a:cs typeface="Oswald"/>
                <a:sym typeface="Oswald"/>
              </a:defRPr>
            </a:lvl9pPr>
          </a:lstStyle>
          <a:p>
            <a:pPr marL="0" lvl="0" indent="0" algn="r" rtl="0">
              <a:spcBef>
                <a:spcPts val="0"/>
              </a:spcBef>
              <a:spcAft>
                <a:spcPts val="0"/>
              </a:spcAft>
              <a:buNone/>
            </a:pPr>
            <a:fld id="{00000000-1234-1234-1234-123412341234}" type="slidenum">
              <a:rPr lang="en-US"/>
              <a:t>‹#›</a:t>
            </a:fld>
            <a:endParaRPr/>
          </a:p>
        </p:txBody>
      </p:sp>
      <p:sp>
        <p:nvSpPr>
          <p:cNvPr id="257" name="Google Shape;257;p121"/>
          <p:cNvSpPr>
            <a:spLocks noGrp="1"/>
          </p:cNvSpPr>
          <p:nvPr>
            <p:ph type="pic" idx="2"/>
          </p:nvPr>
        </p:nvSpPr>
        <p:spPr>
          <a:xfrm>
            <a:off x="-2" y="1352575"/>
            <a:ext cx="12192002" cy="2289897"/>
          </a:xfrm>
          <a:prstGeom prst="rect">
            <a:avLst/>
          </a:prstGeom>
          <a:noFill/>
          <a:ln>
            <a:noFill/>
          </a:ln>
        </p:spPr>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Picture with Caption">
  <p:cSld name="Picture with Caption">
    <p:bg>
      <p:bgPr>
        <a:solidFill>
          <a:schemeClr val="accent2"/>
        </a:solidFill>
        <a:effectLst/>
      </p:bgPr>
    </p:bg>
    <p:spTree>
      <p:nvGrpSpPr>
        <p:cNvPr id="1" name="Shape 258"/>
        <p:cNvGrpSpPr/>
        <p:nvPr/>
      </p:nvGrpSpPr>
      <p:grpSpPr>
        <a:xfrm>
          <a:off x="0" y="0"/>
          <a:ext cx="0" cy="0"/>
          <a:chOff x="0" y="0"/>
          <a:chExt cx="0" cy="0"/>
        </a:xfrm>
      </p:grpSpPr>
      <p:sp>
        <p:nvSpPr>
          <p:cNvPr id="259" name="Google Shape;259;p122"/>
          <p:cNvSpPr/>
          <p:nvPr/>
        </p:nvSpPr>
        <p:spPr>
          <a:xfrm>
            <a:off x="0" y="0"/>
            <a:ext cx="12192000" cy="6884191"/>
          </a:xfrm>
          <a:prstGeom prst="rect">
            <a:avLst/>
          </a:prstGeom>
          <a:solidFill>
            <a:srgbClr val="289BA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260" name="Google Shape;260;p122"/>
          <p:cNvSpPr/>
          <p:nvPr/>
        </p:nvSpPr>
        <p:spPr>
          <a:xfrm>
            <a:off x="0" y="0"/>
            <a:ext cx="12192001" cy="6884191"/>
          </a:xfrm>
          <a:custGeom>
            <a:avLst/>
            <a:gdLst/>
            <a:ahLst/>
            <a:cxnLst/>
            <a:rect l="l" t="t" r="r" b="b"/>
            <a:pathLst>
              <a:path w="12192001" h="6884191" extrusionOk="0">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3725"/>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261" name="Google Shape;261;p122"/>
          <p:cNvSpPr/>
          <p:nvPr/>
        </p:nvSpPr>
        <p:spPr>
          <a:xfrm rot="5400000" flipH="1">
            <a:off x="2964809" y="-2364446"/>
            <a:ext cx="6862744" cy="11591639"/>
          </a:xfrm>
          <a:custGeom>
            <a:avLst/>
            <a:gdLst/>
            <a:ahLst/>
            <a:cxnLst/>
            <a:rect l="l" t="t" r="r" b="b"/>
            <a:pathLst>
              <a:path w="6862744" h="11591639" extrusionOk="0">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solidFill>
            <a:srgbClr val="289BA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262" name="Google Shape;262;p122"/>
          <p:cNvSpPr/>
          <p:nvPr/>
        </p:nvSpPr>
        <p:spPr>
          <a:xfrm rot="5400000" flipH="1">
            <a:off x="2664629" y="-2664627"/>
            <a:ext cx="6862744" cy="12192000"/>
          </a:xfrm>
          <a:custGeom>
            <a:avLst/>
            <a:gdLst/>
            <a:ahLst/>
            <a:cxnLst/>
            <a:rect l="l" t="t" r="r" b="b"/>
            <a:pathLst>
              <a:path w="6849744" h="12192000" extrusionOk="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rgbClr val="1B677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263" name="Google Shape;263;p122"/>
          <p:cNvSpPr/>
          <p:nvPr/>
        </p:nvSpPr>
        <p:spPr>
          <a:xfrm rot="5400000" flipH="1">
            <a:off x="2664628" y="-2664627"/>
            <a:ext cx="6862744" cy="12192000"/>
          </a:xfrm>
          <a:custGeom>
            <a:avLst/>
            <a:gdLst/>
            <a:ahLst/>
            <a:cxnLst/>
            <a:rect l="l" t="t" r="r" b="b"/>
            <a:pathLst>
              <a:path w="6849744" h="12192000" extrusionOk="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rgbClr val="003252">
              <a:alpha val="89803"/>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264" name="Google Shape;264;p122"/>
          <p:cNvSpPr txBox="1">
            <a:spLocks noGrp="1"/>
          </p:cNvSpPr>
          <p:nvPr>
            <p:ph type="title"/>
          </p:nvPr>
        </p:nvSpPr>
        <p:spPr>
          <a:xfrm>
            <a:off x="444500" y="542925"/>
            <a:ext cx="11214100" cy="535531"/>
          </a:xfrm>
          <a:prstGeom prst="rect">
            <a:avLst/>
          </a:prstGeom>
          <a:noFill/>
          <a:ln>
            <a:noFill/>
          </a:ln>
        </p:spPr>
        <p:txBody>
          <a:bodyPr spcFirstLastPara="1" wrap="square" lIns="91425" tIns="45700" rIns="91425" bIns="45700" anchor="t" anchorCtr="0">
            <a:spAutoFit/>
          </a:bodyPr>
          <a:lstStyle>
            <a:lvl1pPr lvl="0" algn="l">
              <a:lnSpc>
                <a:spcPct val="90000"/>
              </a:lnSpc>
              <a:spcBef>
                <a:spcPts val="0"/>
              </a:spcBef>
              <a:spcAft>
                <a:spcPts val="0"/>
              </a:spcAft>
              <a:buClr>
                <a:schemeClr val="lt1"/>
              </a:buClr>
              <a:buSzPts val="3200"/>
              <a:buFont typeface="Trebuchet MS"/>
              <a:buNone/>
              <a:defRPr sz="3200" b="1">
                <a:solidFill>
                  <a:schemeClr val="lt1"/>
                </a:solidFill>
                <a:latin typeface="Trebuchet MS"/>
                <a:ea typeface="Trebuchet MS"/>
                <a:cs typeface="Trebuchet MS"/>
                <a:sym typeface="Trebuchet M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grpSp>
        <p:nvGrpSpPr>
          <p:cNvPr id="265" name="Google Shape;265;p122"/>
          <p:cNvGrpSpPr/>
          <p:nvPr/>
        </p:nvGrpSpPr>
        <p:grpSpPr>
          <a:xfrm rot="-5400000">
            <a:off x="390304" y="-431739"/>
            <a:ext cx="757355" cy="863476"/>
            <a:chOff x="10431417" y="6819549"/>
            <a:chExt cx="3512798" cy="4005019"/>
          </a:xfrm>
        </p:grpSpPr>
        <p:sp>
          <p:nvSpPr>
            <p:cNvPr id="266" name="Google Shape;266;p122"/>
            <p:cNvSpPr/>
            <p:nvPr/>
          </p:nvSpPr>
          <p:spPr>
            <a:xfrm rot="2700000">
              <a:off x="10945855" y="7826207"/>
              <a:ext cx="2483923" cy="2483924"/>
            </a:xfrm>
            <a:custGeom>
              <a:avLst/>
              <a:gdLst/>
              <a:ahLst/>
              <a:cxnLst/>
              <a:rect l="l" t="t" r="r" b="b"/>
              <a:pathLst>
                <a:path w="754341" h="754341" extrusionOk="0">
                  <a:moveTo>
                    <a:pt x="754341" y="754341"/>
                  </a:moveTo>
                  <a:lnTo>
                    <a:pt x="0" y="754341"/>
                  </a:lnTo>
                  <a:lnTo>
                    <a:pt x="0" y="0"/>
                  </a:lnTo>
                  <a:close/>
                </a:path>
              </a:pathLst>
            </a:custGeom>
            <a:solidFill>
              <a:srgbClr val="00325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267" name="Google Shape;267;p122"/>
            <p:cNvSpPr/>
            <p:nvPr/>
          </p:nvSpPr>
          <p:spPr>
            <a:xfrm rot="8100000" flipH="1">
              <a:off x="10986797" y="7317026"/>
              <a:ext cx="2402031" cy="2402032"/>
            </a:xfrm>
            <a:custGeom>
              <a:avLst/>
              <a:gdLst/>
              <a:ahLst/>
              <a:cxnLst/>
              <a:rect l="l" t="t" r="r" b="b"/>
              <a:pathLst>
                <a:path w="754341" h="754341" extrusionOk="0">
                  <a:moveTo>
                    <a:pt x="754341" y="754341"/>
                  </a:moveTo>
                  <a:lnTo>
                    <a:pt x="0" y="754341"/>
                  </a:lnTo>
                  <a:lnTo>
                    <a:pt x="0" y="0"/>
                  </a:lnTo>
                  <a:close/>
                </a:path>
              </a:pathLst>
            </a:custGeom>
            <a:solidFill>
              <a:srgbClr val="1B677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grpSp>
      <p:grpSp>
        <p:nvGrpSpPr>
          <p:cNvPr id="268" name="Google Shape;268;p122"/>
          <p:cNvGrpSpPr/>
          <p:nvPr/>
        </p:nvGrpSpPr>
        <p:grpSpPr>
          <a:xfrm>
            <a:off x="-1" y="1357409"/>
            <a:ext cx="12192001" cy="4846320"/>
            <a:chOff x="-1" y="1357409"/>
            <a:chExt cx="12192001" cy="4917518"/>
          </a:xfrm>
        </p:grpSpPr>
        <p:sp>
          <p:nvSpPr>
            <p:cNvPr id="269" name="Google Shape;269;p122"/>
            <p:cNvSpPr/>
            <p:nvPr/>
          </p:nvSpPr>
          <p:spPr>
            <a:xfrm rot="10800000" flipH="1">
              <a:off x="-1" y="1357409"/>
              <a:ext cx="12192000" cy="4917518"/>
            </a:xfrm>
            <a:prstGeom prst="snip1Rect">
              <a:avLst>
                <a:gd name="adj" fmla="val 0"/>
              </a:avLst>
            </a:prstGeom>
            <a:solidFill>
              <a:srgbClr val="1B677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270" name="Google Shape;270;p122"/>
            <p:cNvSpPr/>
            <p:nvPr/>
          </p:nvSpPr>
          <p:spPr>
            <a:xfrm rot="10800000" flipH="1">
              <a:off x="-1" y="1357409"/>
              <a:ext cx="12192001" cy="4917518"/>
            </a:xfrm>
            <a:prstGeom prst="snip1Rect">
              <a:avLst>
                <a:gd name="adj" fmla="val 19670"/>
              </a:avLst>
            </a:prstGeom>
            <a:solidFill>
              <a:srgbClr val="00325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grpSp>
      <p:sp>
        <p:nvSpPr>
          <p:cNvPr id="271" name="Google Shape;271;p122"/>
          <p:cNvSpPr/>
          <p:nvPr/>
        </p:nvSpPr>
        <p:spPr>
          <a:xfrm flipH="1">
            <a:off x="10782300" y="5448297"/>
            <a:ext cx="1409700" cy="1409703"/>
          </a:xfrm>
          <a:custGeom>
            <a:avLst/>
            <a:gdLst/>
            <a:ahLst/>
            <a:cxnLst/>
            <a:rect l="l" t="t" r="r" b="b"/>
            <a:pathLst>
              <a:path w="754341" h="754341" extrusionOk="0">
                <a:moveTo>
                  <a:pt x="754341" y="754341"/>
                </a:moveTo>
                <a:lnTo>
                  <a:pt x="0" y="754341"/>
                </a:lnTo>
                <a:lnTo>
                  <a:pt x="0" y="0"/>
                </a:lnTo>
                <a:close/>
              </a:path>
            </a:pathLst>
          </a:cu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272" name="Google Shape;272;p122"/>
          <p:cNvSpPr txBox="1">
            <a:spLocks noGrp="1"/>
          </p:cNvSpPr>
          <p:nvPr>
            <p:ph type="sldNum" idx="12"/>
          </p:nvPr>
        </p:nvSpPr>
        <p:spPr>
          <a:xfrm>
            <a:off x="11252200" y="6315075"/>
            <a:ext cx="406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000" b="0" i="0" u="none" strike="noStrike" cap="none">
                <a:solidFill>
                  <a:schemeClr val="lt1"/>
                </a:solidFill>
                <a:latin typeface="Oswald"/>
                <a:ea typeface="Oswald"/>
                <a:cs typeface="Oswald"/>
                <a:sym typeface="Oswald"/>
              </a:defRPr>
            </a:lvl1pPr>
            <a:lvl2pPr marL="0" lvl="1" indent="0" algn="r">
              <a:spcBef>
                <a:spcPts val="0"/>
              </a:spcBef>
              <a:buNone/>
              <a:defRPr sz="1000" b="0" i="0" u="none" strike="noStrike" cap="none">
                <a:solidFill>
                  <a:schemeClr val="lt1"/>
                </a:solidFill>
                <a:latin typeface="Oswald"/>
                <a:ea typeface="Oswald"/>
                <a:cs typeface="Oswald"/>
                <a:sym typeface="Oswald"/>
              </a:defRPr>
            </a:lvl2pPr>
            <a:lvl3pPr marL="0" lvl="2" indent="0" algn="r">
              <a:spcBef>
                <a:spcPts val="0"/>
              </a:spcBef>
              <a:buNone/>
              <a:defRPr sz="1000" b="0" i="0" u="none" strike="noStrike" cap="none">
                <a:solidFill>
                  <a:schemeClr val="lt1"/>
                </a:solidFill>
                <a:latin typeface="Oswald"/>
                <a:ea typeface="Oswald"/>
                <a:cs typeface="Oswald"/>
                <a:sym typeface="Oswald"/>
              </a:defRPr>
            </a:lvl3pPr>
            <a:lvl4pPr marL="0" lvl="3" indent="0" algn="r">
              <a:spcBef>
                <a:spcPts val="0"/>
              </a:spcBef>
              <a:buNone/>
              <a:defRPr sz="1000" b="0" i="0" u="none" strike="noStrike" cap="none">
                <a:solidFill>
                  <a:schemeClr val="lt1"/>
                </a:solidFill>
                <a:latin typeface="Oswald"/>
                <a:ea typeface="Oswald"/>
                <a:cs typeface="Oswald"/>
                <a:sym typeface="Oswald"/>
              </a:defRPr>
            </a:lvl4pPr>
            <a:lvl5pPr marL="0" lvl="4" indent="0" algn="r">
              <a:spcBef>
                <a:spcPts val="0"/>
              </a:spcBef>
              <a:buNone/>
              <a:defRPr sz="1000" b="0" i="0" u="none" strike="noStrike" cap="none">
                <a:solidFill>
                  <a:schemeClr val="lt1"/>
                </a:solidFill>
                <a:latin typeface="Oswald"/>
                <a:ea typeface="Oswald"/>
                <a:cs typeface="Oswald"/>
                <a:sym typeface="Oswald"/>
              </a:defRPr>
            </a:lvl5pPr>
            <a:lvl6pPr marL="0" lvl="5" indent="0" algn="r">
              <a:spcBef>
                <a:spcPts val="0"/>
              </a:spcBef>
              <a:buNone/>
              <a:defRPr sz="1000" b="0" i="0" u="none" strike="noStrike" cap="none">
                <a:solidFill>
                  <a:schemeClr val="lt1"/>
                </a:solidFill>
                <a:latin typeface="Oswald"/>
                <a:ea typeface="Oswald"/>
                <a:cs typeface="Oswald"/>
                <a:sym typeface="Oswald"/>
              </a:defRPr>
            </a:lvl6pPr>
            <a:lvl7pPr marL="0" lvl="6" indent="0" algn="r">
              <a:spcBef>
                <a:spcPts val="0"/>
              </a:spcBef>
              <a:buNone/>
              <a:defRPr sz="1000" b="0" i="0" u="none" strike="noStrike" cap="none">
                <a:solidFill>
                  <a:schemeClr val="lt1"/>
                </a:solidFill>
                <a:latin typeface="Oswald"/>
                <a:ea typeface="Oswald"/>
                <a:cs typeface="Oswald"/>
                <a:sym typeface="Oswald"/>
              </a:defRPr>
            </a:lvl7pPr>
            <a:lvl8pPr marL="0" lvl="7" indent="0" algn="r">
              <a:spcBef>
                <a:spcPts val="0"/>
              </a:spcBef>
              <a:buNone/>
              <a:defRPr sz="1000" b="0" i="0" u="none" strike="noStrike" cap="none">
                <a:solidFill>
                  <a:schemeClr val="lt1"/>
                </a:solidFill>
                <a:latin typeface="Oswald"/>
                <a:ea typeface="Oswald"/>
                <a:cs typeface="Oswald"/>
                <a:sym typeface="Oswald"/>
              </a:defRPr>
            </a:lvl8pPr>
            <a:lvl9pPr marL="0" lvl="8" indent="0" algn="r">
              <a:spcBef>
                <a:spcPts val="0"/>
              </a:spcBef>
              <a:buNone/>
              <a:defRPr sz="1000" b="0" i="0" u="none" strike="noStrike" cap="none">
                <a:solidFill>
                  <a:schemeClr val="lt1"/>
                </a:solidFill>
                <a:latin typeface="Oswald"/>
                <a:ea typeface="Oswald"/>
                <a:cs typeface="Oswald"/>
                <a:sym typeface="Oswald"/>
              </a:defRPr>
            </a:lvl9pPr>
          </a:lstStyle>
          <a:p>
            <a:pPr marL="0" lvl="0" indent="0" algn="r" rtl="0">
              <a:spcBef>
                <a:spcPts val="0"/>
              </a:spcBef>
              <a:spcAft>
                <a:spcPts val="0"/>
              </a:spcAft>
              <a:buNone/>
            </a:pPr>
            <a:fld id="{00000000-1234-1234-1234-123412341234}" type="slidenum">
              <a:rPr lang="en-US"/>
              <a:t>‹#›</a:t>
            </a:fld>
            <a:endParaRPr/>
          </a:p>
        </p:txBody>
      </p:sp>
      <p:sp>
        <p:nvSpPr>
          <p:cNvPr id="273" name="Google Shape;273;p122"/>
          <p:cNvSpPr>
            <a:spLocks noGrp="1"/>
          </p:cNvSpPr>
          <p:nvPr>
            <p:ph type="pic" idx="2"/>
          </p:nvPr>
        </p:nvSpPr>
        <p:spPr>
          <a:xfrm>
            <a:off x="4110087" y="1444649"/>
            <a:ext cx="7548513" cy="4579079"/>
          </a:xfrm>
          <a:prstGeom prst="rect">
            <a:avLst/>
          </a:prstGeom>
          <a:noFill/>
          <a:ln>
            <a:noFill/>
          </a:ln>
        </p:spPr>
      </p:sp>
      <p:sp>
        <p:nvSpPr>
          <p:cNvPr id="274" name="Google Shape;274;p122"/>
          <p:cNvSpPr txBox="1">
            <a:spLocks noGrp="1"/>
          </p:cNvSpPr>
          <p:nvPr>
            <p:ph type="body" idx="1"/>
          </p:nvPr>
        </p:nvSpPr>
        <p:spPr>
          <a:xfrm>
            <a:off x="443366" y="1444649"/>
            <a:ext cx="3365063" cy="4579079"/>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SzPts val="1600"/>
              <a:buFont typeface="Arial"/>
              <a:buNone/>
              <a:defRPr sz="1600">
                <a:solidFill>
                  <a:schemeClr val="lt1"/>
                </a:solidFill>
              </a:defRPr>
            </a:lvl1pPr>
            <a:lvl2pPr marL="914400" lvl="1" indent="-228600" algn="l">
              <a:lnSpc>
                <a:spcPct val="90000"/>
              </a:lnSpc>
              <a:spcBef>
                <a:spcPts val="500"/>
              </a:spcBef>
              <a:spcAft>
                <a:spcPts val="0"/>
              </a:spcAft>
              <a:buSzPts val="1400"/>
              <a:buNone/>
              <a:defRPr sz="1400"/>
            </a:lvl2pPr>
            <a:lvl3pPr marL="1371600" lvl="2" indent="-228600" algn="l">
              <a:lnSpc>
                <a:spcPct val="90000"/>
              </a:lnSpc>
              <a:spcBef>
                <a:spcPts val="500"/>
              </a:spcBef>
              <a:spcAft>
                <a:spcPts val="0"/>
              </a:spcAft>
              <a:buSzPts val="1200"/>
              <a:buNone/>
              <a:defRPr sz="1200"/>
            </a:lvl3pPr>
            <a:lvl4pPr marL="1828800" lvl="3" indent="-228600" algn="l">
              <a:lnSpc>
                <a:spcPct val="90000"/>
              </a:lnSpc>
              <a:spcBef>
                <a:spcPts val="500"/>
              </a:spcBef>
              <a:spcAft>
                <a:spcPts val="0"/>
              </a:spcAft>
              <a:buSzPts val="1000"/>
              <a:buNone/>
              <a:defRPr sz="1000"/>
            </a:lvl4pPr>
            <a:lvl5pPr marL="2286000" lvl="4" indent="-228600" algn="l">
              <a:lnSpc>
                <a:spcPct val="90000"/>
              </a:lnSpc>
              <a:spcBef>
                <a:spcPts val="500"/>
              </a:spcBef>
              <a:spcAft>
                <a:spcPts val="0"/>
              </a:spcAft>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Content with Caption">
  <p:cSld name="Content with Caption">
    <p:bg>
      <p:bgPr>
        <a:solidFill>
          <a:schemeClr val="accent2"/>
        </a:solidFill>
        <a:effectLst/>
      </p:bgPr>
    </p:bg>
    <p:spTree>
      <p:nvGrpSpPr>
        <p:cNvPr id="1" name="Shape 275"/>
        <p:cNvGrpSpPr/>
        <p:nvPr/>
      </p:nvGrpSpPr>
      <p:grpSpPr>
        <a:xfrm>
          <a:off x="0" y="0"/>
          <a:ext cx="0" cy="0"/>
          <a:chOff x="0" y="0"/>
          <a:chExt cx="0" cy="0"/>
        </a:xfrm>
      </p:grpSpPr>
      <p:sp>
        <p:nvSpPr>
          <p:cNvPr id="276" name="Google Shape;276;p123"/>
          <p:cNvSpPr/>
          <p:nvPr/>
        </p:nvSpPr>
        <p:spPr>
          <a:xfrm>
            <a:off x="0" y="0"/>
            <a:ext cx="12192000" cy="6884191"/>
          </a:xfrm>
          <a:prstGeom prst="rect">
            <a:avLst/>
          </a:prstGeom>
          <a:solidFill>
            <a:srgbClr val="289BA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277" name="Google Shape;277;p123"/>
          <p:cNvSpPr/>
          <p:nvPr/>
        </p:nvSpPr>
        <p:spPr>
          <a:xfrm>
            <a:off x="0" y="0"/>
            <a:ext cx="12192001" cy="6884191"/>
          </a:xfrm>
          <a:custGeom>
            <a:avLst/>
            <a:gdLst/>
            <a:ahLst/>
            <a:cxnLst/>
            <a:rect l="l" t="t" r="r" b="b"/>
            <a:pathLst>
              <a:path w="12192001" h="6884191" extrusionOk="0">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3725"/>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278" name="Google Shape;278;p123"/>
          <p:cNvSpPr/>
          <p:nvPr/>
        </p:nvSpPr>
        <p:spPr>
          <a:xfrm rot="5400000" flipH="1">
            <a:off x="2964809" y="-2364446"/>
            <a:ext cx="6862744" cy="11591639"/>
          </a:xfrm>
          <a:custGeom>
            <a:avLst/>
            <a:gdLst/>
            <a:ahLst/>
            <a:cxnLst/>
            <a:rect l="l" t="t" r="r" b="b"/>
            <a:pathLst>
              <a:path w="6862744" h="11591639" extrusionOk="0">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solidFill>
            <a:srgbClr val="289BA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279" name="Google Shape;279;p123"/>
          <p:cNvSpPr/>
          <p:nvPr/>
        </p:nvSpPr>
        <p:spPr>
          <a:xfrm rot="5400000" flipH="1">
            <a:off x="2664629" y="-2664627"/>
            <a:ext cx="6862744" cy="12192000"/>
          </a:xfrm>
          <a:custGeom>
            <a:avLst/>
            <a:gdLst/>
            <a:ahLst/>
            <a:cxnLst/>
            <a:rect l="l" t="t" r="r" b="b"/>
            <a:pathLst>
              <a:path w="6849744" h="12192000" extrusionOk="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rgbClr val="1B677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280" name="Google Shape;280;p123"/>
          <p:cNvSpPr/>
          <p:nvPr/>
        </p:nvSpPr>
        <p:spPr>
          <a:xfrm rot="5400000" flipH="1">
            <a:off x="2664628" y="-2664627"/>
            <a:ext cx="6862744" cy="12192000"/>
          </a:xfrm>
          <a:custGeom>
            <a:avLst/>
            <a:gdLst/>
            <a:ahLst/>
            <a:cxnLst/>
            <a:rect l="l" t="t" r="r" b="b"/>
            <a:pathLst>
              <a:path w="6849744" h="12192000" extrusionOk="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rgbClr val="003252">
              <a:alpha val="89803"/>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281" name="Google Shape;281;p123"/>
          <p:cNvSpPr txBox="1">
            <a:spLocks noGrp="1"/>
          </p:cNvSpPr>
          <p:nvPr>
            <p:ph type="title"/>
          </p:nvPr>
        </p:nvSpPr>
        <p:spPr>
          <a:xfrm>
            <a:off x="444500" y="542925"/>
            <a:ext cx="11214100" cy="535531"/>
          </a:xfrm>
          <a:prstGeom prst="rect">
            <a:avLst/>
          </a:prstGeom>
          <a:noFill/>
          <a:ln>
            <a:noFill/>
          </a:ln>
        </p:spPr>
        <p:txBody>
          <a:bodyPr spcFirstLastPara="1" wrap="square" lIns="91425" tIns="45700" rIns="91425" bIns="45700" anchor="t" anchorCtr="0">
            <a:spAutoFit/>
          </a:bodyPr>
          <a:lstStyle>
            <a:lvl1pPr lvl="0" algn="l">
              <a:lnSpc>
                <a:spcPct val="90000"/>
              </a:lnSpc>
              <a:spcBef>
                <a:spcPts val="0"/>
              </a:spcBef>
              <a:spcAft>
                <a:spcPts val="0"/>
              </a:spcAft>
              <a:buClr>
                <a:schemeClr val="lt1"/>
              </a:buClr>
              <a:buSzPts val="3200"/>
              <a:buFont typeface="Trebuchet MS"/>
              <a:buNone/>
              <a:defRPr sz="3200" b="1">
                <a:solidFill>
                  <a:schemeClr val="lt1"/>
                </a:solidFill>
                <a:latin typeface="Trebuchet MS"/>
                <a:ea typeface="Trebuchet MS"/>
                <a:cs typeface="Trebuchet MS"/>
                <a:sym typeface="Trebuchet M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grpSp>
        <p:nvGrpSpPr>
          <p:cNvPr id="282" name="Google Shape;282;p123"/>
          <p:cNvGrpSpPr/>
          <p:nvPr/>
        </p:nvGrpSpPr>
        <p:grpSpPr>
          <a:xfrm rot="-5400000">
            <a:off x="390304" y="-431739"/>
            <a:ext cx="757355" cy="863476"/>
            <a:chOff x="10431417" y="6819549"/>
            <a:chExt cx="3512798" cy="4005019"/>
          </a:xfrm>
        </p:grpSpPr>
        <p:sp>
          <p:nvSpPr>
            <p:cNvPr id="283" name="Google Shape;283;p123"/>
            <p:cNvSpPr/>
            <p:nvPr/>
          </p:nvSpPr>
          <p:spPr>
            <a:xfrm rot="2700000">
              <a:off x="10945855" y="7826207"/>
              <a:ext cx="2483923" cy="2483924"/>
            </a:xfrm>
            <a:custGeom>
              <a:avLst/>
              <a:gdLst/>
              <a:ahLst/>
              <a:cxnLst/>
              <a:rect l="l" t="t" r="r" b="b"/>
              <a:pathLst>
                <a:path w="754341" h="754341" extrusionOk="0">
                  <a:moveTo>
                    <a:pt x="754341" y="754341"/>
                  </a:moveTo>
                  <a:lnTo>
                    <a:pt x="0" y="754341"/>
                  </a:lnTo>
                  <a:lnTo>
                    <a:pt x="0" y="0"/>
                  </a:lnTo>
                  <a:close/>
                </a:path>
              </a:pathLst>
            </a:custGeom>
            <a:solidFill>
              <a:srgbClr val="00325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284" name="Google Shape;284;p123"/>
            <p:cNvSpPr/>
            <p:nvPr/>
          </p:nvSpPr>
          <p:spPr>
            <a:xfrm rot="8100000" flipH="1">
              <a:off x="10986797" y="7317026"/>
              <a:ext cx="2402031" cy="2402032"/>
            </a:xfrm>
            <a:custGeom>
              <a:avLst/>
              <a:gdLst/>
              <a:ahLst/>
              <a:cxnLst/>
              <a:rect l="l" t="t" r="r" b="b"/>
              <a:pathLst>
                <a:path w="754341" h="754341" extrusionOk="0">
                  <a:moveTo>
                    <a:pt x="754341" y="754341"/>
                  </a:moveTo>
                  <a:lnTo>
                    <a:pt x="0" y="754341"/>
                  </a:lnTo>
                  <a:lnTo>
                    <a:pt x="0" y="0"/>
                  </a:lnTo>
                  <a:close/>
                </a:path>
              </a:pathLst>
            </a:custGeom>
            <a:solidFill>
              <a:srgbClr val="1B677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grpSp>
      <p:grpSp>
        <p:nvGrpSpPr>
          <p:cNvPr id="285" name="Google Shape;285;p123"/>
          <p:cNvGrpSpPr/>
          <p:nvPr/>
        </p:nvGrpSpPr>
        <p:grpSpPr>
          <a:xfrm>
            <a:off x="-1" y="1357409"/>
            <a:ext cx="12192001" cy="4846320"/>
            <a:chOff x="-1" y="1357409"/>
            <a:chExt cx="12192001" cy="4917518"/>
          </a:xfrm>
        </p:grpSpPr>
        <p:sp>
          <p:nvSpPr>
            <p:cNvPr id="286" name="Google Shape;286;p123"/>
            <p:cNvSpPr/>
            <p:nvPr/>
          </p:nvSpPr>
          <p:spPr>
            <a:xfrm rot="10800000" flipH="1">
              <a:off x="-1" y="1357409"/>
              <a:ext cx="12192000" cy="4917518"/>
            </a:xfrm>
            <a:prstGeom prst="snip1Rect">
              <a:avLst>
                <a:gd name="adj" fmla="val 0"/>
              </a:avLst>
            </a:prstGeom>
            <a:solidFill>
              <a:srgbClr val="1B677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287" name="Google Shape;287;p123"/>
            <p:cNvSpPr/>
            <p:nvPr/>
          </p:nvSpPr>
          <p:spPr>
            <a:xfrm rot="10800000" flipH="1">
              <a:off x="-1" y="1357409"/>
              <a:ext cx="12192001" cy="4917518"/>
            </a:xfrm>
            <a:prstGeom prst="snip1Rect">
              <a:avLst>
                <a:gd name="adj" fmla="val 19670"/>
              </a:avLst>
            </a:prstGeom>
            <a:solidFill>
              <a:srgbClr val="00325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grpSp>
      <p:sp>
        <p:nvSpPr>
          <p:cNvPr id="288" name="Google Shape;288;p123"/>
          <p:cNvSpPr/>
          <p:nvPr/>
        </p:nvSpPr>
        <p:spPr>
          <a:xfrm flipH="1">
            <a:off x="10782300" y="5448297"/>
            <a:ext cx="1409700" cy="1409703"/>
          </a:xfrm>
          <a:custGeom>
            <a:avLst/>
            <a:gdLst/>
            <a:ahLst/>
            <a:cxnLst/>
            <a:rect l="l" t="t" r="r" b="b"/>
            <a:pathLst>
              <a:path w="754341" h="754341" extrusionOk="0">
                <a:moveTo>
                  <a:pt x="754341" y="754341"/>
                </a:moveTo>
                <a:lnTo>
                  <a:pt x="0" y="754341"/>
                </a:lnTo>
                <a:lnTo>
                  <a:pt x="0" y="0"/>
                </a:lnTo>
                <a:close/>
              </a:path>
            </a:pathLst>
          </a:cu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289" name="Google Shape;289;p123"/>
          <p:cNvSpPr txBox="1">
            <a:spLocks noGrp="1"/>
          </p:cNvSpPr>
          <p:nvPr>
            <p:ph type="sldNum" idx="12"/>
          </p:nvPr>
        </p:nvSpPr>
        <p:spPr>
          <a:xfrm>
            <a:off x="11252200" y="6315075"/>
            <a:ext cx="406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000" b="0" i="0" u="none" strike="noStrike" cap="none">
                <a:solidFill>
                  <a:schemeClr val="lt1"/>
                </a:solidFill>
                <a:latin typeface="Oswald"/>
                <a:ea typeface="Oswald"/>
                <a:cs typeface="Oswald"/>
                <a:sym typeface="Oswald"/>
              </a:defRPr>
            </a:lvl1pPr>
            <a:lvl2pPr marL="0" lvl="1" indent="0" algn="r">
              <a:spcBef>
                <a:spcPts val="0"/>
              </a:spcBef>
              <a:buNone/>
              <a:defRPr sz="1000" b="0" i="0" u="none" strike="noStrike" cap="none">
                <a:solidFill>
                  <a:schemeClr val="lt1"/>
                </a:solidFill>
                <a:latin typeface="Oswald"/>
                <a:ea typeface="Oswald"/>
                <a:cs typeface="Oswald"/>
                <a:sym typeface="Oswald"/>
              </a:defRPr>
            </a:lvl2pPr>
            <a:lvl3pPr marL="0" lvl="2" indent="0" algn="r">
              <a:spcBef>
                <a:spcPts val="0"/>
              </a:spcBef>
              <a:buNone/>
              <a:defRPr sz="1000" b="0" i="0" u="none" strike="noStrike" cap="none">
                <a:solidFill>
                  <a:schemeClr val="lt1"/>
                </a:solidFill>
                <a:latin typeface="Oswald"/>
                <a:ea typeface="Oswald"/>
                <a:cs typeface="Oswald"/>
                <a:sym typeface="Oswald"/>
              </a:defRPr>
            </a:lvl3pPr>
            <a:lvl4pPr marL="0" lvl="3" indent="0" algn="r">
              <a:spcBef>
                <a:spcPts val="0"/>
              </a:spcBef>
              <a:buNone/>
              <a:defRPr sz="1000" b="0" i="0" u="none" strike="noStrike" cap="none">
                <a:solidFill>
                  <a:schemeClr val="lt1"/>
                </a:solidFill>
                <a:latin typeface="Oswald"/>
                <a:ea typeface="Oswald"/>
                <a:cs typeface="Oswald"/>
                <a:sym typeface="Oswald"/>
              </a:defRPr>
            </a:lvl4pPr>
            <a:lvl5pPr marL="0" lvl="4" indent="0" algn="r">
              <a:spcBef>
                <a:spcPts val="0"/>
              </a:spcBef>
              <a:buNone/>
              <a:defRPr sz="1000" b="0" i="0" u="none" strike="noStrike" cap="none">
                <a:solidFill>
                  <a:schemeClr val="lt1"/>
                </a:solidFill>
                <a:latin typeface="Oswald"/>
                <a:ea typeface="Oswald"/>
                <a:cs typeface="Oswald"/>
                <a:sym typeface="Oswald"/>
              </a:defRPr>
            </a:lvl5pPr>
            <a:lvl6pPr marL="0" lvl="5" indent="0" algn="r">
              <a:spcBef>
                <a:spcPts val="0"/>
              </a:spcBef>
              <a:buNone/>
              <a:defRPr sz="1000" b="0" i="0" u="none" strike="noStrike" cap="none">
                <a:solidFill>
                  <a:schemeClr val="lt1"/>
                </a:solidFill>
                <a:latin typeface="Oswald"/>
                <a:ea typeface="Oswald"/>
                <a:cs typeface="Oswald"/>
                <a:sym typeface="Oswald"/>
              </a:defRPr>
            </a:lvl6pPr>
            <a:lvl7pPr marL="0" lvl="6" indent="0" algn="r">
              <a:spcBef>
                <a:spcPts val="0"/>
              </a:spcBef>
              <a:buNone/>
              <a:defRPr sz="1000" b="0" i="0" u="none" strike="noStrike" cap="none">
                <a:solidFill>
                  <a:schemeClr val="lt1"/>
                </a:solidFill>
                <a:latin typeface="Oswald"/>
                <a:ea typeface="Oswald"/>
                <a:cs typeface="Oswald"/>
                <a:sym typeface="Oswald"/>
              </a:defRPr>
            </a:lvl7pPr>
            <a:lvl8pPr marL="0" lvl="7" indent="0" algn="r">
              <a:spcBef>
                <a:spcPts val="0"/>
              </a:spcBef>
              <a:buNone/>
              <a:defRPr sz="1000" b="0" i="0" u="none" strike="noStrike" cap="none">
                <a:solidFill>
                  <a:schemeClr val="lt1"/>
                </a:solidFill>
                <a:latin typeface="Oswald"/>
                <a:ea typeface="Oswald"/>
                <a:cs typeface="Oswald"/>
                <a:sym typeface="Oswald"/>
              </a:defRPr>
            </a:lvl8pPr>
            <a:lvl9pPr marL="0" lvl="8" indent="0" algn="r">
              <a:spcBef>
                <a:spcPts val="0"/>
              </a:spcBef>
              <a:buNone/>
              <a:defRPr sz="1000" b="0" i="0" u="none" strike="noStrike" cap="none">
                <a:solidFill>
                  <a:schemeClr val="lt1"/>
                </a:solidFill>
                <a:latin typeface="Oswald"/>
                <a:ea typeface="Oswald"/>
                <a:cs typeface="Oswald"/>
                <a:sym typeface="Oswald"/>
              </a:defRPr>
            </a:lvl9pPr>
          </a:lstStyle>
          <a:p>
            <a:pPr marL="0" lvl="0" indent="0" algn="r" rtl="0">
              <a:spcBef>
                <a:spcPts val="0"/>
              </a:spcBef>
              <a:spcAft>
                <a:spcPts val="0"/>
              </a:spcAft>
              <a:buNone/>
            </a:pPr>
            <a:fld id="{00000000-1234-1234-1234-123412341234}" type="slidenum">
              <a:rPr lang="en-US"/>
              <a:t>‹#›</a:t>
            </a:fld>
            <a:endParaRPr/>
          </a:p>
        </p:txBody>
      </p:sp>
      <p:sp>
        <p:nvSpPr>
          <p:cNvPr id="290" name="Google Shape;290;p123"/>
          <p:cNvSpPr txBox="1">
            <a:spLocks noGrp="1"/>
          </p:cNvSpPr>
          <p:nvPr>
            <p:ph type="body" idx="1"/>
          </p:nvPr>
        </p:nvSpPr>
        <p:spPr>
          <a:xfrm>
            <a:off x="443366" y="1444649"/>
            <a:ext cx="3365063" cy="4579079"/>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SzPts val="1600"/>
              <a:buFont typeface="Arial"/>
              <a:buNone/>
              <a:defRPr sz="1600">
                <a:solidFill>
                  <a:schemeClr val="lt1"/>
                </a:solidFill>
              </a:defRPr>
            </a:lvl1pPr>
            <a:lvl2pPr marL="914400" lvl="1" indent="-228600" algn="l">
              <a:lnSpc>
                <a:spcPct val="90000"/>
              </a:lnSpc>
              <a:spcBef>
                <a:spcPts val="500"/>
              </a:spcBef>
              <a:spcAft>
                <a:spcPts val="0"/>
              </a:spcAft>
              <a:buSzPts val="1400"/>
              <a:buNone/>
              <a:defRPr sz="1400"/>
            </a:lvl2pPr>
            <a:lvl3pPr marL="1371600" lvl="2" indent="-228600" algn="l">
              <a:lnSpc>
                <a:spcPct val="90000"/>
              </a:lnSpc>
              <a:spcBef>
                <a:spcPts val="500"/>
              </a:spcBef>
              <a:spcAft>
                <a:spcPts val="0"/>
              </a:spcAft>
              <a:buSzPts val="1200"/>
              <a:buNone/>
              <a:defRPr sz="1200"/>
            </a:lvl3pPr>
            <a:lvl4pPr marL="1828800" lvl="3" indent="-228600" algn="l">
              <a:lnSpc>
                <a:spcPct val="90000"/>
              </a:lnSpc>
              <a:spcBef>
                <a:spcPts val="500"/>
              </a:spcBef>
              <a:spcAft>
                <a:spcPts val="0"/>
              </a:spcAft>
              <a:buSzPts val="1000"/>
              <a:buNone/>
              <a:defRPr sz="1000"/>
            </a:lvl4pPr>
            <a:lvl5pPr marL="2286000" lvl="4" indent="-228600" algn="l">
              <a:lnSpc>
                <a:spcPct val="90000"/>
              </a:lnSpc>
              <a:spcBef>
                <a:spcPts val="500"/>
              </a:spcBef>
              <a:spcAft>
                <a:spcPts val="0"/>
              </a:spcAft>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291" name="Google Shape;291;p123"/>
          <p:cNvSpPr txBox="1">
            <a:spLocks noGrp="1"/>
          </p:cNvSpPr>
          <p:nvPr>
            <p:ph type="body" idx="2"/>
          </p:nvPr>
        </p:nvSpPr>
        <p:spPr>
          <a:xfrm>
            <a:off x="3964290" y="1444649"/>
            <a:ext cx="7694310" cy="4579079"/>
          </a:xfrm>
          <a:prstGeom prst="rect">
            <a:avLst/>
          </a:prstGeom>
          <a:noFill/>
          <a:ln>
            <a:noFill/>
          </a:ln>
        </p:spPr>
        <p:txBody>
          <a:bodyPr spcFirstLastPara="1" wrap="square" lIns="91425" tIns="45700" rIns="91425" bIns="45700" anchor="t" anchorCtr="0">
            <a:normAutofit/>
          </a:bodyPr>
          <a:lstStyle>
            <a:lvl1pPr marL="457200" lvl="0" indent="-381000" algn="l">
              <a:lnSpc>
                <a:spcPct val="90000"/>
              </a:lnSpc>
              <a:spcBef>
                <a:spcPts val="1000"/>
              </a:spcBef>
              <a:spcAft>
                <a:spcPts val="0"/>
              </a:spcAft>
              <a:buSzPts val="2400"/>
              <a:buChar char="•"/>
              <a:defRPr sz="2400">
                <a:solidFill>
                  <a:schemeClr val="lt1"/>
                </a:solidFill>
              </a:defRPr>
            </a:lvl1pPr>
            <a:lvl2pPr marL="914400" lvl="1" indent="-355600" algn="l">
              <a:lnSpc>
                <a:spcPct val="90000"/>
              </a:lnSpc>
              <a:spcBef>
                <a:spcPts val="500"/>
              </a:spcBef>
              <a:spcAft>
                <a:spcPts val="0"/>
              </a:spcAft>
              <a:buSzPts val="2000"/>
              <a:buChar char="•"/>
              <a:defRPr sz="2000">
                <a:solidFill>
                  <a:schemeClr val="lt1"/>
                </a:solidFill>
              </a:defRPr>
            </a:lvl2pPr>
            <a:lvl3pPr marL="1371600" lvl="2" indent="-342900" algn="l">
              <a:lnSpc>
                <a:spcPct val="90000"/>
              </a:lnSpc>
              <a:spcBef>
                <a:spcPts val="500"/>
              </a:spcBef>
              <a:spcAft>
                <a:spcPts val="0"/>
              </a:spcAft>
              <a:buSzPts val="1800"/>
              <a:buChar char="•"/>
              <a:defRPr sz="1800">
                <a:solidFill>
                  <a:schemeClr val="lt1"/>
                </a:solidFill>
              </a:defRPr>
            </a:lvl3pPr>
            <a:lvl4pPr marL="1828800" lvl="3" indent="-330200" algn="l">
              <a:lnSpc>
                <a:spcPct val="90000"/>
              </a:lnSpc>
              <a:spcBef>
                <a:spcPts val="500"/>
              </a:spcBef>
              <a:spcAft>
                <a:spcPts val="0"/>
              </a:spcAft>
              <a:buSzPts val="1600"/>
              <a:buChar char="•"/>
              <a:defRPr sz="1600">
                <a:solidFill>
                  <a:schemeClr val="lt1"/>
                </a:solidFill>
              </a:defRPr>
            </a:lvl4pPr>
            <a:lvl5pPr marL="2286000" lvl="4" indent="-330200" algn="l">
              <a:lnSpc>
                <a:spcPct val="90000"/>
              </a:lnSpc>
              <a:spcBef>
                <a:spcPts val="500"/>
              </a:spcBef>
              <a:spcAft>
                <a:spcPts val="0"/>
              </a:spcAft>
              <a:buSzPts val="1600"/>
              <a:buChar char="•"/>
              <a:defRPr sz="1600">
                <a:solidFill>
                  <a:schemeClr val="lt1"/>
                </a:solidFill>
              </a:defRPr>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Blank">
  <p:cSld name="Blank">
    <p:spTree>
      <p:nvGrpSpPr>
        <p:cNvPr id="1" name="Shape 292"/>
        <p:cNvGrpSpPr/>
        <p:nvPr/>
      </p:nvGrpSpPr>
      <p:grpSpPr>
        <a:xfrm>
          <a:off x="0" y="0"/>
          <a:ext cx="0" cy="0"/>
          <a:chOff x="0" y="0"/>
          <a:chExt cx="0" cy="0"/>
        </a:xfrm>
      </p:grpSpPr>
      <p:sp>
        <p:nvSpPr>
          <p:cNvPr id="293" name="Google Shape;293;p124"/>
          <p:cNvSpPr/>
          <p:nvPr/>
        </p:nvSpPr>
        <p:spPr>
          <a:xfrm>
            <a:off x="0" y="0"/>
            <a:ext cx="12192000" cy="6884191"/>
          </a:xfrm>
          <a:prstGeom prst="rect">
            <a:avLst/>
          </a:prstGeom>
          <a:solidFill>
            <a:srgbClr val="289BA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294" name="Google Shape;294;p124"/>
          <p:cNvSpPr/>
          <p:nvPr/>
        </p:nvSpPr>
        <p:spPr>
          <a:xfrm>
            <a:off x="0" y="0"/>
            <a:ext cx="12192001" cy="6884191"/>
          </a:xfrm>
          <a:custGeom>
            <a:avLst/>
            <a:gdLst/>
            <a:ahLst/>
            <a:cxnLst/>
            <a:rect l="l" t="t" r="r" b="b"/>
            <a:pathLst>
              <a:path w="12192001" h="6884191" extrusionOk="0">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3725"/>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295" name="Google Shape;295;p124"/>
          <p:cNvSpPr/>
          <p:nvPr/>
        </p:nvSpPr>
        <p:spPr>
          <a:xfrm rot="5400000" flipH="1">
            <a:off x="2964809" y="-2364446"/>
            <a:ext cx="6862744" cy="11591639"/>
          </a:xfrm>
          <a:custGeom>
            <a:avLst/>
            <a:gdLst/>
            <a:ahLst/>
            <a:cxnLst/>
            <a:rect l="l" t="t" r="r" b="b"/>
            <a:pathLst>
              <a:path w="6862744" h="11591639" extrusionOk="0">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solidFill>
            <a:srgbClr val="289BA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296" name="Google Shape;296;p124"/>
          <p:cNvSpPr/>
          <p:nvPr/>
        </p:nvSpPr>
        <p:spPr>
          <a:xfrm rot="5400000" flipH="1">
            <a:off x="2664629" y="-2664627"/>
            <a:ext cx="6862744" cy="12192000"/>
          </a:xfrm>
          <a:custGeom>
            <a:avLst/>
            <a:gdLst/>
            <a:ahLst/>
            <a:cxnLst/>
            <a:rect l="l" t="t" r="r" b="b"/>
            <a:pathLst>
              <a:path w="6849744" h="12192000" extrusionOk="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rgbClr val="1B677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297" name="Google Shape;297;p124"/>
          <p:cNvSpPr/>
          <p:nvPr/>
        </p:nvSpPr>
        <p:spPr>
          <a:xfrm rot="5400000" flipH="1">
            <a:off x="2664628" y="-2664627"/>
            <a:ext cx="6862744" cy="12192000"/>
          </a:xfrm>
          <a:custGeom>
            <a:avLst/>
            <a:gdLst/>
            <a:ahLst/>
            <a:cxnLst/>
            <a:rect l="l" t="t" r="r" b="b"/>
            <a:pathLst>
              <a:path w="6849744" h="12192000" extrusionOk="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rgbClr val="003252">
              <a:alpha val="89803"/>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grpSp>
        <p:nvGrpSpPr>
          <p:cNvPr id="298" name="Google Shape;298;p124"/>
          <p:cNvGrpSpPr/>
          <p:nvPr/>
        </p:nvGrpSpPr>
        <p:grpSpPr>
          <a:xfrm rot="-5400000">
            <a:off x="390304" y="-431739"/>
            <a:ext cx="757355" cy="863476"/>
            <a:chOff x="10431417" y="6819549"/>
            <a:chExt cx="3512798" cy="4005019"/>
          </a:xfrm>
        </p:grpSpPr>
        <p:sp>
          <p:nvSpPr>
            <p:cNvPr id="299" name="Google Shape;299;p124"/>
            <p:cNvSpPr/>
            <p:nvPr/>
          </p:nvSpPr>
          <p:spPr>
            <a:xfrm rot="2700000">
              <a:off x="10945855" y="7826207"/>
              <a:ext cx="2483923" cy="2483924"/>
            </a:xfrm>
            <a:custGeom>
              <a:avLst/>
              <a:gdLst/>
              <a:ahLst/>
              <a:cxnLst/>
              <a:rect l="l" t="t" r="r" b="b"/>
              <a:pathLst>
                <a:path w="754341" h="754341" extrusionOk="0">
                  <a:moveTo>
                    <a:pt x="754341" y="754341"/>
                  </a:moveTo>
                  <a:lnTo>
                    <a:pt x="0" y="754341"/>
                  </a:lnTo>
                  <a:lnTo>
                    <a:pt x="0" y="0"/>
                  </a:lnTo>
                  <a:close/>
                </a:path>
              </a:pathLst>
            </a:custGeom>
            <a:solidFill>
              <a:srgbClr val="00325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300" name="Google Shape;300;p124"/>
            <p:cNvSpPr/>
            <p:nvPr/>
          </p:nvSpPr>
          <p:spPr>
            <a:xfrm rot="8100000" flipH="1">
              <a:off x="10986797" y="7317026"/>
              <a:ext cx="2402031" cy="2402032"/>
            </a:xfrm>
            <a:custGeom>
              <a:avLst/>
              <a:gdLst/>
              <a:ahLst/>
              <a:cxnLst/>
              <a:rect l="l" t="t" r="r" b="b"/>
              <a:pathLst>
                <a:path w="754341" h="754341" extrusionOk="0">
                  <a:moveTo>
                    <a:pt x="754341" y="754341"/>
                  </a:moveTo>
                  <a:lnTo>
                    <a:pt x="0" y="754341"/>
                  </a:lnTo>
                  <a:lnTo>
                    <a:pt x="0" y="0"/>
                  </a:lnTo>
                  <a:close/>
                </a:path>
              </a:pathLst>
            </a:custGeom>
            <a:solidFill>
              <a:srgbClr val="1B677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grpSp>
      <p:sp>
        <p:nvSpPr>
          <p:cNvPr id="301" name="Google Shape;301;p124"/>
          <p:cNvSpPr/>
          <p:nvPr/>
        </p:nvSpPr>
        <p:spPr>
          <a:xfrm flipH="1">
            <a:off x="10782300" y="5448297"/>
            <a:ext cx="1409700" cy="1409703"/>
          </a:xfrm>
          <a:custGeom>
            <a:avLst/>
            <a:gdLst/>
            <a:ahLst/>
            <a:cxnLst/>
            <a:rect l="l" t="t" r="r" b="b"/>
            <a:pathLst>
              <a:path w="754341" h="754341" extrusionOk="0">
                <a:moveTo>
                  <a:pt x="754341" y="754341"/>
                </a:moveTo>
                <a:lnTo>
                  <a:pt x="0" y="754341"/>
                </a:lnTo>
                <a:lnTo>
                  <a:pt x="0" y="0"/>
                </a:lnTo>
                <a:close/>
              </a:path>
            </a:pathLst>
          </a:cu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302" name="Google Shape;302;p124"/>
          <p:cNvSpPr txBox="1">
            <a:spLocks noGrp="1"/>
          </p:cNvSpPr>
          <p:nvPr>
            <p:ph type="sldNum" idx="12"/>
          </p:nvPr>
        </p:nvSpPr>
        <p:spPr>
          <a:xfrm>
            <a:off x="11252200" y="6315075"/>
            <a:ext cx="406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000" b="0" i="0" u="none" strike="noStrike" cap="none">
                <a:solidFill>
                  <a:schemeClr val="lt1"/>
                </a:solidFill>
                <a:latin typeface="Oswald"/>
                <a:ea typeface="Oswald"/>
                <a:cs typeface="Oswald"/>
                <a:sym typeface="Oswald"/>
              </a:defRPr>
            </a:lvl1pPr>
            <a:lvl2pPr marL="0" lvl="1" indent="0" algn="r">
              <a:spcBef>
                <a:spcPts val="0"/>
              </a:spcBef>
              <a:buNone/>
              <a:defRPr sz="1000" b="0" i="0" u="none" strike="noStrike" cap="none">
                <a:solidFill>
                  <a:schemeClr val="lt1"/>
                </a:solidFill>
                <a:latin typeface="Oswald"/>
                <a:ea typeface="Oswald"/>
                <a:cs typeface="Oswald"/>
                <a:sym typeface="Oswald"/>
              </a:defRPr>
            </a:lvl2pPr>
            <a:lvl3pPr marL="0" lvl="2" indent="0" algn="r">
              <a:spcBef>
                <a:spcPts val="0"/>
              </a:spcBef>
              <a:buNone/>
              <a:defRPr sz="1000" b="0" i="0" u="none" strike="noStrike" cap="none">
                <a:solidFill>
                  <a:schemeClr val="lt1"/>
                </a:solidFill>
                <a:latin typeface="Oswald"/>
                <a:ea typeface="Oswald"/>
                <a:cs typeface="Oswald"/>
                <a:sym typeface="Oswald"/>
              </a:defRPr>
            </a:lvl3pPr>
            <a:lvl4pPr marL="0" lvl="3" indent="0" algn="r">
              <a:spcBef>
                <a:spcPts val="0"/>
              </a:spcBef>
              <a:buNone/>
              <a:defRPr sz="1000" b="0" i="0" u="none" strike="noStrike" cap="none">
                <a:solidFill>
                  <a:schemeClr val="lt1"/>
                </a:solidFill>
                <a:latin typeface="Oswald"/>
                <a:ea typeface="Oswald"/>
                <a:cs typeface="Oswald"/>
                <a:sym typeface="Oswald"/>
              </a:defRPr>
            </a:lvl4pPr>
            <a:lvl5pPr marL="0" lvl="4" indent="0" algn="r">
              <a:spcBef>
                <a:spcPts val="0"/>
              </a:spcBef>
              <a:buNone/>
              <a:defRPr sz="1000" b="0" i="0" u="none" strike="noStrike" cap="none">
                <a:solidFill>
                  <a:schemeClr val="lt1"/>
                </a:solidFill>
                <a:latin typeface="Oswald"/>
                <a:ea typeface="Oswald"/>
                <a:cs typeface="Oswald"/>
                <a:sym typeface="Oswald"/>
              </a:defRPr>
            </a:lvl5pPr>
            <a:lvl6pPr marL="0" lvl="5" indent="0" algn="r">
              <a:spcBef>
                <a:spcPts val="0"/>
              </a:spcBef>
              <a:buNone/>
              <a:defRPr sz="1000" b="0" i="0" u="none" strike="noStrike" cap="none">
                <a:solidFill>
                  <a:schemeClr val="lt1"/>
                </a:solidFill>
                <a:latin typeface="Oswald"/>
                <a:ea typeface="Oswald"/>
                <a:cs typeface="Oswald"/>
                <a:sym typeface="Oswald"/>
              </a:defRPr>
            </a:lvl6pPr>
            <a:lvl7pPr marL="0" lvl="6" indent="0" algn="r">
              <a:spcBef>
                <a:spcPts val="0"/>
              </a:spcBef>
              <a:buNone/>
              <a:defRPr sz="1000" b="0" i="0" u="none" strike="noStrike" cap="none">
                <a:solidFill>
                  <a:schemeClr val="lt1"/>
                </a:solidFill>
                <a:latin typeface="Oswald"/>
                <a:ea typeface="Oswald"/>
                <a:cs typeface="Oswald"/>
                <a:sym typeface="Oswald"/>
              </a:defRPr>
            </a:lvl7pPr>
            <a:lvl8pPr marL="0" lvl="7" indent="0" algn="r">
              <a:spcBef>
                <a:spcPts val="0"/>
              </a:spcBef>
              <a:buNone/>
              <a:defRPr sz="1000" b="0" i="0" u="none" strike="noStrike" cap="none">
                <a:solidFill>
                  <a:schemeClr val="lt1"/>
                </a:solidFill>
                <a:latin typeface="Oswald"/>
                <a:ea typeface="Oswald"/>
                <a:cs typeface="Oswald"/>
                <a:sym typeface="Oswald"/>
              </a:defRPr>
            </a:lvl8pPr>
            <a:lvl9pPr marL="0" lvl="8" indent="0" algn="r">
              <a:spcBef>
                <a:spcPts val="0"/>
              </a:spcBef>
              <a:buNone/>
              <a:defRPr sz="1000" b="0" i="0" u="none" strike="noStrike" cap="none">
                <a:solidFill>
                  <a:schemeClr val="lt1"/>
                </a:solidFill>
                <a:latin typeface="Oswald"/>
                <a:ea typeface="Oswald"/>
                <a:cs typeface="Oswald"/>
                <a:sym typeface="Oswald"/>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hank You 2">
  <p:cSld name="Thank You 2">
    <p:spTree>
      <p:nvGrpSpPr>
        <p:cNvPr id="1" name="Shape 303"/>
        <p:cNvGrpSpPr/>
        <p:nvPr/>
      </p:nvGrpSpPr>
      <p:grpSpPr>
        <a:xfrm>
          <a:off x="0" y="0"/>
          <a:ext cx="0" cy="0"/>
          <a:chOff x="0" y="0"/>
          <a:chExt cx="0" cy="0"/>
        </a:xfrm>
      </p:grpSpPr>
      <p:sp>
        <p:nvSpPr>
          <p:cNvPr id="304" name="Google Shape;304;p125"/>
          <p:cNvSpPr/>
          <p:nvPr/>
        </p:nvSpPr>
        <p:spPr>
          <a:xfrm>
            <a:off x="0" y="0"/>
            <a:ext cx="12192000" cy="6858000"/>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305" name="Google Shape;305;p125"/>
          <p:cNvSpPr/>
          <p:nvPr/>
        </p:nvSpPr>
        <p:spPr>
          <a:xfrm flipH="1">
            <a:off x="-16297" y="0"/>
            <a:ext cx="12208298" cy="6858000"/>
          </a:xfrm>
          <a:custGeom>
            <a:avLst/>
            <a:gdLst/>
            <a:ahLst/>
            <a:cxnLst/>
            <a:rect l="l" t="t" r="r" b="b"/>
            <a:pathLst>
              <a:path w="12208298" h="6858000" extrusionOk="0">
                <a:moveTo>
                  <a:pt x="8574289" y="0"/>
                </a:moveTo>
                <a:lnTo>
                  <a:pt x="0" y="0"/>
                </a:lnTo>
                <a:lnTo>
                  <a:pt x="0" y="6858000"/>
                </a:lnTo>
                <a:lnTo>
                  <a:pt x="532109" y="6858000"/>
                </a:lnTo>
                <a:lnTo>
                  <a:pt x="11495317" y="6858000"/>
                </a:lnTo>
                <a:lnTo>
                  <a:pt x="12208298" y="6858000"/>
                </a:lnTo>
                <a:lnTo>
                  <a:pt x="12208298" y="3146781"/>
                </a:lnTo>
                <a:lnTo>
                  <a:pt x="10353284" y="1291767"/>
                </a:lnTo>
                <a:lnTo>
                  <a:pt x="9866056" y="1291767"/>
                </a:lnTo>
                <a:close/>
              </a:path>
            </a:pathLst>
          </a:custGeom>
          <a:solidFill>
            <a:schemeClr val="accent2">
              <a:alpha val="73725"/>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306" name="Google Shape;306;p125"/>
          <p:cNvSpPr/>
          <p:nvPr/>
        </p:nvSpPr>
        <p:spPr>
          <a:xfrm rot="-5400000">
            <a:off x="2667000" y="-2667001"/>
            <a:ext cx="6858000" cy="12192002"/>
          </a:xfrm>
          <a:custGeom>
            <a:avLst/>
            <a:gdLst/>
            <a:ahLst/>
            <a:cxnLst/>
            <a:rect l="l" t="t" r="r" b="b"/>
            <a:pathLst>
              <a:path w="6858000" h="12192002" extrusionOk="0">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307" name="Google Shape;307;p125"/>
          <p:cNvSpPr/>
          <p:nvPr/>
        </p:nvSpPr>
        <p:spPr>
          <a:xfrm rot="-5400000">
            <a:off x="2667000" y="-2667001"/>
            <a:ext cx="6858000" cy="12192002"/>
          </a:xfrm>
          <a:custGeom>
            <a:avLst/>
            <a:gdLst/>
            <a:ahLst/>
            <a:cxnLst/>
            <a:rect l="l" t="t" r="r" b="b"/>
            <a:pathLst>
              <a:path w="6858000" h="12192002" extrusionOk="0">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solidFill>
            <a:srgbClr val="003252">
              <a:alpha val="89803"/>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308" name="Google Shape;308;p125"/>
          <p:cNvSpPr txBox="1">
            <a:spLocks noGrp="1"/>
          </p:cNvSpPr>
          <p:nvPr>
            <p:ph type="ctrTitle"/>
          </p:nvPr>
        </p:nvSpPr>
        <p:spPr>
          <a:xfrm>
            <a:off x="6360242" y="3429000"/>
            <a:ext cx="4945598" cy="1243584"/>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Clr>
                <a:schemeClr val="lt1"/>
              </a:buClr>
              <a:buSzPts val="5400"/>
              <a:buFont typeface="Trebuchet MS"/>
              <a:buNone/>
              <a:defRPr sz="5400" b="1">
                <a:solidFill>
                  <a:schemeClr val="lt1"/>
                </a:solidFill>
                <a:latin typeface="Trebuchet MS"/>
                <a:ea typeface="Trebuchet MS"/>
                <a:cs typeface="Trebuchet MS"/>
                <a:sym typeface="Trebuchet M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09" name="Google Shape;309;p125"/>
          <p:cNvSpPr/>
          <p:nvPr/>
        </p:nvSpPr>
        <p:spPr>
          <a:xfrm rot="-8100000">
            <a:off x="-729899" y="-1215856"/>
            <a:ext cx="6043521" cy="8427077"/>
          </a:xfrm>
          <a:custGeom>
            <a:avLst/>
            <a:gdLst/>
            <a:ahLst/>
            <a:cxnLst/>
            <a:rect l="l" t="t" r="r" b="b"/>
            <a:pathLst>
              <a:path w="6043521" h="8427077" extrusionOk="0">
                <a:moveTo>
                  <a:pt x="6043521" y="4267535"/>
                </a:moveTo>
                <a:lnTo>
                  <a:pt x="1883979" y="8427077"/>
                </a:lnTo>
                <a:lnTo>
                  <a:pt x="0" y="8427077"/>
                </a:lnTo>
                <a:lnTo>
                  <a:pt x="0" y="1775986"/>
                </a:lnTo>
                <a:lnTo>
                  <a:pt x="1775985" y="0"/>
                </a:lnTo>
                <a:close/>
              </a:path>
            </a:pathLst>
          </a:custGeom>
          <a:solidFill>
            <a:srgbClr val="00325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310" name="Google Shape;310;p125"/>
          <p:cNvSpPr/>
          <p:nvPr/>
        </p:nvSpPr>
        <p:spPr>
          <a:xfrm rot="-8100000">
            <a:off x="-1145231" y="-2123853"/>
            <a:ext cx="6043521" cy="9008880"/>
          </a:xfrm>
          <a:custGeom>
            <a:avLst/>
            <a:gdLst/>
            <a:ahLst/>
            <a:cxnLst/>
            <a:rect l="l" t="t" r="r" b="b"/>
            <a:pathLst>
              <a:path w="6043521" h="9008880" extrusionOk="0">
                <a:moveTo>
                  <a:pt x="6043521" y="4849338"/>
                </a:moveTo>
                <a:lnTo>
                  <a:pt x="1883979" y="9008880"/>
                </a:lnTo>
                <a:lnTo>
                  <a:pt x="0" y="9008880"/>
                </a:lnTo>
                <a:lnTo>
                  <a:pt x="0" y="1194182"/>
                </a:lnTo>
                <a:lnTo>
                  <a:pt x="1194182" y="0"/>
                </a:lnTo>
                <a:close/>
              </a:path>
            </a:pathLst>
          </a:custGeom>
          <a:solidFill>
            <a:srgbClr val="1B677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311" name="Google Shape;311;p125"/>
          <p:cNvSpPr/>
          <p:nvPr/>
        </p:nvSpPr>
        <p:spPr>
          <a:xfrm rot="-2700000" flipH="1">
            <a:off x="-2681153" y="-465959"/>
            <a:ext cx="8639119" cy="5739762"/>
          </a:xfrm>
          <a:custGeom>
            <a:avLst/>
            <a:gdLst/>
            <a:ahLst/>
            <a:cxnLst/>
            <a:rect l="l" t="t" r="r" b="b"/>
            <a:pathLst>
              <a:path w="8639119" h="5739762" extrusionOk="0">
                <a:moveTo>
                  <a:pt x="3789781" y="0"/>
                </a:moveTo>
                <a:lnTo>
                  <a:pt x="0" y="3789782"/>
                </a:lnTo>
                <a:lnTo>
                  <a:pt x="0" y="5739761"/>
                </a:lnTo>
                <a:lnTo>
                  <a:pt x="7748695" y="5739762"/>
                </a:lnTo>
                <a:lnTo>
                  <a:pt x="8639119" y="4849338"/>
                </a:lnTo>
                <a:close/>
              </a:path>
            </a:pathLst>
          </a:custGeom>
          <a:solidFill>
            <a:srgbClr val="003252">
              <a:alpha val="5098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314"/>
        <p:cNvGrpSpPr/>
        <p:nvPr/>
      </p:nvGrpSpPr>
      <p:grpSpPr>
        <a:xfrm>
          <a:off x="0" y="0"/>
          <a:ext cx="0" cy="0"/>
          <a:chOff x="0" y="0"/>
          <a:chExt cx="0" cy="0"/>
        </a:xfrm>
      </p:grpSpPr>
      <p:sp>
        <p:nvSpPr>
          <p:cNvPr id="315" name="Google Shape;315;p109"/>
          <p:cNvSpPr txBox="1">
            <a:spLocks noGrp="1"/>
          </p:cNvSpPr>
          <p:nvPr>
            <p:ph type="sldNum" idx="12"/>
          </p:nvPr>
        </p:nvSpPr>
        <p:spPr>
          <a:xfrm>
            <a:off x="0" y="6400800"/>
            <a:ext cx="2540000" cy="457200"/>
          </a:xfrm>
          <a:prstGeom prst="rect">
            <a:avLst/>
          </a:prstGeom>
          <a:noFill/>
          <a:ln>
            <a:noFill/>
          </a:ln>
        </p:spPr>
        <p:txBody>
          <a:bodyPr spcFirstLastPara="1" wrap="square" lIns="91425" tIns="45700" rIns="91425" bIns="45700" anchor="b" anchorCtr="0">
            <a:noAutofit/>
          </a:bodyPr>
          <a:lstStyle>
            <a:lvl1pPr marL="0" marR="0" lvl="0" indent="0" algn="l">
              <a:spcBef>
                <a:spcPts val="0"/>
              </a:spcBef>
              <a:buNone/>
              <a:defRPr sz="2000" b="0" i="0" u="none" strike="noStrike" cap="none">
                <a:solidFill>
                  <a:schemeClr val="dk1"/>
                </a:solidFill>
                <a:latin typeface="Arial"/>
                <a:ea typeface="Arial"/>
                <a:cs typeface="Arial"/>
                <a:sym typeface="Arial"/>
              </a:defRPr>
            </a:lvl1pPr>
            <a:lvl2pPr marL="0" marR="0" lvl="1" indent="0" algn="l">
              <a:spcBef>
                <a:spcPts val="0"/>
              </a:spcBef>
              <a:buNone/>
              <a:defRPr sz="2000" b="0" i="0" u="none" strike="noStrike" cap="none">
                <a:solidFill>
                  <a:schemeClr val="dk1"/>
                </a:solidFill>
                <a:latin typeface="Arial"/>
                <a:ea typeface="Arial"/>
                <a:cs typeface="Arial"/>
                <a:sym typeface="Arial"/>
              </a:defRPr>
            </a:lvl2pPr>
            <a:lvl3pPr marL="0" marR="0" lvl="2" indent="0" algn="l">
              <a:spcBef>
                <a:spcPts val="0"/>
              </a:spcBef>
              <a:buNone/>
              <a:defRPr sz="2000" b="0" i="0" u="none" strike="noStrike" cap="none">
                <a:solidFill>
                  <a:schemeClr val="dk1"/>
                </a:solidFill>
                <a:latin typeface="Arial"/>
                <a:ea typeface="Arial"/>
                <a:cs typeface="Arial"/>
                <a:sym typeface="Arial"/>
              </a:defRPr>
            </a:lvl3pPr>
            <a:lvl4pPr marL="0" marR="0" lvl="3" indent="0" algn="l">
              <a:spcBef>
                <a:spcPts val="0"/>
              </a:spcBef>
              <a:buNone/>
              <a:defRPr sz="2000" b="0" i="0" u="none" strike="noStrike" cap="none">
                <a:solidFill>
                  <a:schemeClr val="dk1"/>
                </a:solidFill>
                <a:latin typeface="Arial"/>
                <a:ea typeface="Arial"/>
                <a:cs typeface="Arial"/>
                <a:sym typeface="Arial"/>
              </a:defRPr>
            </a:lvl4pPr>
            <a:lvl5pPr marL="0" marR="0" lvl="4" indent="0" algn="l">
              <a:spcBef>
                <a:spcPts val="0"/>
              </a:spcBef>
              <a:buNone/>
              <a:defRPr sz="2000" b="0" i="0" u="none" strike="noStrike" cap="none">
                <a:solidFill>
                  <a:schemeClr val="dk1"/>
                </a:solidFill>
                <a:latin typeface="Arial"/>
                <a:ea typeface="Arial"/>
                <a:cs typeface="Arial"/>
                <a:sym typeface="Arial"/>
              </a:defRPr>
            </a:lvl5pPr>
            <a:lvl6pPr marL="0" marR="0" lvl="5" indent="0" algn="l">
              <a:spcBef>
                <a:spcPts val="0"/>
              </a:spcBef>
              <a:buNone/>
              <a:defRPr sz="2000" b="0" i="0" u="none" strike="noStrike" cap="none">
                <a:solidFill>
                  <a:schemeClr val="dk1"/>
                </a:solidFill>
                <a:latin typeface="Arial"/>
                <a:ea typeface="Arial"/>
                <a:cs typeface="Arial"/>
                <a:sym typeface="Arial"/>
              </a:defRPr>
            </a:lvl6pPr>
            <a:lvl7pPr marL="0" marR="0" lvl="6" indent="0" algn="l">
              <a:spcBef>
                <a:spcPts val="0"/>
              </a:spcBef>
              <a:buNone/>
              <a:defRPr sz="2000" b="0" i="0" u="none" strike="noStrike" cap="none">
                <a:solidFill>
                  <a:schemeClr val="dk1"/>
                </a:solidFill>
                <a:latin typeface="Arial"/>
                <a:ea typeface="Arial"/>
                <a:cs typeface="Arial"/>
                <a:sym typeface="Arial"/>
              </a:defRPr>
            </a:lvl7pPr>
            <a:lvl8pPr marL="0" marR="0" lvl="7" indent="0" algn="l">
              <a:spcBef>
                <a:spcPts val="0"/>
              </a:spcBef>
              <a:buNone/>
              <a:defRPr sz="2000" b="0" i="0" u="none" strike="noStrike" cap="none">
                <a:solidFill>
                  <a:schemeClr val="dk1"/>
                </a:solidFill>
                <a:latin typeface="Arial"/>
                <a:ea typeface="Arial"/>
                <a:cs typeface="Arial"/>
                <a:sym typeface="Arial"/>
              </a:defRPr>
            </a:lvl8pPr>
            <a:lvl9pPr marL="0" marR="0" lvl="8" indent="0" algn="l">
              <a:spcBef>
                <a:spcPts val="0"/>
              </a:spcBef>
              <a:buNone/>
              <a:defRPr sz="2000" b="0" i="0" u="none" strike="noStrike" cap="none">
                <a:solidFill>
                  <a:schemeClr val="dk1"/>
                </a:solidFill>
                <a:latin typeface="Arial"/>
                <a:ea typeface="Arial"/>
                <a:cs typeface="Arial"/>
                <a:sym typeface="Arial"/>
              </a:defRPr>
            </a:lvl9pPr>
          </a:lstStyle>
          <a:p>
            <a:pPr marL="0" lvl="0" indent="0" algn="l" rtl="0">
              <a:spcBef>
                <a:spcPts val="0"/>
              </a:spcBef>
              <a:spcAft>
                <a:spcPts val="0"/>
              </a:spcAft>
              <a:buNone/>
            </a:pPr>
            <a:r>
              <a:rPr lang="en-US"/>
              <a:t>2.</a:t>
            </a:r>
            <a:fld id="{00000000-1234-1234-1234-123412341234}" type="slidenum">
              <a:rPr lang="en-U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316"/>
        <p:cNvGrpSpPr/>
        <p:nvPr/>
      </p:nvGrpSpPr>
      <p:grpSpPr>
        <a:xfrm>
          <a:off x="0" y="0"/>
          <a:ext cx="0" cy="0"/>
          <a:chOff x="0" y="0"/>
          <a:chExt cx="0" cy="0"/>
        </a:xfrm>
      </p:grpSpPr>
      <p:sp>
        <p:nvSpPr>
          <p:cNvPr id="317" name="Google Shape;317;p110"/>
          <p:cNvSpPr txBox="1">
            <a:spLocks noGrp="1"/>
          </p:cNvSpPr>
          <p:nvPr>
            <p:ph type="title"/>
          </p:nvPr>
        </p:nvSpPr>
        <p:spPr>
          <a:xfrm>
            <a:off x="609600" y="274638"/>
            <a:ext cx="10972800" cy="11430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4400" b="0" i="0" u="none" strike="noStrike" cap="none">
                <a:solidFill>
                  <a:schemeClr val="dk2"/>
                </a:solidFill>
                <a:latin typeface="Tahoma"/>
                <a:ea typeface="Tahoma"/>
                <a:cs typeface="Tahoma"/>
                <a:sym typeface="Tahoma"/>
              </a:defRPr>
            </a:lvl1pPr>
            <a:lvl2pPr marR="0" lvl="1" algn="l" rtl="0">
              <a:spcBef>
                <a:spcPts val="0"/>
              </a:spcBef>
              <a:spcAft>
                <a:spcPts val="0"/>
              </a:spcAft>
              <a:buSzPts val="1400"/>
              <a:buNone/>
              <a:defRPr sz="4400" b="0" i="0" u="none" strike="noStrike" cap="none">
                <a:solidFill>
                  <a:schemeClr val="dk2"/>
                </a:solidFill>
                <a:latin typeface="Tahoma"/>
                <a:ea typeface="Tahoma"/>
                <a:cs typeface="Tahoma"/>
                <a:sym typeface="Tahoma"/>
              </a:defRPr>
            </a:lvl2pPr>
            <a:lvl3pPr marR="0" lvl="2" algn="l" rtl="0">
              <a:spcBef>
                <a:spcPts val="0"/>
              </a:spcBef>
              <a:spcAft>
                <a:spcPts val="0"/>
              </a:spcAft>
              <a:buSzPts val="1400"/>
              <a:buNone/>
              <a:defRPr sz="4400" b="0" i="0" u="none" strike="noStrike" cap="none">
                <a:solidFill>
                  <a:schemeClr val="dk2"/>
                </a:solidFill>
                <a:latin typeface="Tahoma"/>
                <a:ea typeface="Tahoma"/>
                <a:cs typeface="Tahoma"/>
                <a:sym typeface="Tahoma"/>
              </a:defRPr>
            </a:lvl3pPr>
            <a:lvl4pPr marR="0" lvl="3" algn="l" rtl="0">
              <a:spcBef>
                <a:spcPts val="0"/>
              </a:spcBef>
              <a:spcAft>
                <a:spcPts val="0"/>
              </a:spcAft>
              <a:buSzPts val="1400"/>
              <a:buNone/>
              <a:defRPr sz="4400" b="0" i="0" u="none" strike="noStrike" cap="none">
                <a:solidFill>
                  <a:schemeClr val="dk2"/>
                </a:solidFill>
                <a:latin typeface="Tahoma"/>
                <a:ea typeface="Tahoma"/>
                <a:cs typeface="Tahoma"/>
                <a:sym typeface="Tahoma"/>
              </a:defRPr>
            </a:lvl4pPr>
            <a:lvl5pPr marR="0" lvl="4" algn="l" rtl="0">
              <a:spcBef>
                <a:spcPts val="0"/>
              </a:spcBef>
              <a:spcAft>
                <a:spcPts val="0"/>
              </a:spcAft>
              <a:buSzPts val="1400"/>
              <a:buNone/>
              <a:defRPr sz="4400" b="0" i="0" u="none" strike="noStrike" cap="none">
                <a:solidFill>
                  <a:schemeClr val="dk2"/>
                </a:solidFill>
                <a:latin typeface="Tahoma"/>
                <a:ea typeface="Tahoma"/>
                <a:cs typeface="Tahoma"/>
                <a:sym typeface="Tahoma"/>
              </a:defRPr>
            </a:lvl5pPr>
            <a:lvl6pPr marR="0" lvl="5" algn="l" rtl="0">
              <a:spcBef>
                <a:spcPts val="0"/>
              </a:spcBef>
              <a:spcAft>
                <a:spcPts val="0"/>
              </a:spcAft>
              <a:buSzPts val="1400"/>
              <a:buNone/>
              <a:defRPr sz="4400" b="0" i="0" u="none" strike="noStrike" cap="none">
                <a:solidFill>
                  <a:schemeClr val="dk2"/>
                </a:solidFill>
                <a:latin typeface="Tahoma"/>
                <a:ea typeface="Tahoma"/>
                <a:cs typeface="Tahoma"/>
                <a:sym typeface="Tahoma"/>
              </a:defRPr>
            </a:lvl6pPr>
            <a:lvl7pPr marR="0" lvl="6" algn="l" rtl="0">
              <a:spcBef>
                <a:spcPts val="0"/>
              </a:spcBef>
              <a:spcAft>
                <a:spcPts val="0"/>
              </a:spcAft>
              <a:buSzPts val="1400"/>
              <a:buNone/>
              <a:defRPr sz="4400" b="0" i="0" u="none" strike="noStrike" cap="none">
                <a:solidFill>
                  <a:schemeClr val="dk2"/>
                </a:solidFill>
                <a:latin typeface="Tahoma"/>
                <a:ea typeface="Tahoma"/>
                <a:cs typeface="Tahoma"/>
                <a:sym typeface="Tahoma"/>
              </a:defRPr>
            </a:lvl7pPr>
            <a:lvl8pPr marR="0" lvl="7" algn="l" rtl="0">
              <a:spcBef>
                <a:spcPts val="0"/>
              </a:spcBef>
              <a:spcAft>
                <a:spcPts val="0"/>
              </a:spcAft>
              <a:buSzPts val="1400"/>
              <a:buNone/>
              <a:defRPr sz="4400" b="0" i="0" u="none" strike="noStrike" cap="none">
                <a:solidFill>
                  <a:schemeClr val="dk2"/>
                </a:solidFill>
                <a:latin typeface="Tahoma"/>
                <a:ea typeface="Tahoma"/>
                <a:cs typeface="Tahoma"/>
                <a:sym typeface="Tahoma"/>
              </a:defRPr>
            </a:lvl8pPr>
            <a:lvl9pPr marR="0" lvl="8" algn="l" rtl="0">
              <a:spcBef>
                <a:spcPts val="0"/>
              </a:spcBef>
              <a:spcAft>
                <a:spcPts val="0"/>
              </a:spcAft>
              <a:buSzPts val="1400"/>
              <a:buNone/>
              <a:defRPr sz="4400" b="0" i="0" u="none" strike="noStrike" cap="none">
                <a:solidFill>
                  <a:schemeClr val="dk2"/>
                </a:solidFill>
                <a:latin typeface="Tahoma"/>
                <a:ea typeface="Tahoma"/>
                <a:cs typeface="Tahoma"/>
                <a:sym typeface="Tahoma"/>
              </a:defRPr>
            </a:lvl9pPr>
          </a:lstStyle>
          <a:p>
            <a:endParaRPr/>
          </a:p>
        </p:txBody>
      </p:sp>
      <p:sp>
        <p:nvSpPr>
          <p:cNvPr id="318" name="Google Shape;318;p110"/>
          <p:cNvSpPr txBox="1">
            <a:spLocks noGrp="1"/>
          </p:cNvSpPr>
          <p:nvPr>
            <p:ph type="body" idx="1"/>
          </p:nvPr>
        </p:nvSpPr>
        <p:spPr>
          <a:xfrm>
            <a:off x="609600" y="1600201"/>
            <a:ext cx="10972800" cy="4525963"/>
          </a:xfrm>
          <a:prstGeom prst="rect">
            <a:avLst/>
          </a:prstGeom>
          <a:noFill/>
          <a:ln>
            <a:noFill/>
          </a:ln>
        </p:spPr>
        <p:txBody>
          <a:bodyPr spcFirstLastPara="1" wrap="square" lIns="91425" tIns="45700" rIns="91425" bIns="45700" anchor="t" anchorCtr="0">
            <a:noAutofit/>
          </a:bodyPr>
          <a:lstStyle>
            <a:lvl1pPr marL="457200" marR="0" lvl="0" indent="-350520" algn="l" rtl="0">
              <a:spcBef>
                <a:spcPts val="640"/>
              </a:spcBef>
              <a:spcAft>
                <a:spcPts val="0"/>
              </a:spcAft>
              <a:buClr>
                <a:schemeClr val="folHlink"/>
              </a:buClr>
              <a:buSzPts val="1920"/>
              <a:buFont typeface="Noto Sans Symbols"/>
              <a:buChar char="■"/>
              <a:defRPr sz="3200" b="0" i="0" u="none" strike="noStrike" cap="none">
                <a:solidFill>
                  <a:schemeClr val="dk1"/>
                </a:solidFill>
                <a:latin typeface="Tahoma"/>
                <a:ea typeface="Tahoma"/>
                <a:cs typeface="Tahoma"/>
                <a:sym typeface="Tahoma"/>
              </a:defRPr>
            </a:lvl1pPr>
            <a:lvl2pPr marL="914400" marR="0" lvl="1" indent="-326390" algn="l" rtl="0">
              <a:spcBef>
                <a:spcPts val="560"/>
              </a:spcBef>
              <a:spcAft>
                <a:spcPts val="0"/>
              </a:spcAft>
              <a:buClr>
                <a:schemeClr val="hlink"/>
              </a:buClr>
              <a:buSzPts val="1540"/>
              <a:buFont typeface="Noto Sans Symbols"/>
              <a:buChar char="■"/>
              <a:defRPr sz="2800" b="0" i="0" u="none" strike="noStrike" cap="none">
                <a:solidFill>
                  <a:schemeClr val="dk1"/>
                </a:solidFill>
                <a:latin typeface="Tahoma"/>
                <a:ea typeface="Tahoma"/>
                <a:cs typeface="Tahoma"/>
                <a:sym typeface="Tahoma"/>
              </a:defRPr>
            </a:lvl2pPr>
            <a:lvl3pPr marL="1371600" marR="0" lvl="2" indent="-304800" algn="l" rtl="0">
              <a:spcBef>
                <a:spcPts val="480"/>
              </a:spcBef>
              <a:spcAft>
                <a:spcPts val="0"/>
              </a:spcAft>
              <a:buClr>
                <a:schemeClr val="folHlink"/>
              </a:buClr>
              <a:buSzPts val="1200"/>
              <a:buFont typeface="Noto Sans Symbols"/>
              <a:buChar char="■"/>
              <a:defRPr sz="2400" b="0" i="0" u="none" strike="noStrike" cap="none">
                <a:solidFill>
                  <a:schemeClr val="dk1"/>
                </a:solidFill>
                <a:latin typeface="Tahoma"/>
                <a:ea typeface="Tahoma"/>
                <a:cs typeface="Tahoma"/>
                <a:sym typeface="Tahoma"/>
              </a:defRPr>
            </a:lvl3pPr>
            <a:lvl4pPr marL="1828800" marR="0" lvl="3" indent="-298450" algn="l" rtl="0">
              <a:spcBef>
                <a:spcPts val="400"/>
              </a:spcBef>
              <a:spcAft>
                <a:spcPts val="0"/>
              </a:spcAft>
              <a:buClr>
                <a:schemeClr val="accent2"/>
              </a:buClr>
              <a:buSzPts val="1100"/>
              <a:buFont typeface="Noto Sans Symbols"/>
              <a:buChar char="■"/>
              <a:defRPr sz="2000" b="0" i="0" u="none" strike="noStrike" cap="none">
                <a:solidFill>
                  <a:schemeClr val="dk1"/>
                </a:solidFill>
                <a:latin typeface="Tahoma"/>
                <a:ea typeface="Tahoma"/>
                <a:cs typeface="Tahoma"/>
                <a:sym typeface="Tahoma"/>
              </a:defRPr>
            </a:lvl4pPr>
            <a:lvl5pPr marL="2286000" marR="0" lvl="4" indent="-292100" algn="l" rtl="0">
              <a:spcBef>
                <a:spcPts val="400"/>
              </a:spcBef>
              <a:spcAft>
                <a:spcPts val="0"/>
              </a:spcAft>
              <a:buClr>
                <a:schemeClr val="accent1"/>
              </a:buClr>
              <a:buSzPts val="1000"/>
              <a:buFont typeface="Noto Sans Symbols"/>
              <a:buChar char="■"/>
              <a:defRPr sz="2000" b="0" i="0" u="none" strike="noStrike" cap="none">
                <a:solidFill>
                  <a:schemeClr val="dk1"/>
                </a:solidFill>
                <a:latin typeface="Tahoma"/>
                <a:ea typeface="Tahoma"/>
                <a:cs typeface="Tahoma"/>
                <a:sym typeface="Tahoma"/>
              </a:defRPr>
            </a:lvl5pPr>
            <a:lvl6pPr marL="2743200" marR="0" lvl="5" indent="-292100" algn="l" rtl="0">
              <a:spcBef>
                <a:spcPts val="400"/>
              </a:spcBef>
              <a:spcAft>
                <a:spcPts val="0"/>
              </a:spcAft>
              <a:buClr>
                <a:schemeClr val="accent1"/>
              </a:buClr>
              <a:buSzPts val="1000"/>
              <a:buFont typeface="Noto Sans Symbols"/>
              <a:buChar char="■"/>
              <a:defRPr sz="2000" b="0" i="0" u="none" strike="noStrike" cap="none">
                <a:solidFill>
                  <a:schemeClr val="dk1"/>
                </a:solidFill>
                <a:latin typeface="Tahoma"/>
                <a:ea typeface="Tahoma"/>
                <a:cs typeface="Tahoma"/>
                <a:sym typeface="Tahoma"/>
              </a:defRPr>
            </a:lvl6pPr>
            <a:lvl7pPr marL="3200400" marR="0" lvl="6" indent="-292100" algn="l" rtl="0">
              <a:spcBef>
                <a:spcPts val="400"/>
              </a:spcBef>
              <a:spcAft>
                <a:spcPts val="0"/>
              </a:spcAft>
              <a:buClr>
                <a:schemeClr val="accent1"/>
              </a:buClr>
              <a:buSzPts val="1000"/>
              <a:buFont typeface="Noto Sans Symbols"/>
              <a:buChar char="■"/>
              <a:defRPr sz="2000" b="0" i="0" u="none" strike="noStrike" cap="none">
                <a:solidFill>
                  <a:schemeClr val="dk1"/>
                </a:solidFill>
                <a:latin typeface="Tahoma"/>
                <a:ea typeface="Tahoma"/>
                <a:cs typeface="Tahoma"/>
                <a:sym typeface="Tahoma"/>
              </a:defRPr>
            </a:lvl7pPr>
            <a:lvl8pPr marL="3657600" marR="0" lvl="7" indent="-292100" algn="l" rtl="0">
              <a:spcBef>
                <a:spcPts val="400"/>
              </a:spcBef>
              <a:spcAft>
                <a:spcPts val="0"/>
              </a:spcAft>
              <a:buClr>
                <a:schemeClr val="accent1"/>
              </a:buClr>
              <a:buSzPts val="1000"/>
              <a:buFont typeface="Noto Sans Symbols"/>
              <a:buChar char="■"/>
              <a:defRPr sz="2000" b="0" i="0" u="none" strike="noStrike" cap="none">
                <a:solidFill>
                  <a:schemeClr val="dk1"/>
                </a:solidFill>
                <a:latin typeface="Tahoma"/>
                <a:ea typeface="Tahoma"/>
                <a:cs typeface="Tahoma"/>
                <a:sym typeface="Tahoma"/>
              </a:defRPr>
            </a:lvl8pPr>
            <a:lvl9pPr marL="4114800" marR="0" lvl="8" indent="-292100" algn="l" rtl="0">
              <a:spcBef>
                <a:spcPts val="400"/>
              </a:spcBef>
              <a:spcAft>
                <a:spcPts val="0"/>
              </a:spcAft>
              <a:buClr>
                <a:schemeClr val="accent1"/>
              </a:buClr>
              <a:buSzPts val="1000"/>
              <a:buFont typeface="Noto Sans Symbols"/>
              <a:buChar char="■"/>
              <a:defRPr sz="2000" b="0" i="0" u="none" strike="noStrike" cap="none">
                <a:solidFill>
                  <a:schemeClr val="dk1"/>
                </a:solidFill>
                <a:latin typeface="Tahoma"/>
                <a:ea typeface="Tahoma"/>
                <a:cs typeface="Tahoma"/>
                <a:sym typeface="Tahoma"/>
              </a:defRPr>
            </a:lvl9pPr>
          </a:lstStyle>
          <a:p>
            <a:endParaRPr/>
          </a:p>
        </p:txBody>
      </p:sp>
      <p:sp>
        <p:nvSpPr>
          <p:cNvPr id="319" name="Google Shape;319;p110"/>
          <p:cNvSpPr txBox="1">
            <a:spLocks noGrp="1"/>
          </p:cNvSpPr>
          <p:nvPr>
            <p:ph type="sldNum" idx="12"/>
          </p:nvPr>
        </p:nvSpPr>
        <p:spPr>
          <a:xfrm>
            <a:off x="0" y="6400800"/>
            <a:ext cx="2540000" cy="457200"/>
          </a:xfrm>
          <a:prstGeom prst="rect">
            <a:avLst/>
          </a:prstGeom>
          <a:noFill/>
          <a:ln>
            <a:noFill/>
          </a:ln>
        </p:spPr>
        <p:txBody>
          <a:bodyPr spcFirstLastPara="1" wrap="square" lIns="91425" tIns="45700" rIns="91425" bIns="45700" anchor="b" anchorCtr="0">
            <a:noAutofit/>
          </a:bodyPr>
          <a:lstStyle>
            <a:lvl1pPr marL="0" marR="0" lvl="0" indent="0" algn="l">
              <a:spcBef>
                <a:spcPts val="0"/>
              </a:spcBef>
              <a:buNone/>
              <a:defRPr sz="2000" b="0" i="0" u="none" strike="noStrike" cap="none">
                <a:solidFill>
                  <a:schemeClr val="dk1"/>
                </a:solidFill>
                <a:latin typeface="Arial"/>
                <a:ea typeface="Arial"/>
                <a:cs typeface="Arial"/>
                <a:sym typeface="Arial"/>
              </a:defRPr>
            </a:lvl1pPr>
            <a:lvl2pPr marL="0" marR="0" lvl="1" indent="0" algn="l">
              <a:spcBef>
                <a:spcPts val="0"/>
              </a:spcBef>
              <a:buNone/>
              <a:defRPr sz="2000" b="0" i="0" u="none" strike="noStrike" cap="none">
                <a:solidFill>
                  <a:schemeClr val="dk1"/>
                </a:solidFill>
                <a:latin typeface="Arial"/>
                <a:ea typeface="Arial"/>
                <a:cs typeface="Arial"/>
                <a:sym typeface="Arial"/>
              </a:defRPr>
            </a:lvl2pPr>
            <a:lvl3pPr marL="0" marR="0" lvl="2" indent="0" algn="l">
              <a:spcBef>
                <a:spcPts val="0"/>
              </a:spcBef>
              <a:buNone/>
              <a:defRPr sz="2000" b="0" i="0" u="none" strike="noStrike" cap="none">
                <a:solidFill>
                  <a:schemeClr val="dk1"/>
                </a:solidFill>
                <a:latin typeface="Arial"/>
                <a:ea typeface="Arial"/>
                <a:cs typeface="Arial"/>
                <a:sym typeface="Arial"/>
              </a:defRPr>
            </a:lvl3pPr>
            <a:lvl4pPr marL="0" marR="0" lvl="3" indent="0" algn="l">
              <a:spcBef>
                <a:spcPts val="0"/>
              </a:spcBef>
              <a:buNone/>
              <a:defRPr sz="2000" b="0" i="0" u="none" strike="noStrike" cap="none">
                <a:solidFill>
                  <a:schemeClr val="dk1"/>
                </a:solidFill>
                <a:latin typeface="Arial"/>
                <a:ea typeface="Arial"/>
                <a:cs typeface="Arial"/>
                <a:sym typeface="Arial"/>
              </a:defRPr>
            </a:lvl4pPr>
            <a:lvl5pPr marL="0" marR="0" lvl="4" indent="0" algn="l">
              <a:spcBef>
                <a:spcPts val="0"/>
              </a:spcBef>
              <a:buNone/>
              <a:defRPr sz="2000" b="0" i="0" u="none" strike="noStrike" cap="none">
                <a:solidFill>
                  <a:schemeClr val="dk1"/>
                </a:solidFill>
                <a:latin typeface="Arial"/>
                <a:ea typeface="Arial"/>
                <a:cs typeface="Arial"/>
                <a:sym typeface="Arial"/>
              </a:defRPr>
            </a:lvl5pPr>
            <a:lvl6pPr marL="0" marR="0" lvl="5" indent="0" algn="l">
              <a:spcBef>
                <a:spcPts val="0"/>
              </a:spcBef>
              <a:buNone/>
              <a:defRPr sz="2000" b="0" i="0" u="none" strike="noStrike" cap="none">
                <a:solidFill>
                  <a:schemeClr val="dk1"/>
                </a:solidFill>
                <a:latin typeface="Arial"/>
                <a:ea typeface="Arial"/>
                <a:cs typeface="Arial"/>
                <a:sym typeface="Arial"/>
              </a:defRPr>
            </a:lvl6pPr>
            <a:lvl7pPr marL="0" marR="0" lvl="6" indent="0" algn="l">
              <a:spcBef>
                <a:spcPts val="0"/>
              </a:spcBef>
              <a:buNone/>
              <a:defRPr sz="2000" b="0" i="0" u="none" strike="noStrike" cap="none">
                <a:solidFill>
                  <a:schemeClr val="dk1"/>
                </a:solidFill>
                <a:latin typeface="Arial"/>
                <a:ea typeface="Arial"/>
                <a:cs typeface="Arial"/>
                <a:sym typeface="Arial"/>
              </a:defRPr>
            </a:lvl7pPr>
            <a:lvl8pPr marL="0" marR="0" lvl="7" indent="0" algn="l">
              <a:spcBef>
                <a:spcPts val="0"/>
              </a:spcBef>
              <a:buNone/>
              <a:defRPr sz="2000" b="0" i="0" u="none" strike="noStrike" cap="none">
                <a:solidFill>
                  <a:schemeClr val="dk1"/>
                </a:solidFill>
                <a:latin typeface="Arial"/>
                <a:ea typeface="Arial"/>
                <a:cs typeface="Arial"/>
                <a:sym typeface="Arial"/>
              </a:defRPr>
            </a:lvl8pPr>
            <a:lvl9pPr marL="0" marR="0" lvl="8" indent="0" algn="l">
              <a:spcBef>
                <a:spcPts val="0"/>
              </a:spcBef>
              <a:buNone/>
              <a:defRPr sz="2000" b="0" i="0" u="none" strike="noStrike" cap="none">
                <a:solidFill>
                  <a:schemeClr val="dk1"/>
                </a:solidFill>
                <a:latin typeface="Arial"/>
                <a:ea typeface="Arial"/>
                <a:cs typeface="Arial"/>
                <a:sym typeface="Arial"/>
              </a:defRPr>
            </a:lvl9pPr>
          </a:lstStyle>
          <a:p>
            <a:pPr marL="0" lvl="0" indent="0" algn="l" rtl="0">
              <a:spcBef>
                <a:spcPts val="0"/>
              </a:spcBef>
              <a:spcAft>
                <a:spcPts val="0"/>
              </a:spcAft>
              <a:buNone/>
            </a:pPr>
            <a:r>
              <a:rPr lang="en-US"/>
              <a:t>2.</a:t>
            </a:r>
            <a:fld id="{00000000-1234-1234-1234-123412341234}" type="slidenum">
              <a:rPr lang="en-US"/>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320"/>
        <p:cNvGrpSpPr/>
        <p:nvPr/>
      </p:nvGrpSpPr>
      <p:grpSpPr>
        <a:xfrm>
          <a:off x="0" y="0"/>
          <a:ext cx="0" cy="0"/>
          <a:chOff x="0" y="0"/>
          <a:chExt cx="0" cy="0"/>
        </a:xfrm>
      </p:grpSpPr>
      <p:grpSp>
        <p:nvGrpSpPr>
          <p:cNvPr id="321" name="Google Shape;321;p126"/>
          <p:cNvGrpSpPr/>
          <p:nvPr/>
        </p:nvGrpSpPr>
        <p:grpSpPr>
          <a:xfrm>
            <a:off x="1" y="2438401"/>
            <a:ext cx="12012084" cy="1052513"/>
            <a:chOff x="0" y="1536"/>
            <a:chExt cx="5675" cy="663"/>
          </a:xfrm>
        </p:grpSpPr>
        <p:grpSp>
          <p:nvGrpSpPr>
            <p:cNvPr id="322" name="Google Shape;322;p126"/>
            <p:cNvGrpSpPr/>
            <p:nvPr/>
          </p:nvGrpSpPr>
          <p:grpSpPr>
            <a:xfrm>
              <a:off x="185" y="1604"/>
              <a:ext cx="449" cy="299"/>
              <a:chOff x="720" y="336"/>
              <a:chExt cx="624" cy="432"/>
            </a:xfrm>
          </p:grpSpPr>
          <p:sp>
            <p:nvSpPr>
              <p:cNvPr id="323" name="Google Shape;323;p126"/>
              <p:cNvSpPr/>
              <p:nvPr/>
            </p:nvSpPr>
            <p:spPr>
              <a:xfrm>
                <a:off x="720" y="336"/>
                <a:ext cx="384" cy="432"/>
              </a:xfrm>
              <a:prstGeom prst="rect">
                <a:avLst/>
              </a:prstGeom>
              <a:solidFill>
                <a:schemeClr val="folHlink"/>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b="1" i="0" u="none" strike="noStrike" cap="none">
                  <a:solidFill>
                    <a:schemeClr val="dk1"/>
                  </a:solidFill>
                  <a:latin typeface="Times New Roman"/>
                  <a:ea typeface="Times New Roman"/>
                  <a:cs typeface="Times New Roman"/>
                  <a:sym typeface="Times New Roman"/>
                </a:endParaRPr>
              </a:p>
            </p:txBody>
          </p:sp>
          <p:sp>
            <p:nvSpPr>
              <p:cNvPr id="324" name="Google Shape;324;p126"/>
              <p:cNvSpPr/>
              <p:nvPr/>
            </p:nvSpPr>
            <p:spPr>
              <a:xfrm>
                <a:off x="1056" y="336"/>
                <a:ext cx="288" cy="432"/>
              </a:xfrm>
              <a:prstGeom prst="rect">
                <a:avLst/>
              </a:prstGeom>
              <a:gradFill>
                <a:gsLst>
                  <a:gs pos="0">
                    <a:schemeClr val="folHlink"/>
                  </a:gs>
                  <a:gs pos="100000">
                    <a:schemeClr val="lt1"/>
                  </a:gs>
                </a:gsLst>
                <a:lin ang="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b="1" i="0" u="none" strike="noStrike" cap="none">
                  <a:solidFill>
                    <a:schemeClr val="dk1"/>
                  </a:solidFill>
                  <a:latin typeface="Times New Roman"/>
                  <a:ea typeface="Times New Roman"/>
                  <a:cs typeface="Times New Roman"/>
                  <a:sym typeface="Times New Roman"/>
                </a:endParaRPr>
              </a:p>
            </p:txBody>
          </p:sp>
        </p:grpSp>
        <p:grpSp>
          <p:nvGrpSpPr>
            <p:cNvPr id="325" name="Google Shape;325;p126"/>
            <p:cNvGrpSpPr/>
            <p:nvPr/>
          </p:nvGrpSpPr>
          <p:grpSpPr>
            <a:xfrm>
              <a:off x="263" y="1870"/>
              <a:ext cx="466" cy="299"/>
              <a:chOff x="912" y="2640"/>
              <a:chExt cx="672" cy="432"/>
            </a:xfrm>
          </p:grpSpPr>
          <p:sp>
            <p:nvSpPr>
              <p:cNvPr id="326" name="Google Shape;326;p126"/>
              <p:cNvSpPr/>
              <p:nvPr/>
            </p:nvSpPr>
            <p:spPr>
              <a:xfrm>
                <a:off x="912" y="2640"/>
                <a:ext cx="384" cy="432"/>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b="1" i="0" u="none" strike="noStrike" cap="none">
                  <a:solidFill>
                    <a:schemeClr val="dk1"/>
                  </a:solidFill>
                  <a:latin typeface="Times New Roman"/>
                  <a:ea typeface="Times New Roman"/>
                  <a:cs typeface="Times New Roman"/>
                  <a:sym typeface="Times New Roman"/>
                </a:endParaRPr>
              </a:p>
            </p:txBody>
          </p:sp>
          <p:sp>
            <p:nvSpPr>
              <p:cNvPr id="327" name="Google Shape;327;p126"/>
              <p:cNvSpPr/>
              <p:nvPr/>
            </p:nvSpPr>
            <p:spPr>
              <a:xfrm>
                <a:off x="1248" y="2640"/>
                <a:ext cx="336" cy="432"/>
              </a:xfrm>
              <a:prstGeom prst="rect">
                <a:avLst/>
              </a:prstGeom>
              <a:gradFill>
                <a:gsLst>
                  <a:gs pos="0">
                    <a:schemeClr val="accent2"/>
                  </a:gs>
                  <a:gs pos="100000">
                    <a:schemeClr val="lt1"/>
                  </a:gs>
                </a:gsLst>
                <a:lin ang="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b="1" i="0" u="none" strike="noStrike" cap="none">
                  <a:solidFill>
                    <a:schemeClr val="dk1"/>
                  </a:solidFill>
                  <a:latin typeface="Times New Roman"/>
                  <a:ea typeface="Times New Roman"/>
                  <a:cs typeface="Times New Roman"/>
                  <a:sym typeface="Times New Roman"/>
                </a:endParaRPr>
              </a:p>
            </p:txBody>
          </p:sp>
        </p:grpSp>
        <p:sp>
          <p:nvSpPr>
            <p:cNvPr id="328" name="Google Shape;328;p126"/>
            <p:cNvSpPr/>
            <p:nvPr/>
          </p:nvSpPr>
          <p:spPr>
            <a:xfrm>
              <a:off x="0" y="1824"/>
              <a:ext cx="353" cy="266"/>
            </a:xfrm>
            <a:prstGeom prst="rect">
              <a:avLst/>
            </a:prstGeom>
            <a:gradFill>
              <a:gsLst>
                <a:gs pos="0">
                  <a:schemeClr val="lt1"/>
                </a:gs>
                <a:gs pos="100000">
                  <a:schemeClr val="hlink"/>
                </a:gs>
              </a:gsLst>
              <a:lin ang="189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b="1" i="0" u="none" strike="noStrike" cap="none">
                <a:solidFill>
                  <a:schemeClr val="dk1"/>
                </a:solidFill>
                <a:latin typeface="Times New Roman"/>
                <a:ea typeface="Times New Roman"/>
                <a:cs typeface="Times New Roman"/>
                <a:sym typeface="Times New Roman"/>
              </a:endParaRPr>
            </a:p>
          </p:txBody>
        </p:sp>
        <p:sp>
          <p:nvSpPr>
            <p:cNvPr id="329" name="Google Shape;329;p126"/>
            <p:cNvSpPr/>
            <p:nvPr/>
          </p:nvSpPr>
          <p:spPr>
            <a:xfrm>
              <a:off x="400" y="1536"/>
              <a:ext cx="20" cy="663"/>
            </a:xfrm>
            <a:prstGeom prst="rect">
              <a:avLst/>
            </a:pr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b="1" i="0" u="none" strike="noStrike" cap="none">
                <a:solidFill>
                  <a:schemeClr val="dk1"/>
                </a:solidFill>
                <a:latin typeface="Times New Roman"/>
                <a:ea typeface="Times New Roman"/>
                <a:cs typeface="Times New Roman"/>
                <a:sym typeface="Times New Roman"/>
              </a:endParaRPr>
            </a:p>
          </p:txBody>
        </p:sp>
        <p:sp>
          <p:nvSpPr>
            <p:cNvPr id="330" name="Google Shape;330;p126"/>
            <p:cNvSpPr/>
            <p:nvPr/>
          </p:nvSpPr>
          <p:spPr>
            <a:xfrm rot="10800000" flipH="1">
              <a:off x="199" y="2054"/>
              <a:ext cx="5476" cy="35"/>
            </a:xfrm>
            <a:prstGeom prst="rect">
              <a:avLst/>
            </a:prstGeom>
            <a:gradFill>
              <a:gsLst>
                <a:gs pos="0">
                  <a:schemeClr val="lt2"/>
                </a:gs>
                <a:gs pos="100000">
                  <a:schemeClr val="lt1"/>
                </a:gs>
              </a:gsLst>
              <a:lin ang="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b="1" i="0" u="none" strike="noStrike" cap="none">
                <a:solidFill>
                  <a:schemeClr val="dk1"/>
                </a:solidFill>
                <a:latin typeface="Times New Roman"/>
                <a:ea typeface="Times New Roman"/>
                <a:cs typeface="Times New Roman"/>
                <a:sym typeface="Times New Roman"/>
              </a:endParaRPr>
            </a:p>
          </p:txBody>
        </p:sp>
      </p:grpSp>
      <p:sp>
        <p:nvSpPr>
          <p:cNvPr id="331" name="Google Shape;331;p126"/>
          <p:cNvSpPr txBox="1"/>
          <p:nvPr/>
        </p:nvSpPr>
        <p:spPr>
          <a:xfrm>
            <a:off x="0" y="6553200"/>
            <a:ext cx="2946400" cy="3048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b="0" i="0" u="none" strike="noStrike" cap="none">
                <a:solidFill>
                  <a:schemeClr val="dk1"/>
                </a:solidFill>
                <a:latin typeface="Arial"/>
                <a:ea typeface="Arial"/>
                <a:cs typeface="Arial"/>
                <a:sym typeface="Arial"/>
              </a:rPr>
              <a:t>McGraw-Hill</a:t>
            </a:r>
            <a:endParaRPr sz="2400" b="0" i="0" u="none" strike="noStrike" cap="none">
              <a:solidFill>
                <a:schemeClr val="dk1"/>
              </a:solidFill>
              <a:latin typeface="Times New Roman"/>
              <a:ea typeface="Times New Roman"/>
              <a:cs typeface="Times New Roman"/>
              <a:sym typeface="Times New Roman"/>
            </a:endParaRPr>
          </a:p>
        </p:txBody>
      </p:sp>
      <p:sp>
        <p:nvSpPr>
          <p:cNvPr id="332" name="Google Shape;332;p126"/>
          <p:cNvSpPr txBox="1"/>
          <p:nvPr/>
        </p:nvSpPr>
        <p:spPr>
          <a:xfrm>
            <a:off x="6096000" y="6553200"/>
            <a:ext cx="6096000" cy="304800"/>
          </a:xfrm>
          <a:prstGeom prst="rect">
            <a:avLst/>
          </a:prstGeom>
          <a:noFill/>
          <a:ln>
            <a:noFill/>
          </a:ln>
        </p:spPr>
        <p:txBody>
          <a:bodyPr spcFirstLastPara="1" wrap="square" lIns="91425" tIns="45700" rIns="91425" bIns="45700" anchor="t" anchorCtr="0">
            <a:spAutoFit/>
          </a:bodyPr>
          <a:lstStyle/>
          <a:p>
            <a:pPr marL="0" marR="0" lvl="0" indent="-88900" algn="r" rtl="0">
              <a:spcBef>
                <a:spcPts val="0"/>
              </a:spcBef>
              <a:spcAft>
                <a:spcPts val="0"/>
              </a:spcAft>
              <a:buClr>
                <a:schemeClr val="dk1"/>
              </a:buClr>
              <a:buSzPts val="1400"/>
              <a:buFont typeface="Arial"/>
              <a:buChar char="©"/>
            </a:pPr>
            <a:r>
              <a:rPr lang="en-US" sz="1400" b="0" i="0" u="none" strike="noStrike" cap="none">
                <a:solidFill>
                  <a:schemeClr val="dk1"/>
                </a:solidFill>
                <a:latin typeface="Arial"/>
                <a:ea typeface="Arial"/>
                <a:cs typeface="Arial"/>
                <a:sym typeface="Arial"/>
              </a:rPr>
              <a:t>The McGraw-Hill Companies, Inc., 2000</a:t>
            </a:r>
            <a:endParaRPr sz="2400" b="0" i="0" u="none" strike="noStrike" cap="none">
              <a:solidFill>
                <a:schemeClr val="dk1"/>
              </a:solidFill>
              <a:latin typeface="Times New Roman"/>
              <a:ea typeface="Times New Roman"/>
              <a:cs typeface="Times New Roman"/>
              <a:sym typeface="Times New Roman"/>
            </a:endParaRPr>
          </a:p>
        </p:txBody>
      </p:sp>
      <p:sp>
        <p:nvSpPr>
          <p:cNvPr id="333" name="Google Shape;333;p126"/>
          <p:cNvSpPr txBox="1">
            <a:spLocks noGrp="1"/>
          </p:cNvSpPr>
          <p:nvPr>
            <p:ph type="ctrTitle"/>
          </p:nvPr>
        </p:nvSpPr>
        <p:spPr>
          <a:xfrm>
            <a:off x="1320800" y="1676400"/>
            <a:ext cx="10363200" cy="1462088"/>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4400" b="0" i="0" u="none" strike="noStrike" cap="none">
                <a:solidFill>
                  <a:schemeClr val="dk2"/>
                </a:solidFill>
                <a:latin typeface="Tahoma"/>
                <a:ea typeface="Tahoma"/>
                <a:cs typeface="Tahoma"/>
                <a:sym typeface="Tahoma"/>
              </a:defRPr>
            </a:lvl1pPr>
            <a:lvl2pPr marR="0" lvl="1" algn="l" rtl="0">
              <a:spcBef>
                <a:spcPts val="0"/>
              </a:spcBef>
              <a:spcAft>
                <a:spcPts val="0"/>
              </a:spcAft>
              <a:buSzPts val="1400"/>
              <a:buNone/>
              <a:defRPr sz="4400" b="0" i="0" u="none" strike="noStrike" cap="none">
                <a:solidFill>
                  <a:schemeClr val="dk2"/>
                </a:solidFill>
                <a:latin typeface="Tahoma"/>
                <a:ea typeface="Tahoma"/>
                <a:cs typeface="Tahoma"/>
                <a:sym typeface="Tahoma"/>
              </a:defRPr>
            </a:lvl2pPr>
            <a:lvl3pPr marR="0" lvl="2" algn="l" rtl="0">
              <a:spcBef>
                <a:spcPts val="0"/>
              </a:spcBef>
              <a:spcAft>
                <a:spcPts val="0"/>
              </a:spcAft>
              <a:buSzPts val="1400"/>
              <a:buNone/>
              <a:defRPr sz="4400" b="0" i="0" u="none" strike="noStrike" cap="none">
                <a:solidFill>
                  <a:schemeClr val="dk2"/>
                </a:solidFill>
                <a:latin typeface="Tahoma"/>
                <a:ea typeface="Tahoma"/>
                <a:cs typeface="Tahoma"/>
                <a:sym typeface="Tahoma"/>
              </a:defRPr>
            </a:lvl3pPr>
            <a:lvl4pPr marR="0" lvl="3" algn="l" rtl="0">
              <a:spcBef>
                <a:spcPts val="0"/>
              </a:spcBef>
              <a:spcAft>
                <a:spcPts val="0"/>
              </a:spcAft>
              <a:buSzPts val="1400"/>
              <a:buNone/>
              <a:defRPr sz="4400" b="0" i="0" u="none" strike="noStrike" cap="none">
                <a:solidFill>
                  <a:schemeClr val="dk2"/>
                </a:solidFill>
                <a:latin typeface="Tahoma"/>
                <a:ea typeface="Tahoma"/>
                <a:cs typeface="Tahoma"/>
                <a:sym typeface="Tahoma"/>
              </a:defRPr>
            </a:lvl4pPr>
            <a:lvl5pPr marR="0" lvl="4" algn="l" rtl="0">
              <a:spcBef>
                <a:spcPts val="0"/>
              </a:spcBef>
              <a:spcAft>
                <a:spcPts val="0"/>
              </a:spcAft>
              <a:buSzPts val="1400"/>
              <a:buNone/>
              <a:defRPr sz="4400" b="0" i="0" u="none" strike="noStrike" cap="none">
                <a:solidFill>
                  <a:schemeClr val="dk2"/>
                </a:solidFill>
                <a:latin typeface="Tahoma"/>
                <a:ea typeface="Tahoma"/>
                <a:cs typeface="Tahoma"/>
                <a:sym typeface="Tahoma"/>
              </a:defRPr>
            </a:lvl5pPr>
            <a:lvl6pPr marR="0" lvl="5" algn="l" rtl="0">
              <a:spcBef>
                <a:spcPts val="0"/>
              </a:spcBef>
              <a:spcAft>
                <a:spcPts val="0"/>
              </a:spcAft>
              <a:buSzPts val="1400"/>
              <a:buNone/>
              <a:defRPr sz="4400" b="0" i="0" u="none" strike="noStrike" cap="none">
                <a:solidFill>
                  <a:schemeClr val="dk2"/>
                </a:solidFill>
                <a:latin typeface="Tahoma"/>
                <a:ea typeface="Tahoma"/>
                <a:cs typeface="Tahoma"/>
                <a:sym typeface="Tahoma"/>
              </a:defRPr>
            </a:lvl6pPr>
            <a:lvl7pPr marR="0" lvl="6" algn="l" rtl="0">
              <a:spcBef>
                <a:spcPts val="0"/>
              </a:spcBef>
              <a:spcAft>
                <a:spcPts val="0"/>
              </a:spcAft>
              <a:buSzPts val="1400"/>
              <a:buNone/>
              <a:defRPr sz="4400" b="0" i="0" u="none" strike="noStrike" cap="none">
                <a:solidFill>
                  <a:schemeClr val="dk2"/>
                </a:solidFill>
                <a:latin typeface="Tahoma"/>
                <a:ea typeface="Tahoma"/>
                <a:cs typeface="Tahoma"/>
                <a:sym typeface="Tahoma"/>
              </a:defRPr>
            </a:lvl7pPr>
            <a:lvl8pPr marR="0" lvl="7" algn="l" rtl="0">
              <a:spcBef>
                <a:spcPts val="0"/>
              </a:spcBef>
              <a:spcAft>
                <a:spcPts val="0"/>
              </a:spcAft>
              <a:buSzPts val="1400"/>
              <a:buNone/>
              <a:defRPr sz="4400" b="0" i="0" u="none" strike="noStrike" cap="none">
                <a:solidFill>
                  <a:schemeClr val="dk2"/>
                </a:solidFill>
                <a:latin typeface="Tahoma"/>
                <a:ea typeface="Tahoma"/>
                <a:cs typeface="Tahoma"/>
                <a:sym typeface="Tahoma"/>
              </a:defRPr>
            </a:lvl8pPr>
            <a:lvl9pPr marR="0" lvl="8" algn="l" rtl="0">
              <a:spcBef>
                <a:spcPts val="0"/>
              </a:spcBef>
              <a:spcAft>
                <a:spcPts val="0"/>
              </a:spcAft>
              <a:buSzPts val="1400"/>
              <a:buNone/>
              <a:defRPr sz="4400" b="0" i="0" u="none" strike="noStrike" cap="none">
                <a:solidFill>
                  <a:schemeClr val="dk2"/>
                </a:solidFill>
                <a:latin typeface="Tahoma"/>
                <a:ea typeface="Tahoma"/>
                <a:cs typeface="Tahoma"/>
                <a:sym typeface="Tahoma"/>
              </a:defRPr>
            </a:lvl9pPr>
          </a:lstStyle>
          <a:p>
            <a:endParaRPr/>
          </a:p>
        </p:txBody>
      </p:sp>
      <p:sp>
        <p:nvSpPr>
          <p:cNvPr id="334" name="Google Shape;334;p126"/>
          <p:cNvSpPr txBox="1">
            <a:spLocks noGrp="1"/>
          </p:cNvSpPr>
          <p:nvPr>
            <p:ph type="subTitle" idx="1"/>
          </p:nvPr>
        </p:nvSpPr>
        <p:spPr>
          <a:xfrm>
            <a:off x="1828800" y="3886200"/>
            <a:ext cx="8534400" cy="1752600"/>
          </a:xfrm>
          <a:prstGeom prst="rect">
            <a:avLst/>
          </a:prstGeom>
          <a:noFill/>
          <a:ln>
            <a:noFill/>
          </a:ln>
        </p:spPr>
        <p:txBody>
          <a:bodyPr spcFirstLastPara="1" wrap="square" lIns="91425" tIns="45700" rIns="91425" bIns="45700" anchor="t" anchorCtr="0">
            <a:noAutofit/>
          </a:bodyPr>
          <a:lstStyle>
            <a:lvl1pPr marR="0" lvl="0" algn="ctr" rtl="0">
              <a:spcBef>
                <a:spcPts val="640"/>
              </a:spcBef>
              <a:spcAft>
                <a:spcPts val="0"/>
              </a:spcAft>
              <a:buClr>
                <a:schemeClr val="folHlink"/>
              </a:buClr>
              <a:buSzPts val="1920"/>
              <a:buFont typeface="Noto Sans Symbols"/>
              <a:buNone/>
              <a:defRPr sz="3200" b="0" i="0" u="none" strike="noStrike" cap="none">
                <a:solidFill>
                  <a:schemeClr val="dk1"/>
                </a:solidFill>
                <a:latin typeface="Tahoma"/>
                <a:ea typeface="Tahoma"/>
                <a:cs typeface="Tahoma"/>
                <a:sym typeface="Tahoma"/>
              </a:defRPr>
            </a:lvl1pPr>
            <a:lvl2pPr marR="0" lvl="1" algn="l" rtl="0">
              <a:spcBef>
                <a:spcPts val="560"/>
              </a:spcBef>
              <a:spcAft>
                <a:spcPts val="0"/>
              </a:spcAft>
              <a:buClr>
                <a:schemeClr val="hlink"/>
              </a:buClr>
              <a:buSzPts val="1540"/>
              <a:buFont typeface="Noto Sans Symbols"/>
              <a:buChar char="■"/>
              <a:defRPr sz="2800" b="0" i="0" u="none" strike="noStrike" cap="none">
                <a:solidFill>
                  <a:schemeClr val="dk1"/>
                </a:solidFill>
                <a:latin typeface="Tahoma"/>
                <a:ea typeface="Tahoma"/>
                <a:cs typeface="Tahoma"/>
                <a:sym typeface="Tahoma"/>
              </a:defRPr>
            </a:lvl2pPr>
            <a:lvl3pPr marR="0" lvl="2" algn="l" rtl="0">
              <a:spcBef>
                <a:spcPts val="480"/>
              </a:spcBef>
              <a:spcAft>
                <a:spcPts val="0"/>
              </a:spcAft>
              <a:buClr>
                <a:schemeClr val="folHlink"/>
              </a:buClr>
              <a:buSzPts val="1200"/>
              <a:buFont typeface="Noto Sans Symbols"/>
              <a:buChar char="■"/>
              <a:defRPr sz="2400" b="0" i="0" u="none" strike="noStrike" cap="none">
                <a:solidFill>
                  <a:schemeClr val="dk1"/>
                </a:solidFill>
                <a:latin typeface="Tahoma"/>
                <a:ea typeface="Tahoma"/>
                <a:cs typeface="Tahoma"/>
                <a:sym typeface="Tahoma"/>
              </a:defRPr>
            </a:lvl3pPr>
            <a:lvl4pPr marR="0" lvl="3" algn="l" rtl="0">
              <a:spcBef>
                <a:spcPts val="400"/>
              </a:spcBef>
              <a:spcAft>
                <a:spcPts val="0"/>
              </a:spcAft>
              <a:buClr>
                <a:schemeClr val="accent2"/>
              </a:buClr>
              <a:buSzPts val="1100"/>
              <a:buFont typeface="Noto Sans Symbols"/>
              <a:buChar char="■"/>
              <a:defRPr sz="2000" b="0" i="0" u="none" strike="noStrike" cap="none">
                <a:solidFill>
                  <a:schemeClr val="dk1"/>
                </a:solidFill>
                <a:latin typeface="Tahoma"/>
                <a:ea typeface="Tahoma"/>
                <a:cs typeface="Tahoma"/>
                <a:sym typeface="Tahoma"/>
              </a:defRPr>
            </a:lvl4pPr>
            <a:lvl5pPr marR="0" lvl="4" algn="l" rtl="0">
              <a:spcBef>
                <a:spcPts val="400"/>
              </a:spcBef>
              <a:spcAft>
                <a:spcPts val="0"/>
              </a:spcAft>
              <a:buClr>
                <a:schemeClr val="accent1"/>
              </a:buClr>
              <a:buSzPts val="1000"/>
              <a:buFont typeface="Noto Sans Symbols"/>
              <a:buChar char="■"/>
              <a:defRPr sz="2000" b="0" i="0" u="none" strike="noStrike" cap="none">
                <a:solidFill>
                  <a:schemeClr val="dk1"/>
                </a:solidFill>
                <a:latin typeface="Tahoma"/>
                <a:ea typeface="Tahoma"/>
                <a:cs typeface="Tahoma"/>
                <a:sym typeface="Tahoma"/>
              </a:defRPr>
            </a:lvl5pPr>
            <a:lvl6pPr marR="0" lvl="5" algn="l" rtl="0">
              <a:spcBef>
                <a:spcPts val="400"/>
              </a:spcBef>
              <a:spcAft>
                <a:spcPts val="0"/>
              </a:spcAft>
              <a:buClr>
                <a:schemeClr val="accent1"/>
              </a:buClr>
              <a:buSzPts val="1000"/>
              <a:buFont typeface="Noto Sans Symbols"/>
              <a:buChar char="■"/>
              <a:defRPr sz="2000" b="0" i="0" u="none" strike="noStrike" cap="none">
                <a:solidFill>
                  <a:schemeClr val="dk1"/>
                </a:solidFill>
                <a:latin typeface="Tahoma"/>
                <a:ea typeface="Tahoma"/>
                <a:cs typeface="Tahoma"/>
                <a:sym typeface="Tahoma"/>
              </a:defRPr>
            </a:lvl6pPr>
            <a:lvl7pPr marR="0" lvl="6" algn="l" rtl="0">
              <a:spcBef>
                <a:spcPts val="400"/>
              </a:spcBef>
              <a:spcAft>
                <a:spcPts val="0"/>
              </a:spcAft>
              <a:buClr>
                <a:schemeClr val="accent1"/>
              </a:buClr>
              <a:buSzPts val="1000"/>
              <a:buFont typeface="Noto Sans Symbols"/>
              <a:buChar char="■"/>
              <a:defRPr sz="2000" b="0" i="0" u="none" strike="noStrike" cap="none">
                <a:solidFill>
                  <a:schemeClr val="dk1"/>
                </a:solidFill>
                <a:latin typeface="Tahoma"/>
                <a:ea typeface="Tahoma"/>
                <a:cs typeface="Tahoma"/>
                <a:sym typeface="Tahoma"/>
              </a:defRPr>
            </a:lvl7pPr>
            <a:lvl8pPr marR="0" lvl="7" algn="l" rtl="0">
              <a:spcBef>
                <a:spcPts val="400"/>
              </a:spcBef>
              <a:spcAft>
                <a:spcPts val="0"/>
              </a:spcAft>
              <a:buClr>
                <a:schemeClr val="accent1"/>
              </a:buClr>
              <a:buSzPts val="1000"/>
              <a:buFont typeface="Noto Sans Symbols"/>
              <a:buChar char="■"/>
              <a:defRPr sz="2000" b="0" i="0" u="none" strike="noStrike" cap="none">
                <a:solidFill>
                  <a:schemeClr val="dk1"/>
                </a:solidFill>
                <a:latin typeface="Tahoma"/>
                <a:ea typeface="Tahoma"/>
                <a:cs typeface="Tahoma"/>
                <a:sym typeface="Tahoma"/>
              </a:defRPr>
            </a:lvl8pPr>
            <a:lvl9pPr marR="0" lvl="8" algn="l" rtl="0">
              <a:spcBef>
                <a:spcPts val="400"/>
              </a:spcBef>
              <a:spcAft>
                <a:spcPts val="0"/>
              </a:spcAft>
              <a:buClr>
                <a:schemeClr val="accent1"/>
              </a:buClr>
              <a:buSzPts val="1000"/>
              <a:buFont typeface="Noto Sans Symbols"/>
              <a:buChar char="■"/>
              <a:defRPr sz="2000" b="0" i="0" u="none" strike="noStrike" cap="none">
                <a:solidFill>
                  <a:schemeClr val="dk1"/>
                </a:solidFill>
                <a:latin typeface="Tahoma"/>
                <a:ea typeface="Tahoma"/>
                <a:cs typeface="Tahoma"/>
                <a:sym typeface="Tahoma"/>
              </a:defRPr>
            </a:lvl9pPr>
          </a:lstStyle>
          <a:p>
            <a:endParaRPr/>
          </a:p>
        </p:txBody>
      </p:sp>
      <p:sp>
        <p:nvSpPr>
          <p:cNvPr id="335" name="Google Shape;335;p126"/>
          <p:cNvSpPr txBox="1">
            <a:spLocks noGrp="1"/>
          </p:cNvSpPr>
          <p:nvPr>
            <p:ph type="dt" idx="10"/>
          </p:nvPr>
        </p:nvSpPr>
        <p:spPr>
          <a:xfrm>
            <a:off x="1320800" y="6248400"/>
            <a:ext cx="2540000" cy="457200"/>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400" b="0" i="0" u="none" strike="noStrike" cap="none">
                <a:solidFill>
                  <a:schemeClr val="lt2"/>
                </a:solidFill>
                <a:latin typeface="Tahoma"/>
                <a:ea typeface="Tahoma"/>
                <a:cs typeface="Tahoma"/>
                <a:sym typeface="Tahoma"/>
              </a:defRPr>
            </a:lvl1pPr>
            <a:lvl2pPr marR="0" lvl="1" algn="l" rtl="0">
              <a:spcBef>
                <a:spcPts val="0"/>
              </a:spcBef>
              <a:spcAft>
                <a:spcPts val="0"/>
              </a:spcAft>
              <a:buSzPts val="1400"/>
              <a:buNone/>
              <a:defRPr sz="1800" b="0" i="0" u="none" strike="noStrike" cap="none">
                <a:solidFill>
                  <a:schemeClr val="dk1"/>
                </a:solidFill>
                <a:latin typeface="Tahoma"/>
                <a:ea typeface="Tahoma"/>
                <a:cs typeface="Tahoma"/>
                <a:sym typeface="Tahoma"/>
              </a:defRPr>
            </a:lvl2pPr>
            <a:lvl3pPr marR="0" lvl="2" algn="l" rtl="0">
              <a:spcBef>
                <a:spcPts val="0"/>
              </a:spcBef>
              <a:spcAft>
                <a:spcPts val="0"/>
              </a:spcAft>
              <a:buSzPts val="1400"/>
              <a:buNone/>
              <a:defRPr sz="1800" b="0" i="0" u="none" strike="noStrike" cap="none">
                <a:solidFill>
                  <a:schemeClr val="dk1"/>
                </a:solidFill>
                <a:latin typeface="Tahoma"/>
                <a:ea typeface="Tahoma"/>
                <a:cs typeface="Tahoma"/>
                <a:sym typeface="Tahoma"/>
              </a:defRPr>
            </a:lvl3pPr>
            <a:lvl4pPr marR="0" lvl="3" algn="l" rtl="0">
              <a:spcBef>
                <a:spcPts val="0"/>
              </a:spcBef>
              <a:spcAft>
                <a:spcPts val="0"/>
              </a:spcAft>
              <a:buSzPts val="1400"/>
              <a:buNone/>
              <a:defRPr sz="1800" b="0" i="0" u="none" strike="noStrike" cap="none">
                <a:solidFill>
                  <a:schemeClr val="dk1"/>
                </a:solidFill>
                <a:latin typeface="Tahoma"/>
                <a:ea typeface="Tahoma"/>
                <a:cs typeface="Tahoma"/>
                <a:sym typeface="Tahoma"/>
              </a:defRPr>
            </a:lvl4pPr>
            <a:lvl5pPr marR="0" lvl="4" algn="l" rtl="0">
              <a:spcBef>
                <a:spcPts val="0"/>
              </a:spcBef>
              <a:spcAft>
                <a:spcPts val="0"/>
              </a:spcAft>
              <a:buSzPts val="1400"/>
              <a:buNone/>
              <a:defRPr sz="1800" b="0" i="0" u="none" strike="noStrike" cap="none">
                <a:solidFill>
                  <a:schemeClr val="dk1"/>
                </a:solidFill>
                <a:latin typeface="Tahoma"/>
                <a:ea typeface="Tahoma"/>
                <a:cs typeface="Tahoma"/>
                <a:sym typeface="Tahoma"/>
              </a:defRPr>
            </a:lvl5pPr>
            <a:lvl6pPr marR="0" lvl="5" algn="l" rtl="0">
              <a:spcBef>
                <a:spcPts val="0"/>
              </a:spcBef>
              <a:spcAft>
                <a:spcPts val="0"/>
              </a:spcAft>
              <a:buSzPts val="1400"/>
              <a:buNone/>
              <a:defRPr sz="1800" b="0" i="0" u="none" strike="noStrike" cap="none">
                <a:solidFill>
                  <a:schemeClr val="dk1"/>
                </a:solidFill>
                <a:latin typeface="Tahoma"/>
                <a:ea typeface="Tahoma"/>
                <a:cs typeface="Tahoma"/>
                <a:sym typeface="Tahoma"/>
              </a:defRPr>
            </a:lvl6pPr>
            <a:lvl7pPr marR="0" lvl="6" algn="l" rtl="0">
              <a:spcBef>
                <a:spcPts val="0"/>
              </a:spcBef>
              <a:spcAft>
                <a:spcPts val="0"/>
              </a:spcAft>
              <a:buSzPts val="1400"/>
              <a:buNone/>
              <a:defRPr sz="1800" b="0" i="0" u="none" strike="noStrike" cap="none">
                <a:solidFill>
                  <a:schemeClr val="dk1"/>
                </a:solidFill>
                <a:latin typeface="Tahoma"/>
                <a:ea typeface="Tahoma"/>
                <a:cs typeface="Tahoma"/>
                <a:sym typeface="Tahoma"/>
              </a:defRPr>
            </a:lvl7pPr>
            <a:lvl8pPr marR="0" lvl="7" algn="l" rtl="0">
              <a:spcBef>
                <a:spcPts val="0"/>
              </a:spcBef>
              <a:spcAft>
                <a:spcPts val="0"/>
              </a:spcAft>
              <a:buSzPts val="1400"/>
              <a:buNone/>
              <a:defRPr sz="1800" b="0" i="0" u="none" strike="noStrike" cap="none">
                <a:solidFill>
                  <a:schemeClr val="dk1"/>
                </a:solidFill>
                <a:latin typeface="Tahoma"/>
                <a:ea typeface="Tahoma"/>
                <a:cs typeface="Tahoma"/>
                <a:sym typeface="Tahoma"/>
              </a:defRPr>
            </a:lvl8pPr>
            <a:lvl9pPr marR="0" lvl="8" algn="l" rtl="0">
              <a:spcBef>
                <a:spcPts val="0"/>
              </a:spcBef>
              <a:spcAft>
                <a:spcPts val="0"/>
              </a:spcAft>
              <a:buSzPts val="1400"/>
              <a:buNone/>
              <a:defRPr sz="1800" b="0" i="0" u="none" strike="noStrike" cap="none">
                <a:solidFill>
                  <a:schemeClr val="dk1"/>
                </a:solidFill>
                <a:latin typeface="Tahoma"/>
                <a:ea typeface="Tahoma"/>
                <a:cs typeface="Tahoma"/>
                <a:sym typeface="Tahoma"/>
              </a:defRPr>
            </a:lvl9pPr>
          </a:lstStyle>
          <a:p>
            <a:endParaRPr/>
          </a:p>
        </p:txBody>
      </p:sp>
      <p:sp>
        <p:nvSpPr>
          <p:cNvPr id="336" name="Google Shape;336;p126"/>
          <p:cNvSpPr txBox="1">
            <a:spLocks noGrp="1"/>
          </p:cNvSpPr>
          <p:nvPr>
            <p:ph type="ftr" idx="11"/>
          </p:nvPr>
        </p:nvSpPr>
        <p:spPr>
          <a:xfrm>
            <a:off x="4572000" y="6248400"/>
            <a:ext cx="3860800" cy="457200"/>
          </a:xfrm>
          <a:prstGeom prst="rect">
            <a:avLst/>
          </a:prstGeom>
          <a:noFill/>
          <a:ln>
            <a:noFill/>
          </a:ln>
        </p:spPr>
        <p:txBody>
          <a:bodyPr spcFirstLastPara="1" wrap="square" lIns="91425" tIns="45700" rIns="91425" bIns="45700" anchor="b" anchorCtr="0">
            <a:noAutofit/>
          </a:bodyPr>
          <a:lstStyle>
            <a:lvl1pPr marR="0" lvl="0" algn="ctr" rtl="0">
              <a:spcBef>
                <a:spcPts val="0"/>
              </a:spcBef>
              <a:spcAft>
                <a:spcPts val="0"/>
              </a:spcAft>
              <a:buSzPts val="1400"/>
              <a:buNone/>
              <a:defRPr sz="1400" b="0" i="0" u="none" strike="noStrike" cap="none">
                <a:solidFill>
                  <a:schemeClr val="lt2"/>
                </a:solidFill>
                <a:latin typeface="Tahoma"/>
                <a:ea typeface="Tahoma"/>
                <a:cs typeface="Tahoma"/>
                <a:sym typeface="Tahoma"/>
              </a:defRPr>
            </a:lvl1pPr>
            <a:lvl2pPr marR="0" lvl="1" algn="l" rtl="0">
              <a:spcBef>
                <a:spcPts val="0"/>
              </a:spcBef>
              <a:spcAft>
                <a:spcPts val="0"/>
              </a:spcAft>
              <a:buSzPts val="1400"/>
              <a:buNone/>
              <a:defRPr sz="1800" b="0" i="0" u="none" strike="noStrike" cap="none">
                <a:solidFill>
                  <a:schemeClr val="dk1"/>
                </a:solidFill>
                <a:latin typeface="Tahoma"/>
                <a:ea typeface="Tahoma"/>
                <a:cs typeface="Tahoma"/>
                <a:sym typeface="Tahoma"/>
              </a:defRPr>
            </a:lvl2pPr>
            <a:lvl3pPr marR="0" lvl="2" algn="l" rtl="0">
              <a:spcBef>
                <a:spcPts val="0"/>
              </a:spcBef>
              <a:spcAft>
                <a:spcPts val="0"/>
              </a:spcAft>
              <a:buSzPts val="1400"/>
              <a:buNone/>
              <a:defRPr sz="1800" b="0" i="0" u="none" strike="noStrike" cap="none">
                <a:solidFill>
                  <a:schemeClr val="dk1"/>
                </a:solidFill>
                <a:latin typeface="Tahoma"/>
                <a:ea typeface="Tahoma"/>
                <a:cs typeface="Tahoma"/>
                <a:sym typeface="Tahoma"/>
              </a:defRPr>
            </a:lvl3pPr>
            <a:lvl4pPr marR="0" lvl="3" algn="l" rtl="0">
              <a:spcBef>
                <a:spcPts val="0"/>
              </a:spcBef>
              <a:spcAft>
                <a:spcPts val="0"/>
              </a:spcAft>
              <a:buSzPts val="1400"/>
              <a:buNone/>
              <a:defRPr sz="1800" b="0" i="0" u="none" strike="noStrike" cap="none">
                <a:solidFill>
                  <a:schemeClr val="dk1"/>
                </a:solidFill>
                <a:latin typeface="Tahoma"/>
                <a:ea typeface="Tahoma"/>
                <a:cs typeface="Tahoma"/>
                <a:sym typeface="Tahoma"/>
              </a:defRPr>
            </a:lvl4pPr>
            <a:lvl5pPr marR="0" lvl="4" algn="l" rtl="0">
              <a:spcBef>
                <a:spcPts val="0"/>
              </a:spcBef>
              <a:spcAft>
                <a:spcPts val="0"/>
              </a:spcAft>
              <a:buSzPts val="1400"/>
              <a:buNone/>
              <a:defRPr sz="1800" b="0" i="0" u="none" strike="noStrike" cap="none">
                <a:solidFill>
                  <a:schemeClr val="dk1"/>
                </a:solidFill>
                <a:latin typeface="Tahoma"/>
                <a:ea typeface="Tahoma"/>
                <a:cs typeface="Tahoma"/>
                <a:sym typeface="Tahoma"/>
              </a:defRPr>
            </a:lvl5pPr>
            <a:lvl6pPr marR="0" lvl="5" algn="l" rtl="0">
              <a:spcBef>
                <a:spcPts val="0"/>
              </a:spcBef>
              <a:spcAft>
                <a:spcPts val="0"/>
              </a:spcAft>
              <a:buSzPts val="1400"/>
              <a:buNone/>
              <a:defRPr sz="1800" b="0" i="0" u="none" strike="noStrike" cap="none">
                <a:solidFill>
                  <a:schemeClr val="dk1"/>
                </a:solidFill>
                <a:latin typeface="Tahoma"/>
                <a:ea typeface="Tahoma"/>
                <a:cs typeface="Tahoma"/>
                <a:sym typeface="Tahoma"/>
              </a:defRPr>
            </a:lvl6pPr>
            <a:lvl7pPr marR="0" lvl="6" algn="l" rtl="0">
              <a:spcBef>
                <a:spcPts val="0"/>
              </a:spcBef>
              <a:spcAft>
                <a:spcPts val="0"/>
              </a:spcAft>
              <a:buSzPts val="1400"/>
              <a:buNone/>
              <a:defRPr sz="1800" b="0" i="0" u="none" strike="noStrike" cap="none">
                <a:solidFill>
                  <a:schemeClr val="dk1"/>
                </a:solidFill>
                <a:latin typeface="Tahoma"/>
                <a:ea typeface="Tahoma"/>
                <a:cs typeface="Tahoma"/>
                <a:sym typeface="Tahoma"/>
              </a:defRPr>
            </a:lvl7pPr>
            <a:lvl8pPr marR="0" lvl="7" algn="l" rtl="0">
              <a:spcBef>
                <a:spcPts val="0"/>
              </a:spcBef>
              <a:spcAft>
                <a:spcPts val="0"/>
              </a:spcAft>
              <a:buSzPts val="1400"/>
              <a:buNone/>
              <a:defRPr sz="1800" b="0" i="0" u="none" strike="noStrike" cap="none">
                <a:solidFill>
                  <a:schemeClr val="dk1"/>
                </a:solidFill>
                <a:latin typeface="Tahoma"/>
                <a:ea typeface="Tahoma"/>
                <a:cs typeface="Tahoma"/>
                <a:sym typeface="Tahoma"/>
              </a:defRPr>
            </a:lvl8pPr>
            <a:lvl9pPr marR="0" lvl="8" algn="l" rtl="0">
              <a:spcBef>
                <a:spcPts val="0"/>
              </a:spcBef>
              <a:spcAft>
                <a:spcPts val="0"/>
              </a:spcAft>
              <a:buSzPts val="1400"/>
              <a:buNone/>
              <a:defRPr sz="1800" b="0" i="0" u="none" strike="noStrike" cap="none">
                <a:solidFill>
                  <a:schemeClr val="dk1"/>
                </a:solidFill>
                <a:latin typeface="Tahoma"/>
                <a:ea typeface="Tahoma"/>
                <a:cs typeface="Tahoma"/>
                <a:sym typeface="Tahoma"/>
              </a:defRPr>
            </a:lvl9pPr>
          </a:lstStyle>
          <a:p>
            <a:endParaRPr/>
          </a:p>
        </p:txBody>
      </p:sp>
      <p:sp>
        <p:nvSpPr>
          <p:cNvPr id="337" name="Google Shape;337;p126"/>
          <p:cNvSpPr txBox="1">
            <a:spLocks noGrp="1"/>
          </p:cNvSpPr>
          <p:nvPr>
            <p:ph type="sldNum" idx="12"/>
          </p:nvPr>
        </p:nvSpPr>
        <p:spPr>
          <a:xfrm>
            <a:off x="9144000" y="6248400"/>
            <a:ext cx="2540000" cy="457200"/>
          </a:xfrm>
          <a:prstGeom prst="rect">
            <a:avLst/>
          </a:prstGeom>
          <a:noFill/>
          <a:ln>
            <a:noFill/>
          </a:ln>
        </p:spPr>
        <p:txBody>
          <a:bodyPr spcFirstLastPara="1" wrap="square" lIns="91425" tIns="45700" rIns="91425" bIns="45700" anchor="b" anchorCtr="0">
            <a:noAutofit/>
          </a:bodyPr>
          <a:lstStyle>
            <a:lvl1pPr marL="0" marR="0" lvl="0" indent="0" algn="r">
              <a:spcBef>
                <a:spcPts val="0"/>
              </a:spcBef>
              <a:buNone/>
              <a:defRPr sz="1400" b="0" i="0" u="none" strike="noStrike" cap="none">
                <a:solidFill>
                  <a:schemeClr val="lt2"/>
                </a:solidFill>
                <a:latin typeface="Tahoma"/>
                <a:ea typeface="Tahoma"/>
                <a:cs typeface="Tahoma"/>
                <a:sym typeface="Tahoma"/>
              </a:defRPr>
            </a:lvl1pPr>
            <a:lvl2pPr marL="0" marR="0" lvl="1" indent="0" algn="r">
              <a:spcBef>
                <a:spcPts val="0"/>
              </a:spcBef>
              <a:buNone/>
              <a:defRPr sz="1400" b="0" i="0" u="none" strike="noStrike" cap="none">
                <a:solidFill>
                  <a:schemeClr val="lt2"/>
                </a:solidFill>
                <a:latin typeface="Tahoma"/>
                <a:ea typeface="Tahoma"/>
                <a:cs typeface="Tahoma"/>
                <a:sym typeface="Tahoma"/>
              </a:defRPr>
            </a:lvl2pPr>
            <a:lvl3pPr marL="0" marR="0" lvl="2" indent="0" algn="r">
              <a:spcBef>
                <a:spcPts val="0"/>
              </a:spcBef>
              <a:buNone/>
              <a:defRPr sz="1400" b="0" i="0" u="none" strike="noStrike" cap="none">
                <a:solidFill>
                  <a:schemeClr val="lt2"/>
                </a:solidFill>
                <a:latin typeface="Tahoma"/>
                <a:ea typeface="Tahoma"/>
                <a:cs typeface="Tahoma"/>
                <a:sym typeface="Tahoma"/>
              </a:defRPr>
            </a:lvl3pPr>
            <a:lvl4pPr marL="0" marR="0" lvl="3" indent="0" algn="r">
              <a:spcBef>
                <a:spcPts val="0"/>
              </a:spcBef>
              <a:buNone/>
              <a:defRPr sz="1400" b="0" i="0" u="none" strike="noStrike" cap="none">
                <a:solidFill>
                  <a:schemeClr val="lt2"/>
                </a:solidFill>
                <a:latin typeface="Tahoma"/>
                <a:ea typeface="Tahoma"/>
                <a:cs typeface="Tahoma"/>
                <a:sym typeface="Tahoma"/>
              </a:defRPr>
            </a:lvl4pPr>
            <a:lvl5pPr marL="0" marR="0" lvl="4" indent="0" algn="r">
              <a:spcBef>
                <a:spcPts val="0"/>
              </a:spcBef>
              <a:buNone/>
              <a:defRPr sz="1400" b="0" i="0" u="none" strike="noStrike" cap="none">
                <a:solidFill>
                  <a:schemeClr val="lt2"/>
                </a:solidFill>
                <a:latin typeface="Tahoma"/>
                <a:ea typeface="Tahoma"/>
                <a:cs typeface="Tahoma"/>
                <a:sym typeface="Tahoma"/>
              </a:defRPr>
            </a:lvl5pPr>
            <a:lvl6pPr marL="0" marR="0" lvl="5" indent="0" algn="r">
              <a:spcBef>
                <a:spcPts val="0"/>
              </a:spcBef>
              <a:buNone/>
              <a:defRPr sz="1400" b="0" i="0" u="none" strike="noStrike" cap="none">
                <a:solidFill>
                  <a:schemeClr val="lt2"/>
                </a:solidFill>
                <a:latin typeface="Tahoma"/>
                <a:ea typeface="Tahoma"/>
                <a:cs typeface="Tahoma"/>
                <a:sym typeface="Tahoma"/>
              </a:defRPr>
            </a:lvl6pPr>
            <a:lvl7pPr marL="0" marR="0" lvl="6" indent="0" algn="r">
              <a:spcBef>
                <a:spcPts val="0"/>
              </a:spcBef>
              <a:buNone/>
              <a:defRPr sz="1400" b="0" i="0" u="none" strike="noStrike" cap="none">
                <a:solidFill>
                  <a:schemeClr val="lt2"/>
                </a:solidFill>
                <a:latin typeface="Tahoma"/>
                <a:ea typeface="Tahoma"/>
                <a:cs typeface="Tahoma"/>
                <a:sym typeface="Tahoma"/>
              </a:defRPr>
            </a:lvl7pPr>
            <a:lvl8pPr marL="0" marR="0" lvl="7" indent="0" algn="r">
              <a:spcBef>
                <a:spcPts val="0"/>
              </a:spcBef>
              <a:buNone/>
              <a:defRPr sz="1400" b="0" i="0" u="none" strike="noStrike" cap="none">
                <a:solidFill>
                  <a:schemeClr val="lt2"/>
                </a:solidFill>
                <a:latin typeface="Tahoma"/>
                <a:ea typeface="Tahoma"/>
                <a:cs typeface="Tahoma"/>
                <a:sym typeface="Tahoma"/>
              </a:defRPr>
            </a:lvl8pPr>
            <a:lvl9pPr marL="0" marR="0" lvl="8" indent="0" algn="r">
              <a:spcBef>
                <a:spcPts val="0"/>
              </a:spcBef>
              <a:buNone/>
              <a:defRPr sz="1400" b="0" i="0" u="none" strike="noStrike" cap="none">
                <a:solidFill>
                  <a:schemeClr val="lt2"/>
                </a:solidFill>
                <a:latin typeface="Tahoma"/>
                <a:ea typeface="Tahoma"/>
                <a:cs typeface="Tahoma"/>
                <a:sym typeface="Tahoma"/>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38"/>
        <p:cNvGrpSpPr/>
        <p:nvPr/>
      </p:nvGrpSpPr>
      <p:grpSpPr>
        <a:xfrm>
          <a:off x="0" y="0"/>
          <a:ext cx="0" cy="0"/>
          <a:chOff x="0" y="0"/>
          <a:chExt cx="0" cy="0"/>
        </a:xfrm>
      </p:grpSpPr>
      <p:sp>
        <p:nvSpPr>
          <p:cNvPr id="339" name="Google Shape;339;p127"/>
          <p:cNvSpPr txBox="1">
            <a:spLocks noGrp="1"/>
          </p:cNvSpPr>
          <p:nvPr>
            <p:ph type="title"/>
          </p:nvPr>
        </p:nvSpPr>
        <p:spPr>
          <a:xfrm>
            <a:off x="963084" y="4406901"/>
            <a:ext cx="10363200" cy="136207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4000" b="1" i="0" u="none" strike="noStrike" cap="none">
                <a:solidFill>
                  <a:schemeClr val="dk2"/>
                </a:solidFill>
                <a:latin typeface="Tahoma"/>
                <a:ea typeface="Tahoma"/>
                <a:cs typeface="Tahoma"/>
                <a:sym typeface="Tahoma"/>
              </a:defRPr>
            </a:lvl1pPr>
            <a:lvl2pPr marR="0" lvl="1" algn="l" rtl="0">
              <a:spcBef>
                <a:spcPts val="0"/>
              </a:spcBef>
              <a:spcAft>
                <a:spcPts val="0"/>
              </a:spcAft>
              <a:buSzPts val="1400"/>
              <a:buNone/>
              <a:defRPr sz="4400" b="0" i="0" u="none" strike="noStrike" cap="none">
                <a:solidFill>
                  <a:schemeClr val="dk2"/>
                </a:solidFill>
                <a:latin typeface="Tahoma"/>
                <a:ea typeface="Tahoma"/>
                <a:cs typeface="Tahoma"/>
                <a:sym typeface="Tahoma"/>
              </a:defRPr>
            </a:lvl2pPr>
            <a:lvl3pPr marR="0" lvl="2" algn="l" rtl="0">
              <a:spcBef>
                <a:spcPts val="0"/>
              </a:spcBef>
              <a:spcAft>
                <a:spcPts val="0"/>
              </a:spcAft>
              <a:buSzPts val="1400"/>
              <a:buNone/>
              <a:defRPr sz="4400" b="0" i="0" u="none" strike="noStrike" cap="none">
                <a:solidFill>
                  <a:schemeClr val="dk2"/>
                </a:solidFill>
                <a:latin typeface="Tahoma"/>
                <a:ea typeface="Tahoma"/>
                <a:cs typeface="Tahoma"/>
                <a:sym typeface="Tahoma"/>
              </a:defRPr>
            </a:lvl3pPr>
            <a:lvl4pPr marR="0" lvl="3" algn="l" rtl="0">
              <a:spcBef>
                <a:spcPts val="0"/>
              </a:spcBef>
              <a:spcAft>
                <a:spcPts val="0"/>
              </a:spcAft>
              <a:buSzPts val="1400"/>
              <a:buNone/>
              <a:defRPr sz="4400" b="0" i="0" u="none" strike="noStrike" cap="none">
                <a:solidFill>
                  <a:schemeClr val="dk2"/>
                </a:solidFill>
                <a:latin typeface="Tahoma"/>
                <a:ea typeface="Tahoma"/>
                <a:cs typeface="Tahoma"/>
                <a:sym typeface="Tahoma"/>
              </a:defRPr>
            </a:lvl4pPr>
            <a:lvl5pPr marR="0" lvl="4" algn="l" rtl="0">
              <a:spcBef>
                <a:spcPts val="0"/>
              </a:spcBef>
              <a:spcAft>
                <a:spcPts val="0"/>
              </a:spcAft>
              <a:buSzPts val="1400"/>
              <a:buNone/>
              <a:defRPr sz="4400" b="0" i="0" u="none" strike="noStrike" cap="none">
                <a:solidFill>
                  <a:schemeClr val="dk2"/>
                </a:solidFill>
                <a:latin typeface="Tahoma"/>
                <a:ea typeface="Tahoma"/>
                <a:cs typeface="Tahoma"/>
                <a:sym typeface="Tahoma"/>
              </a:defRPr>
            </a:lvl5pPr>
            <a:lvl6pPr marR="0" lvl="5" algn="l" rtl="0">
              <a:spcBef>
                <a:spcPts val="0"/>
              </a:spcBef>
              <a:spcAft>
                <a:spcPts val="0"/>
              </a:spcAft>
              <a:buSzPts val="1400"/>
              <a:buNone/>
              <a:defRPr sz="4400" b="0" i="0" u="none" strike="noStrike" cap="none">
                <a:solidFill>
                  <a:schemeClr val="dk2"/>
                </a:solidFill>
                <a:latin typeface="Tahoma"/>
                <a:ea typeface="Tahoma"/>
                <a:cs typeface="Tahoma"/>
                <a:sym typeface="Tahoma"/>
              </a:defRPr>
            </a:lvl6pPr>
            <a:lvl7pPr marR="0" lvl="6" algn="l" rtl="0">
              <a:spcBef>
                <a:spcPts val="0"/>
              </a:spcBef>
              <a:spcAft>
                <a:spcPts val="0"/>
              </a:spcAft>
              <a:buSzPts val="1400"/>
              <a:buNone/>
              <a:defRPr sz="4400" b="0" i="0" u="none" strike="noStrike" cap="none">
                <a:solidFill>
                  <a:schemeClr val="dk2"/>
                </a:solidFill>
                <a:latin typeface="Tahoma"/>
                <a:ea typeface="Tahoma"/>
                <a:cs typeface="Tahoma"/>
                <a:sym typeface="Tahoma"/>
              </a:defRPr>
            </a:lvl7pPr>
            <a:lvl8pPr marR="0" lvl="7" algn="l" rtl="0">
              <a:spcBef>
                <a:spcPts val="0"/>
              </a:spcBef>
              <a:spcAft>
                <a:spcPts val="0"/>
              </a:spcAft>
              <a:buSzPts val="1400"/>
              <a:buNone/>
              <a:defRPr sz="4400" b="0" i="0" u="none" strike="noStrike" cap="none">
                <a:solidFill>
                  <a:schemeClr val="dk2"/>
                </a:solidFill>
                <a:latin typeface="Tahoma"/>
                <a:ea typeface="Tahoma"/>
                <a:cs typeface="Tahoma"/>
                <a:sym typeface="Tahoma"/>
              </a:defRPr>
            </a:lvl8pPr>
            <a:lvl9pPr marR="0" lvl="8" algn="l" rtl="0">
              <a:spcBef>
                <a:spcPts val="0"/>
              </a:spcBef>
              <a:spcAft>
                <a:spcPts val="0"/>
              </a:spcAft>
              <a:buSzPts val="1400"/>
              <a:buNone/>
              <a:defRPr sz="4400" b="0" i="0" u="none" strike="noStrike" cap="none">
                <a:solidFill>
                  <a:schemeClr val="dk2"/>
                </a:solidFill>
                <a:latin typeface="Tahoma"/>
                <a:ea typeface="Tahoma"/>
                <a:cs typeface="Tahoma"/>
                <a:sym typeface="Tahoma"/>
              </a:defRPr>
            </a:lvl9pPr>
          </a:lstStyle>
          <a:p>
            <a:endParaRPr/>
          </a:p>
        </p:txBody>
      </p:sp>
      <p:sp>
        <p:nvSpPr>
          <p:cNvPr id="340" name="Google Shape;340;p127"/>
          <p:cNvSpPr txBox="1">
            <a:spLocks noGrp="1"/>
          </p:cNvSpPr>
          <p:nvPr>
            <p:ph type="body" idx="1"/>
          </p:nvPr>
        </p:nvSpPr>
        <p:spPr>
          <a:xfrm>
            <a:off x="963084" y="2906713"/>
            <a:ext cx="10363200" cy="1500187"/>
          </a:xfrm>
          <a:prstGeom prst="rect">
            <a:avLst/>
          </a:prstGeom>
          <a:noFill/>
          <a:ln>
            <a:noFill/>
          </a:ln>
        </p:spPr>
        <p:txBody>
          <a:bodyPr spcFirstLastPara="1" wrap="square" lIns="91425" tIns="45700" rIns="91425" bIns="45700" anchor="b" anchorCtr="0">
            <a:noAutofit/>
          </a:bodyPr>
          <a:lstStyle>
            <a:lvl1pPr marL="457200" marR="0" lvl="0" indent="-228600" algn="l" rtl="0">
              <a:spcBef>
                <a:spcPts val="400"/>
              </a:spcBef>
              <a:spcAft>
                <a:spcPts val="0"/>
              </a:spcAft>
              <a:buClr>
                <a:schemeClr val="folHlink"/>
              </a:buClr>
              <a:buSzPts val="1200"/>
              <a:buFont typeface="Noto Sans Symbols"/>
              <a:buNone/>
              <a:defRPr sz="2000" b="0" i="0" u="none" strike="noStrike" cap="none">
                <a:solidFill>
                  <a:schemeClr val="dk1"/>
                </a:solidFill>
                <a:latin typeface="Tahoma"/>
                <a:ea typeface="Tahoma"/>
                <a:cs typeface="Tahoma"/>
                <a:sym typeface="Tahoma"/>
              </a:defRPr>
            </a:lvl1pPr>
            <a:lvl2pPr marL="914400" marR="0" lvl="1" indent="-228600" algn="l" rtl="0">
              <a:spcBef>
                <a:spcPts val="360"/>
              </a:spcBef>
              <a:spcAft>
                <a:spcPts val="0"/>
              </a:spcAft>
              <a:buClr>
                <a:schemeClr val="hlink"/>
              </a:buClr>
              <a:buSzPts val="990"/>
              <a:buFont typeface="Noto Sans Symbols"/>
              <a:buNone/>
              <a:defRPr sz="1800" b="0" i="0" u="none" strike="noStrike" cap="none">
                <a:solidFill>
                  <a:schemeClr val="dk1"/>
                </a:solidFill>
                <a:latin typeface="Tahoma"/>
                <a:ea typeface="Tahoma"/>
                <a:cs typeface="Tahoma"/>
                <a:sym typeface="Tahoma"/>
              </a:defRPr>
            </a:lvl2pPr>
            <a:lvl3pPr marL="1371600" marR="0" lvl="2" indent="-228600" algn="l" rtl="0">
              <a:spcBef>
                <a:spcPts val="320"/>
              </a:spcBef>
              <a:spcAft>
                <a:spcPts val="0"/>
              </a:spcAft>
              <a:buClr>
                <a:schemeClr val="folHlink"/>
              </a:buClr>
              <a:buSzPts val="800"/>
              <a:buFont typeface="Noto Sans Symbols"/>
              <a:buNone/>
              <a:defRPr sz="1600" b="0" i="0" u="none" strike="noStrike" cap="none">
                <a:solidFill>
                  <a:schemeClr val="dk1"/>
                </a:solidFill>
                <a:latin typeface="Tahoma"/>
                <a:ea typeface="Tahoma"/>
                <a:cs typeface="Tahoma"/>
                <a:sym typeface="Tahoma"/>
              </a:defRPr>
            </a:lvl3pPr>
            <a:lvl4pPr marL="1828800" marR="0" lvl="3" indent="-228600" algn="l" rtl="0">
              <a:spcBef>
                <a:spcPts val="280"/>
              </a:spcBef>
              <a:spcAft>
                <a:spcPts val="0"/>
              </a:spcAft>
              <a:buClr>
                <a:schemeClr val="accent2"/>
              </a:buClr>
              <a:buSzPts val="770"/>
              <a:buFont typeface="Noto Sans Symbols"/>
              <a:buNone/>
              <a:defRPr sz="1400" b="0" i="0" u="none" strike="noStrike" cap="none">
                <a:solidFill>
                  <a:schemeClr val="dk1"/>
                </a:solidFill>
                <a:latin typeface="Tahoma"/>
                <a:ea typeface="Tahoma"/>
                <a:cs typeface="Tahoma"/>
                <a:sym typeface="Tahoma"/>
              </a:defRPr>
            </a:lvl4pPr>
            <a:lvl5pPr marL="2286000" marR="0" lvl="4" indent="-228600" algn="l" rtl="0">
              <a:spcBef>
                <a:spcPts val="280"/>
              </a:spcBef>
              <a:spcAft>
                <a:spcPts val="0"/>
              </a:spcAft>
              <a:buClr>
                <a:schemeClr val="accent1"/>
              </a:buClr>
              <a:buSzPts val="700"/>
              <a:buFont typeface="Noto Sans Symbols"/>
              <a:buNone/>
              <a:defRPr sz="1400" b="0" i="0" u="none" strike="noStrike" cap="none">
                <a:solidFill>
                  <a:schemeClr val="dk1"/>
                </a:solidFill>
                <a:latin typeface="Tahoma"/>
                <a:ea typeface="Tahoma"/>
                <a:cs typeface="Tahoma"/>
                <a:sym typeface="Tahoma"/>
              </a:defRPr>
            </a:lvl5pPr>
            <a:lvl6pPr marL="2743200" marR="0" lvl="5" indent="-228600" algn="l" rtl="0">
              <a:spcBef>
                <a:spcPts val="280"/>
              </a:spcBef>
              <a:spcAft>
                <a:spcPts val="0"/>
              </a:spcAft>
              <a:buClr>
                <a:schemeClr val="accent1"/>
              </a:buClr>
              <a:buSzPts val="700"/>
              <a:buFont typeface="Noto Sans Symbols"/>
              <a:buNone/>
              <a:defRPr sz="1400" b="0" i="0" u="none" strike="noStrike" cap="none">
                <a:solidFill>
                  <a:schemeClr val="dk1"/>
                </a:solidFill>
                <a:latin typeface="Tahoma"/>
                <a:ea typeface="Tahoma"/>
                <a:cs typeface="Tahoma"/>
                <a:sym typeface="Tahoma"/>
              </a:defRPr>
            </a:lvl6pPr>
            <a:lvl7pPr marL="3200400" marR="0" lvl="6" indent="-228600" algn="l" rtl="0">
              <a:spcBef>
                <a:spcPts val="280"/>
              </a:spcBef>
              <a:spcAft>
                <a:spcPts val="0"/>
              </a:spcAft>
              <a:buClr>
                <a:schemeClr val="accent1"/>
              </a:buClr>
              <a:buSzPts val="700"/>
              <a:buFont typeface="Noto Sans Symbols"/>
              <a:buNone/>
              <a:defRPr sz="1400" b="0" i="0" u="none" strike="noStrike" cap="none">
                <a:solidFill>
                  <a:schemeClr val="dk1"/>
                </a:solidFill>
                <a:latin typeface="Tahoma"/>
                <a:ea typeface="Tahoma"/>
                <a:cs typeface="Tahoma"/>
                <a:sym typeface="Tahoma"/>
              </a:defRPr>
            </a:lvl7pPr>
            <a:lvl8pPr marL="3657600" marR="0" lvl="7" indent="-228600" algn="l" rtl="0">
              <a:spcBef>
                <a:spcPts val="280"/>
              </a:spcBef>
              <a:spcAft>
                <a:spcPts val="0"/>
              </a:spcAft>
              <a:buClr>
                <a:schemeClr val="accent1"/>
              </a:buClr>
              <a:buSzPts val="700"/>
              <a:buFont typeface="Noto Sans Symbols"/>
              <a:buNone/>
              <a:defRPr sz="1400" b="0" i="0" u="none" strike="noStrike" cap="none">
                <a:solidFill>
                  <a:schemeClr val="dk1"/>
                </a:solidFill>
                <a:latin typeface="Tahoma"/>
                <a:ea typeface="Tahoma"/>
                <a:cs typeface="Tahoma"/>
                <a:sym typeface="Tahoma"/>
              </a:defRPr>
            </a:lvl8pPr>
            <a:lvl9pPr marL="4114800" marR="0" lvl="8" indent="-228600" algn="l" rtl="0">
              <a:spcBef>
                <a:spcPts val="280"/>
              </a:spcBef>
              <a:spcAft>
                <a:spcPts val="0"/>
              </a:spcAft>
              <a:buClr>
                <a:schemeClr val="accent1"/>
              </a:buClr>
              <a:buSzPts val="700"/>
              <a:buFont typeface="Noto Sans Symbols"/>
              <a:buNone/>
              <a:defRPr sz="1400" b="0" i="0" u="none" strike="noStrike" cap="none">
                <a:solidFill>
                  <a:schemeClr val="dk1"/>
                </a:solidFill>
                <a:latin typeface="Tahoma"/>
                <a:ea typeface="Tahoma"/>
                <a:cs typeface="Tahoma"/>
                <a:sym typeface="Tahoma"/>
              </a:defRPr>
            </a:lvl9pPr>
          </a:lstStyle>
          <a:p>
            <a:endParaRPr/>
          </a:p>
        </p:txBody>
      </p:sp>
      <p:sp>
        <p:nvSpPr>
          <p:cNvPr id="341" name="Google Shape;341;p127"/>
          <p:cNvSpPr txBox="1">
            <a:spLocks noGrp="1"/>
          </p:cNvSpPr>
          <p:nvPr>
            <p:ph type="sldNum" idx="12"/>
          </p:nvPr>
        </p:nvSpPr>
        <p:spPr>
          <a:xfrm>
            <a:off x="0" y="6400800"/>
            <a:ext cx="2540000" cy="457200"/>
          </a:xfrm>
          <a:prstGeom prst="rect">
            <a:avLst/>
          </a:prstGeom>
          <a:noFill/>
          <a:ln>
            <a:noFill/>
          </a:ln>
        </p:spPr>
        <p:txBody>
          <a:bodyPr spcFirstLastPara="1" wrap="square" lIns="91425" tIns="45700" rIns="91425" bIns="45700" anchor="b" anchorCtr="0">
            <a:noAutofit/>
          </a:bodyPr>
          <a:lstStyle>
            <a:lvl1pPr marL="0" marR="0" lvl="0" indent="0" algn="l">
              <a:spcBef>
                <a:spcPts val="0"/>
              </a:spcBef>
              <a:buNone/>
              <a:defRPr sz="2000" b="0" i="0" u="none" strike="noStrike" cap="none">
                <a:solidFill>
                  <a:schemeClr val="dk1"/>
                </a:solidFill>
                <a:latin typeface="Arial"/>
                <a:ea typeface="Arial"/>
                <a:cs typeface="Arial"/>
                <a:sym typeface="Arial"/>
              </a:defRPr>
            </a:lvl1pPr>
            <a:lvl2pPr marL="0" marR="0" lvl="1" indent="0" algn="l">
              <a:spcBef>
                <a:spcPts val="0"/>
              </a:spcBef>
              <a:buNone/>
              <a:defRPr sz="2000" b="0" i="0" u="none" strike="noStrike" cap="none">
                <a:solidFill>
                  <a:schemeClr val="dk1"/>
                </a:solidFill>
                <a:latin typeface="Arial"/>
                <a:ea typeface="Arial"/>
                <a:cs typeface="Arial"/>
                <a:sym typeface="Arial"/>
              </a:defRPr>
            </a:lvl2pPr>
            <a:lvl3pPr marL="0" marR="0" lvl="2" indent="0" algn="l">
              <a:spcBef>
                <a:spcPts val="0"/>
              </a:spcBef>
              <a:buNone/>
              <a:defRPr sz="2000" b="0" i="0" u="none" strike="noStrike" cap="none">
                <a:solidFill>
                  <a:schemeClr val="dk1"/>
                </a:solidFill>
                <a:latin typeface="Arial"/>
                <a:ea typeface="Arial"/>
                <a:cs typeface="Arial"/>
                <a:sym typeface="Arial"/>
              </a:defRPr>
            </a:lvl3pPr>
            <a:lvl4pPr marL="0" marR="0" lvl="3" indent="0" algn="l">
              <a:spcBef>
                <a:spcPts val="0"/>
              </a:spcBef>
              <a:buNone/>
              <a:defRPr sz="2000" b="0" i="0" u="none" strike="noStrike" cap="none">
                <a:solidFill>
                  <a:schemeClr val="dk1"/>
                </a:solidFill>
                <a:latin typeface="Arial"/>
                <a:ea typeface="Arial"/>
                <a:cs typeface="Arial"/>
                <a:sym typeface="Arial"/>
              </a:defRPr>
            </a:lvl4pPr>
            <a:lvl5pPr marL="0" marR="0" lvl="4" indent="0" algn="l">
              <a:spcBef>
                <a:spcPts val="0"/>
              </a:spcBef>
              <a:buNone/>
              <a:defRPr sz="2000" b="0" i="0" u="none" strike="noStrike" cap="none">
                <a:solidFill>
                  <a:schemeClr val="dk1"/>
                </a:solidFill>
                <a:latin typeface="Arial"/>
                <a:ea typeface="Arial"/>
                <a:cs typeface="Arial"/>
                <a:sym typeface="Arial"/>
              </a:defRPr>
            </a:lvl5pPr>
            <a:lvl6pPr marL="0" marR="0" lvl="5" indent="0" algn="l">
              <a:spcBef>
                <a:spcPts val="0"/>
              </a:spcBef>
              <a:buNone/>
              <a:defRPr sz="2000" b="0" i="0" u="none" strike="noStrike" cap="none">
                <a:solidFill>
                  <a:schemeClr val="dk1"/>
                </a:solidFill>
                <a:latin typeface="Arial"/>
                <a:ea typeface="Arial"/>
                <a:cs typeface="Arial"/>
                <a:sym typeface="Arial"/>
              </a:defRPr>
            </a:lvl6pPr>
            <a:lvl7pPr marL="0" marR="0" lvl="6" indent="0" algn="l">
              <a:spcBef>
                <a:spcPts val="0"/>
              </a:spcBef>
              <a:buNone/>
              <a:defRPr sz="2000" b="0" i="0" u="none" strike="noStrike" cap="none">
                <a:solidFill>
                  <a:schemeClr val="dk1"/>
                </a:solidFill>
                <a:latin typeface="Arial"/>
                <a:ea typeface="Arial"/>
                <a:cs typeface="Arial"/>
                <a:sym typeface="Arial"/>
              </a:defRPr>
            </a:lvl7pPr>
            <a:lvl8pPr marL="0" marR="0" lvl="7" indent="0" algn="l">
              <a:spcBef>
                <a:spcPts val="0"/>
              </a:spcBef>
              <a:buNone/>
              <a:defRPr sz="2000" b="0" i="0" u="none" strike="noStrike" cap="none">
                <a:solidFill>
                  <a:schemeClr val="dk1"/>
                </a:solidFill>
                <a:latin typeface="Arial"/>
                <a:ea typeface="Arial"/>
                <a:cs typeface="Arial"/>
                <a:sym typeface="Arial"/>
              </a:defRPr>
            </a:lvl8pPr>
            <a:lvl9pPr marL="0" marR="0" lvl="8" indent="0" algn="l">
              <a:spcBef>
                <a:spcPts val="0"/>
              </a:spcBef>
              <a:buNone/>
              <a:defRPr sz="2000" b="0" i="0" u="none" strike="noStrike" cap="none">
                <a:solidFill>
                  <a:schemeClr val="dk1"/>
                </a:solidFill>
                <a:latin typeface="Arial"/>
                <a:ea typeface="Arial"/>
                <a:cs typeface="Arial"/>
                <a:sym typeface="Arial"/>
              </a:defRPr>
            </a:lvl9pPr>
          </a:lstStyle>
          <a:p>
            <a:pPr marL="0" lvl="0" indent="0" algn="l" rtl="0">
              <a:spcBef>
                <a:spcPts val="0"/>
              </a:spcBef>
              <a:spcAft>
                <a:spcPts val="0"/>
              </a:spcAft>
              <a:buNone/>
            </a:pPr>
            <a:r>
              <a:rPr lang="en-US"/>
              <a:t>2.</a:t>
            </a:r>
            <a:fld id="{00000000-1234-1234-1234-123412341234}" type="slidenum">
              <a:rPr lang="en-US"/>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42"/>
        <p:cNvGrpSpPr/>
        <p:nvPr/>
      </p:nvGrpSpPr>
      <p:grpSpPr>
        <a:xfrm>
          <a:off x="0" y="0"/>
          <a:ext cx="0" cy="0"/>
          <a:chOff x="0" y="0"/>
          <a:chExt cx="0" cy="0"/>
        </a:xfrm>
      </p:grpSpPr>
      <p:sp>
        <p:nvSpPr>
          <p:cNvPr id="343" name="Google Shape;343;p128"/>
          <p:cNvSpPr txBox="1">
            <a:spLocks noGrp="1"/>
          </p:cNvSpPr>
          <p:nvPr>
            <p:ph type="title"/>
          </p:nvPr>
        </p:nvSpPr>
        <p:spPr>
          <a:xfrm>
            <a:off x="609600" y="274638"/>
            <a:ext cx="10972800" cy="11430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4400" b="0" i="0" u="none" strike="noStrike" cap="none">
                <a:solidFill>
                  <a:schemeClr val="dk2"/>
                </a:solidFill>
                <a:latin typeface="Tahoma"/>
                <a:ea typeface="Tahoma"/>
                <a:cs typeface="Tahoma"/>
                <a:sym typeface="Tahoma"/>
              </a:defRPr>
            </a:lvl1pPr>
            <a:lvl2pPr marR="0" lvl="1" algn="l" rtl="0">
              <a:spcBef>
                <a:spcPts val="0"/>
              </a:spcBef>
              <a:spcAft>
                <a:spcPts val="0"/>
              </a:spcAft>
              <a:buSzPts val="1400"/>
              <a:buNone/>
              <a:defRPr sz="4400" b="0" i="0" u="none" strike="noStrike" cap="none">
                <a:solidFill>
                  <a:schemeClr val="dk2"/>
                </a:solidFill>
                <a:latin typeface="Tahoma"/>
                <a:ea typeface="Tahoma"/>
                <a:cs typeface="Tahoma"/>
                <a:sym typeface="Tahoma"/>
              </a:defRPr>
            </a:lvl2pPr>
            <a:lvl3pPr marR="0" lvl="2" algn="l" rtl="0">
              <a:spcBef>
                <a:spcPts val="0"/>
              </a:spcBef>
              <a:spcAft>
                <a:spcPts val="0"/>
              </a:spcAft>
              <a:buSzPts val="1400"/>
              <a:buNone/>
              <a:defRPr sz="4400" b="0" i="0" u="none" strike="noStrike" cap="none">
                <a:solidFill>
                  <a:schemeClr val="dk2"/>
                </a:solidFill>
                <a:latin typeface="Tahoma"/>
                <a:ea typeface="Tahoma"/>
                <a:cs typeface="Tahoma"/>
                <a:sym typeface="Tahoma"/>
              </a:defRPr>
            </a:lvl3pPr>
            <a:lvl4pPr marR="0" lvl="3" algn="l" rtl="0">
              <a:spcBef>
                <a:spcPts val="0"/>
              </a:spcBef>
              <a:spcAft>
                <a:spcPts val="0"/>
              </a:spcAft>
              <a:buSzPts val="1400"/>
              <a:buNone/>
              <a:defRPr sz="4400" b="0" i="0" u="none" strike="noStrike" cap="none">
                <a:solidFill>
                  <a:schemeClr val="dk2"/>
                </a:solidFill>
                <a:latin typeface="Tahoma"/>
                <a:ea typeface="Tahoma"/>
                <a:cs typeface="Tahoma"/>
                <a:sym typeface="Tahoma"/>
              </a:defRPr>
            </a:lvl4pPr>
            <a:lvl5pPr marR="0" lvl="4" algn="l" rtl="0">
              <a:spcBef>
                <a:spcPts val="0"/>
              </a:spcBef>
              <a:spcAft>
                <a:spcPts val="0"/>
              </a:spcAft>
              <a:buSzPts val="1400"/>
              <a:buNone/>
              <a:defRPr sz="4400" b="0" i="0" u="none" strike="noStrike" cap="none">
                <a:solidFill>
                  <a:schemeClr val="dk2"/>
                </a:solidFill>
                <a:latin typeface="Tahoma"/>
                <a:ea typeface="Tahoma"/>
                <a:cs typeface="Tahoma"/>
                <a:sym typeface="Tahoma"/>
              </a:defRPr>
            </a:lvl5pPr>
            <a:lvl6pPr marR="0" lvl="5" algn="l" rtl="0">
              <a:spcBef>
                <a:spcPts val="0"/>
              </a:spcBef>
              <a:spcAft>
                <a:spcPts val="0"/>
              </a:spcAft>
              <a:buSzPts val="1400"/>
              <a:buNone/>
              <a:defRPr sz="4400" b="0" i="0" u="none" strike="noStrike" cap="none">
                <a:solidFill>
                  <a:schemeClr val="dk2"/>
                </a:solidFill>
                <a:latin typeface="Tahoma"/>
                <a:ea typeface="Tahoma"/>
                <a:cs typeface="Tahoma"/>
                <a:sym typeface="Tahoma"/>
              </a:defRPr>
            </a:lvl6pPr>
            <a:lvl7pPr marR="0" lvl="6" algn="l" rtl="0">
              <a:spcBef>
                <a:spcPts val="0"/>
              </a:spcBef>
              <a:spcAft>
                <a:spcPts val="0"/>
              </a:spcAft>
              <a:buSzPts val="1400"/>
              <a:buNone/>
              <a:defRPr sz="4400" b="0" i="0" u="none" strike="noStrike" cap="none">
                <a:solidFill>
                  <a:schemeClr val="dk2"/>
                </a:solidFill>
                <a:latin typeface="Tahoma"/>
                <a:ea typeface="Tahoma"/>
                <a:cs typeface="Tahoma"/>
                <a:sym typeface="Tahoma"/>
              </a:defRPr>
            </a:lvl7pPr>
            <a:lvl8pPr marR="0" lvl="7" algn="l" rtl="0">
              <a:spcBef>
                <a:spcPts val="0"/>
              </a:spcBef>
              <a:spcAft>
                <a:spcPts val="0"/>
              </a:spcAft>
              <a:buSzPts val="1400"/>
              <a:buNone/>
              <a:defRPr sz="4400" b="0" i="0" u="none" strike="noStrike" cap="none">
                <a:solidFill>
                  <a:schemeClr val="dk2"/>
                </a:solidFill>
                <a:latin typeface="Tahoma"/>
                <a:ea typeface="Tahoma"/>
                <a:cs typeface="Tahoma"/>
                <a:sym typeface="Tahoma"/>
              </a:defRPr>
            </a:lvl8pPr>
            <a:lvl9pPr marR="0" lvl="8" algn="l" rtl="0">
              <a:spcBef>
                <a:spcPts val="0"/>
              </a:spcBef>
              <a:spcAft>
                <a:spcPts val="0"/>
              </a:spcAft>
              <a:buSzPts val="1400"/>
              <a:buNone/>
              <a:defRPr sz="4400" b="0" i="0" u="none" strike="noStrike" cap="none">
                <a:solidFill>
                  <a:schemeClr val="dk2"/>
                </a:solidFill>
                <a:latin typeface="Tahoma"/>
                <a:ea typeface="Tahoma"/>
                <a:cs typeface="Tahoma"/>
                <a:sym typeface="Tahoma"/>
              </a:defRPr>
            </a:lvl9pPr>
          </a:lstStyle>
          <a:p>
            <a:endParaRPr/>
          </a:p>
        </p:txBody>
      </p:sp>
      <p:sp>
        <p:nvSpPr>
          <p:cNvPr id="344" name="Google Shape;344;p128"/>
          <p:cNvSpPr txBox="1">
            <a:spLocks noGrp="1"/>
          </p:cNvSpPr>
          <p:nvPr>
            <p:ph type="body" idx="1"/>
          </p:nvPr>
        </p:nvSpPr>
        <p:spPr>
          <a:xfrm>
            <a:off x="609600" y="1600201"/>
            <a:ext cx="5384800" cy="4525963"/>
          </a:xfrm>
          <a:prstGeom prst="rect">
            <a:avLst/>
          </a:prstGeom>
          <a:noFill/>
          <a:ln>
            <a:noFill/>
          </a:ln>
        </p:spPr>
        <p:txBody>
          <a:bodyPr spcFirstLastPara="1" wrap="square" lIns="91425" tIns="45700" rIns="91425" bIns="45700" anchor="t" anchorCtr="0">
            <a:noAutofit/>
          </a:bodyPr>
          <a:lstStyle>
            <a:lvl1pPr marL="457200" marR="0" lvl="0" indent="-335280" algn="l" rtl="0">
              <a:spcBef>
                <a:spcPts val="560"/>
              </a:spcBef>
              <a:spcAft>
                <a:spcPts val="0"/>
              </a:spcAft>
              <a:buClr>
                <a:schemeClr val="folHlink"/>
              </a:buClr>
              <a:buSzPts val="1680"/>
              <a:buFont typeface="Noto Sans Symbols"/>
              <a:buChar char="■"/>
              <a:defRPr sz="2800" b="0" i="0" u="none" strike="noStrike" cap="none">
                <a:solidFill>
                  <a:schemeClr val="dk1"/>
                </a:solidFill>
                <a:latin typeface="Tahoma"/>
                <a:ea typeface="Tahoma"/>
                <a:cs typeface="Tahoma"/>
                <a:sym typeface="Tahoma"/>
              </a:defRPr>
            </a:lvl1pPr>
            <a:lvl2pPr marL="914400" marR="0" lvl="1" indent="-312419" algn="l" rtl="0">
              <a:spcBef>
                <a:spcPts val="480"/>
              </a:spcBef>
              <a:spcAft>
                <a:spcPts val="0"/>
              </a:spcAft>
              <a:buClr>
                <a:schemeClr val="hlink"/>
              </a:buClr>
              <a:buSzPts val="1320"/>
              <a:buFont typeface="Noto Sans Symbols"/>
              <a:buChar char="■"/>
              <a:defRPr sz="2400" b="0" i="0" u="none" strike="noStrike" cap="none">
                <a:solidFill>
                  <a:schemeClr val="dk1"/>
                </a:solidFill>
                <a:latin typeface="Tahoma"/>
                <a:ea typeface="Tahoma"/>
                <a:cs typeface="Tahoma"/>
                <a:sym typeface="Tahoma"/>
              </a:defRPr>
            </a:lvl2pPr>
            <a:lvl3pPr marL="1371600" marR="0" lvl="2" indent="-292100" algn="l" rtl="0">
              <a:spcBef>
                <a:spcPts val="400"/>
              </a:spcBef>
              <a:spcAft>
                <a:spcPts val="0"/>
              </a:spcAft>
              <a:buClr>
                <a:schemeClr val="folHlink"/>
              </a:buClr>
              <a:buSzPts val="1000"/>
              <a:buFont typeface="Noto Sans Symbols"/>
              <a:buChar char="■"/>
              <a:defRPr sz="2000" b="0" i="0" u="none" strike="noStrike" cap="none">
                <a:solidFill>
                  <a:schemeClr val="dk1"/>
                </a:solidFill>
                <a:latin typeface="Tahoma"/>
                <a:ea typeface="Tahoma"/>
                <a:cs typeface="Tahoma"/>
                <a:sym typeface="Tahoma"/>
              </a:defRPr>
            </a:lvl3pPr>
            <a:lvl4pPr marL="1828800" marR="0" lvl="3" indent="-291464" algn="l" rtl="0">
              <a:spcBef>
                <a:spcPts val="360"/>
              </a:spcBef>
              <a:spcAft>
                <a:spcPts val="0"/>
              </a:spcAft>
              <a:buClr>
                <a:schemeClr val="accent2"/>
              </a:buClr>
              <a:buSzPts val="990"/>
              <a:buFont typeface="Noto Sans Symbols"/>
              <a:buChar char="■"/>
              <a:defRPr sz="1800" b="0" i="0" u="none" strike="noStrike" cap="none">
                <a:solidFill>
                  <a:schemeClr val="dk1"/>
                </a:solidFill>
                <a:latin typeface="Tahoma"/>
                <a:ea typeface="Tahoma"/>
                <a:cs typeface="Tahoma"/>
                <a:sym typeface="Tahoma"/>
              </a:defRPr>
            </a:lvl4pPr>
            <a:lvl5pPr marL="2286000" marR="0" lvl="4" indent="-285750" algn="l" rtl="0">
              <a:spcBef>
                <a:spcPts val="360"/>
              </a:spcBef>
              <a:spcAft>
                <a:spcPts val="0"/>
              </a:spcAft>
              <a:buClr>
                <a:schemeClr val="accent1"/>
              </a:buClr>
              <a:buSzPts val="900"/>
              <a:buFont typeface="Noto Sans Symbols"/>
              <a:buChar char="■"/>
              <a:defRPr sz="1800" b="0" i="0" u="none" strike="noStrike" cap="none">
                <a:solidFill>
                  <a:schemeClr val="dk1"/>
                </a:solidFill>
                <a:latin typeface="Tahoma"/>
                <a:ea typeface="Tahoma"/>
                <a:cs typeface="Tahoma"/>
                <a:sym typeface="Tahoma"/>
              </a:defRPr>
            </a:lvl5pPr>
            <a:lvl6pPr marL="2743200" marR="0" lvl="5" indent="-285750" algn="l" rtl="0">
              <a:spcBef>
                <a:spcPts val="360"/>
              </a:spcBef>
              <a:spcAft>
                <a:spcPts val="0"/>
              </a:spcAft>
              <a:buClr>
                <a:schemeClr val="accent1"/>
              </a:buClr>
              <a:buSzPts val="900"/>
              <a:buFont typeface="Noto Sans Symbols"/>
              <a:buChar char="■"/>
              <a:defRPr sz="1800" b="0" i="0" u="none" strike="noStrike" cap="none">
                <a:solidFill>
                  <a:schemeClr val="dk1"/>
                </a:solidFill>
                <a:latin typeface="Tahoma"/>
                <a:ea typeface="Tahoma"/>
                <a:cs typeface="Tahoma"/>
                <a:sym typeface="Tahoma"/>
              </a:defRPr>
            </a:lvl6pPr>
            <a:lvl7pPr marL="3200400" marR="0" lvl="6" indent="-285750" algn="l" rtl="0">
              <a:spcBef>
                <a:spcPts val="360"/>
              </a:spcBef>
              <a:spcAft>
                <a:spcPts val="0"/>
              </a:spcAft>
              <a:buClr>
                <a:schemeClr val="accent1"/>
              </a:buClr>
              <a:buSzPts val="900"/>
              <a:buFont typeface="Noto Sans Symbols"/>
              <a:buChar char="■"/>
              <a:defRPr sz="1800" b="0" i="0" u="none" strike="noStrike" cap="none">
                <a:solidFill>
                  <a:schemeClr val="dk1"/>
                </a:solidFill>
                <a:latin typeface="Tahoma"/>
                <a:ea typeface="Tahoma"/>
                <a:cs typeface="Tahoma"/>
                <a:sym typeface="Tahoma"/>
              </a:defRPr>
            </a:lvl7pPr>
            <a:lvl8pPr marL="3657600" marR="0" lvl="7" indent="-285750" algn="l" rtl="0">
              <a:spcBef>
                <a:spcPts val="360"/>
              </a:spcBef>
              <a:spcAft>
                <a:spcPts val="0"/>
              </a:spcAft>
              <a:buClr>
                <a:schemeClr val="accent1"/>
              </a:buClr>
              <a:buSzPts val="900"/>
              <a:buFont typeface="Noto Sans Symbols"/>
              <a:buChar char="■"/>
              <a:defRPr sz="1800" b="0" i="0" u="none" strike="noStrike" cap="none">
                <a:solidFill>
                  <a:schemeClr val="dk1"/>
                </a:solidFill>
                <a:latin typeface="Tahoma"/>
                <a:ea typeface="Tahoma"/>
                <a:cs typeface="Tahoma"/>
                <a:sym typeface="Tahoma"/>
              </a:defRPr>
            </a:lvl8pPr>
            <a:lvl9pPr marL="4114800" marR="0" lvl="8" indent="-285750" algn="l" rtl="0">
              <a:spcBef>
                <a:spcPts val="360"/>
              </a:spcBef>
              <a:spcAft>
                <a:spcPts val="0"/>
              </a:spcAft>
              <a:buClr>
                <a:schemeClr val="accent1"/>
              </a:buClr>
              <a:buSzPts val="900"/>
              <a:buFont typeface="Noto Sans Symbols"/>
              <a:buChar char="■"/>
              <a:defRPr sz="1800" b="0" i="0" u="none" strike="noStrike" cap="none">
                <a:solidFill>
                  <a:schemeClr val="dk1"/>
                </a:solidFill>
                <a:latin typeface="Tahoma"/>
                <a:ea typeface="Tahoma"/>
                <a:cs typeface="Tahoma"/>
                <a:sym typeface="Tahoma"/>
              </a:defRPr>
            </a:lvl9pPr>
          </a:lstStyle>
          <a:p>
            <a:endParaRPr/>
          </a:p>
        </p:txBody>
      </p:sp>
      <p:sp>
        <p:nvSpPr>
          <p:cNvPr id="345" name="Google Shape;345;p128"/>
          <p:cNvSpPr txBox="1">
            <a:spLocks noGrp="1"/>
          </p:cNvSpPr>
          <p:nvPr>
            <p:ph type="body" idx="2"/>
          </p:nvPr>
        </p:nvSpPr>
        <p:spPr>
          <a:xfrm>
            <a:off x="6197600" y="1600201"/>
            <a:ext cx="5384800" cy="4525963"/>
          </a:xfrm>
          <a:prstGeom prst="rect">
            <a:avLst/>
          </a:prstGeom>
          <a:noFill/>
          <a:ln>
            <a:noFill/>
          </a:ln>
        </p:spPr>
        <p:txBody>
          <a:bodyPr spcFirstLastPara="1" wrap="square" lIns="91425" tIns="45700" rIns="91425" bIns="45700" anchor="t" anchorCtr="0">
            <a:noAutofit/>
          </a:bodyPr>
          <a:lstStyle>
            <a:lvl1pPr marL="457200" marR="0" lvl="0" indent="-335280" algn="l" rtl="0">
              <a:spcBef>
                <a:spcPts val="560"/>
              </a:spcBef>
              <a:spcAft>
                <a:spcPts val="0"/>
              </a:spcAft>
              <a:buClr>
                <a:schemeClr val="folHlink"/>
              </a:buClr>
              <a:buSzPts val="1680"/>
              <a:buFont typeface="Noto Sans Symbols"/>
              <a:buChar char="■"/>
              <a:defRPr sz="2800" b="0" i="0" u="none" strike="noStrike" cap="none">
                <a:solidFill>
                  <a:schemeClr val="dk1"/>
                </a:solidFill>
                <a:latin typeface="Tahoma"/>
                <a:ea typeface="Tahoma"/>
                <a:cs typeface="Tahoma"/>
                <a:sym typeface="Tahoma"/>
              </a:defRPr>
            </a:lvl1pPr>
            <a:lvl2pPr marL="914400" marR="0" lvl="1" indent="-312419" algn="l" rtl="0">
              <a:spcBef>
                <a:spcPts val="480"/>
              </a:spcBef>
              <a:spcAft>
                <a:spcPts val="0"/>
              </a:spcAft>
              <a:buClr>
                <a:schemeClr val="hlink"/>
              </a:buClr>
              <a:buSzPts val="1320"/>
              <a:buFont typeface="Noto Sans Symbols"/>
              <a:buChar char="■"/>
              <a:defRPr sz="2400" b="0" i="0" u="none" strike="noStrike" cap="none">
                <a:solidFill>
                  <a:schemeClr val="dk1"/>
                </a:solidFill>
                <a:latin typeface="Tahoma"/>
                <a:ea typeface="Tahoma"/>
                <a:cs typeface="Tahoma"/>
                <a:sym typeface="Tahoma"/>
              </a:defRPr>
            </a:lvl2pPr>
            <a:lvl3pPr marL="1371600" marR="0" lvl="2" indent="-292100" algn="l" rtl="0">
              <a:spcBef>
                <a:spcPts val="400"/>
              </a:spcBef>
              <a:spcAft>
                <a:spcPts val="0"/>
              </a:spcAft>
              <a:buClr>
                <a:schemeClr val="folHlink"/>
              </a:buClr>
              <a:buSzPts val="1000"/>
              <a:buFont typeface="Noto Sans Symbols"/>
              <a:buChar char="■"/>
              <a:defRPr sz="2000" b="0" i="0" u="none" strike="noStrike" cap="none">
                <a:solidFill>
                  <a:schemeClr val="dk1"/>
                </a:solidFill>
                <a:latin typeface="Tahoma"/>
                <a:ea typeface="Tahoma"/>
                <a:cs typeface="Tahoma"/>
                <a:sym typeface="Tahoma"/>
              </a:defRPr>
            </a:lvl3pPr>
            <a:lvl4pPr marL="1828800" marR="0" lvl="3" indent="-291464" algn="l" rtl="0">
              <a:spcBef>
                <a:spcPts val="360"/>
              </a:spcBef>
              <a:spcAft>
                <a:spcPts val="0"/>
              </a:spcAft>
              <a:buClr>
                <a:schemeClr val="accent2"/>
              </a:buClr>
              <a:buSzPts val="990"/>
              <a:buFont typeface="Noto Sans Symbols"/>
              <a:buChar char="■"/>
              <a:defRPr sz="1800" b="0" i="0" u="none" strike="noStrike" cap="none">
                <a:solidFill>
                  <a:schemeClr val="dk1"/>
                </a:solidFill>
                <a:latin typeface="Tahoma"/>
                <a:ea typeface="Tahoma"/>
                <a:cs typeface="Tahoma"/>
                <a:sym typeface="Tahoma"/>
              </a:defRPr>
            </a:lvl4pPr>
            <a:lvl5pPr marL="2286000" marR="0" lvl="4" indent="-285750" algn="l" rtl="0">
              <a:spcBef>
                <a:spcPts val="360"/>
              </a:spcBef>
              <a:spcAft>
                <a:spcPts val="0"/>
              </a:spcAft>
              <a:buClr>
                <a:schemeClr val="accent1"/>
              </a:buClr>
              <a:buSzPts val="900"/>
              <a:buFont typeface="Noto Sans Symbols"/>
              <a:buChar char="■"/>
              <a:defRPr sz="1800" b="0" i="0" u="none" strike="noStrike" cap="none">
                <a:solidFill>
                  <a:schemeClr val="dk1"/>
                </a:solidFill>
                <a:latin typeface="Tahoma"/>
                <a:ea typeface="Tahoma"/>
                <a:cs typeface="Tahoma"/>
                <a:sym typeface="Tahoma"/>
              </a:defRPr>
            </a:lvl5pPr>
            <a:lvl6pPr marL="2743200" marR="0" lvl="5" indent="-285750" algn="l" rtl="0">
              <a:spcBef>
                <a:spcPts val="360"/>
              </a:spcBef>
              <a:spcAft>
                <a:spcPts val="0"/>
              </a:spcAft>
              <a:buClr>
                <a:schemeClr val="accent1"/>
              </a:buClr>
              <a:buSzPts val="900"/>
              <a:buFont typeface="Noto Sans Symbols"/>
              <a:buChar char="■"/>
              <a:defRPr sz="1800" b="0" i="0" u="none" strike="noStrike" cap="none">
                <a:solidFill>
                  <a:schemeClr val="dk1"/>
                </a:solidFill>
                <a:latin typeface="Tahoma"/>
                <a:ea typeface="Tahoma"/>
                <a:cs typeface="Tahoma"/>
                <a:sym typeface="Tahoma"/>
              </a:defRPr>
            </a:lvl6pPr>
            <a:lvl7pPr marL="3200400" marR="0" lvl="6" indent="-285750" algn="l" rtl="0">
              <a:spcBef>
                <a:spcPts val="360"/>
              </a:spcBef>
              <a:spcAft>
                <a:spcPts val="0"/>
              </a:spcAft>
              <a:buClr>
                <a:schemeClr val="accent1"/>
              </a:buClr>
              <a:buSzPts val="900"/>
              <a:buFont typeface="Noto Sans Symbols"/>
              <a:buChar char="■"/>
              <a:defRPr sz="1800" b="0" i="0" u="none" strike="noStrike" cap="none">
                <a:solidFill>
                  <a:schemeClr val="dk1"/>
                </a:solidFill>
                <a:latin typeface="Tahoma"/>
                <a:ea typeface="Tahoma"/>
                <a:cs typeface="Tahoma"/>
                <a:sym typeface="Tahoma"/>
              </a:defRPr>
            </a:lvl7pPr>
            <a:lvl8pPr marL="3657600" marR="0" lvl="7" indent="-285750" algn="l" rtl="0">
              <a:spcBef>
                <a:spcPts val="360"/>
              </a:spcBef>
              <a:spcAft>
                <a:spcPts val="0"/>
              </a:spcAft>
              <a:buClr>
                <a:schemeClr val="accent1"/>
              </a:buClr>
              <a:buSzPts val="900"/>
              <a:buFont typeface="Noto Sans Symbols"/>
              <a:buChar char="■"/>
              <a:defRPr sz="1800" b="0" i="0" u="none" strike="noStrike" cap="none">
                <a:solidFill>
                  <a:schemeClr val="dk1"/>
                </a:solidFill>
                <a:latin typeface="Tahoma"/>
                <a:ea typeface="Tahoma"/>
                <a:cs typeface="Tahoma"/>
                <a:sym typeface="Tahoma"/>
              </a:defRPr>
            </a:lvl8pPr>
            <a:lvl9pPr marL="4114800" marR="0" lvl="8" indent="-285750" algn="l" rtl="0">
              <a:spcBef>
                <a:spcPts val="360"/>
              </a:spcBef>
              <a:spcAft>
                <a:spcPts val="0"/>
              </a:spcAft>
              <a:buClr>
                <a:schemeClr val="accent1"/>
              </a:buClr>
              <a:buSzPts val="900"/>
              <a:buFont typeface="Noto Sans Symbols"/>
              <a:buChar char="■"/>
              <a:defRPr sz="1800" b="0" i="0" u="none" strike="noStrike" cap="none">
                <a:solidFill>
                  <a:schemeClr val="dk1"/>
                </a:solidFill>
                <a:latin typeface="Tahoma"/>
                <a:ea typeface="Tahoma"/>
                <a:cs typeface="Tahoma"/>
                <a:sym typeface="Tahoma"/>
              </a:defRPr>
            </a:lvl9pPr>
          </a:lstStyle>
          <a:p>
            <a:endParaRPr/>
          </a:p>
        </p:txBody>
      </p:sp>
      <p:sp>
        <p:nvSpPr>
          <p:cNvPr id="346" name="Google Shape;346;p128"/>
          <p:cNvSpPr txBox="1">
            <a:spLocks noGrp="1"/>
          </p:cNvSpPr>
          <p:nvPr>
            <p:ph type="sldNum" idx="12"/>
          </p:nvPr>
        </p:nvSpPr>
        <p:spPr>
          <a:xfrm>
            <a:off x="0" y="6400800"/>
            <a:ext cx="2540000" cy="457200"/>
          </a:xfrm>
          <a:prstGeom prst="rect">
            <a:avLst/>
          </a:prstGeom>
          <a:noFill/>
          <a:ln>
            <a:noFill/>
          </a:ln>
        </p:spPr>
        <p:txBody>
          <a:bodyPr spcFirstLastPara="1" wrap="square" lIns="91425" tIns="45700" rIns="91425" bIns="45700" anchor="b" anchorCtr="0">
            <a:noAutofit/>
          </a:bodyPr>
          <a:lstStyle>
            <a:lvl1pPr marL="0" marR="0" lvl="0" indent="0" algn="l">
              <a:spcBef>
                <a:spcPts val="0"/>
              </a:spcBef>
              <a:buNone/>
              <a:defRPr sz="2000" b="0" i="0" u="none" strike="noStrike" cap="none">
                <a:solidFill>
                  <a:schemeClr val="dk1"/>
                </a:solidFill>
                <a:latin typeface="Arial"/>
                <a:ea typeface="Arial"/>
                <a:cs typeface="Arial"/>
                <a:sym typeface="Arial"/>
              </a:defRPr>
            </a:lvl1pPr>
            <a:lvl2pPr marL="0" marR="0" lvl="1" indent="0" algn="l">
              <a:spcBef>
                <a:spcPts val="0"/>
              </a:spcBef>
              <a:buNone/>
              <a:defRPr sz="2000" b="0" i="0" u="none" strike="noStrike" cap="none">
                <a:solidFill>
                  <a:schemeClr val="dk1"/>
                </a:solidFill>
                <a:latin typeface="Arial"/>
                <a:ea typeface="Arial"/>
                <a:cs typeface="Arial"/>
                <a:sym typeface="Arial"/>
              </a:defRPr>
            </a:lvl2pPr>
            <a:lvl3pPr marL="0" marR="0" lvl="2" indent="0" algn="l">
              <a:spcBef>
                <a:spcPts val="0"/>
              </a:spcBef>
              <a:buNone/>
              <a:defRPr sz="2000" b="0" i="0" u="none" strike="noStrike" cap="none">
                <a:solidFill>
                  <a:schemeClr val="dk1"/>
                </a:solidFill>
                <a:latin typeface="Arial"/>
                <a:ea typeface="Arial"/>
                <a:cs typeface="Arial"/>
                <a:sym typeface="Arial"/>
              </a:defRPr>
            </a:lvl3pPr>
            <a:lvl4pPr marL="0" marR="0" lvl="3" indent="0" algn="l">
              <a:spcBef>
                <a:spcPts val="0"/>
              </a:spcBef>
              <a:buNone/>
              <a:defRPr sz="2000" b="0" i="0" u="none" strike="noStrike" cap="none">
                <a:solidFill>
                  <a:schemeClr val="dk1"/>
                </a:solidFill>
                <a:latin typeface="Arial"/>
                <a:ea typeface="Arial"/>
                <a:cs typeface="Arial"/>
                <a:sym typeface="Arial"/>
              </a:defRPr>
            </a:lvl4pPr>
            <a:lvl5pPr marL="0" marR="0" lvl="4" indent="0" algn="l">
              <a:spcBef>
                <a:spcPts val="0"/>
              </a:spcBef>
              <a:buNone/>
              <a:defRPr sz="2000" b="0" i="0" u="none" strike="noStrike" cap="none">
                <a:solidFill>
                  <a:schemeClr val="dk1"/>
                </a:solidFill>
                <a:latin typeface="Arial"/>
                <a:ea typeface="Arial"/>
                <a:cs typeface="Arial"/>
                <a:sym typeface="Arial"/>
              </a:defRPr>
            </a:lvl5pPr>
            <a:lvl6pPr marL="0" marR="0" lvl="5" indent="0" algn="l">
              <a:spcBef>
                <a:spcPts val="0"/>
              </a:spcBef>
              <a:buNone/>
              <a:defRPr sz="2000" b="0" i="0" u="none" strike="noStrike" cap="none">
                <a:solidFill>
                  <a:schemeClr val="dk1"/>
                </a:solidFill>
                <a:latin typeface="Arial"/>
                <a:ea typeface="Arial"/>
                <a:cs typeface="Arial"/>
                <a:sym typeface="Arial"/>
              </a:defRPr>
            </a:lvl6pPr>
            <a:lvl7pPr marL="0" marR="0" lvl="6" indent="0" algn="l">
              <a:spcBef>
                <a:spcPts val="0"/>
              </a:spcBef>
              <a:buNone/>
              <a:defRPr sz="2000" b="0" i="0" u="none" strike="noStrike" cap="none">
                <a:solidFill>
                  <a:schemeClr val="dk1"/>
                </a:solidFill>
                <a:latin typeface="Arial"/>
                <a:ea typeface="Arial"/>
                <a:cs typeface="Arial"/>
                <a:sym typeface="Arial"/>
              </a:defRPr>
            </a:lvl7pPr>
            <a:lvl8pPr marL="0" marR="0" lvl="7" indent="0" algn="l">
              <a:spcBef>
                <a:spcPts val="0"/>
              </a:spcBef>
              <a:buNone/>
              <a:defRPr sz="2000" b="0" i="0" u="none" strike="noStrike" cap="none">
                <a:solidFill>
                  <a:schemeClr val="dk1"/>
                </a:solidFill>
                <a:latin typeface="Arial"/>
                <a:ea typeface="Arial"/>
                <a:cs typeface="Arial"/>
                <a:sym typeface="Arial"/>
              </a:defRPr>
            </a:lvl8pPr>
            <a:lvl9pPr marL="0" marR="0" lvl="8" indent="0" algn="l">
              <a:spcBef>
                <a:spcPts val="0"/>
              </a:spcBef>
              <a:buNone/>
              <a:defRPr sz="2000" b="0" i="0" u="none" strike="noStrike" cap="none">
                <a:solidFill>
                  <a:schemeClr val="dk1"/>
                </a:solidFill>
                <a:latin typeface="Arial"/>
                <a:ea typeface="Arial"/>
                <a:cs typeface="Arial"/>
                <a:sym typeface="Arial"/>
              </a:defRPr>
            </a:lvl9pPr>
          </a:lstStyle>
          <a:p>
            <a:pPr marL="0" lvl="0" indent="0" algn="l" rtl="0">
              <a:spcBef>
                <a:spcPts val="0"/>
              </a:spcBef>
              <a:spcAft>
                <a:spcPts val="0"/>
              </a:spcAft>
              <a:buNone/>
            </a:pPr>
            <a:r>
              <a:rPr lang="en-US"/>
              <a:t>2.</a:t>
            </a:r>
            <a:fld id="{00000000-1234-1234-1234-123412341234}" type="slidenum">
              <a:rPr lang="en-US"/>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47"/>
        <p:cNvGrpSpPr/>
        <p:nvPr/>
      </p:nvGrpSpPr>
      <p:grpSpPr>
        <a:xfrm>
          <a:off x="0" y="0"/>
          <a:ext cx="0" cy="0"/>
          <a:chOff x="0" y="0"/>
          <a:chExt cx="0" cy="0"/>
        </a:xfrm>
      </p:grpSpPr>
      <p:sp>
        <p:nvSpPr>
          <p:cNvPr id="348" name="Google Shape;348;p129"/>
          <p:cNvSpPr txBox="1">
            <a:spLocks noGrp="1"/>
          </p:cNvSpPr>
          <p:nvPr>
            <p:ph type="title"/>
          </p:nvPr>
        </p:nvSpPr>
        <p:spPr>
          <a:xfrm>
            <a:off x="609600" y="274638"/>
            <a:ext cx="10972800" cy="11430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4400" b="0" i="0" u="none" strike="noStrike" cap="none">
                <a:solidFill>
                  <a:schemeClr val="dk2"/>
                </a:solidFill>
                <a:latin typeface="Tahoma"/>
                <a:ea typeface="Tahoma"/>
                <a:cs typeface="Tahoma"/>
                <a:sym typeface="Tahoma"/>
              </a:defRPr>
            </a:lvl1pPr>
            <a:lvl2pPr marR="0" lvl="1" algn="l" rtl="0">
              <a:spcBef>
                <a:spcPts val="0"/>
              </a:spcBef>
              <a:spcAft>
                <a:spcPts val="0"/>
              </a:spcAft>
              <a:buSzPts val="1400"/>
              <a:buNone/>
              <a:defRPr sz="4400" b="0" i="0" u="none" strike="noStrike" cap="none">
                <a:solidFill>
                  <a:schemeClr val="dk2"/>
                </a:solidFill>
                <a:latin typeface="Tahoma"/>
                <a:ea typeface="Tahoma"/>
                <a:cs typeface="Tahoma"/>
                <a:sym typeface="Tahoma"/>
              </a:defRPr>
            </a:lvl2pPr>
            <a:lvl3pPr marR="0" lvl="2" algn="l" rtl="0">
              <a:spcBef>
                <a:spcPts val="0"/>
              </a:spcBef>
              <a:spcAft>
                <a:spcPts val="0"/>
              </a:spcAft>
              <a:buSzPts val="1400"/>
              <a:buNone/>
              <a:defRPr sz="4400" b="0" i="0" u="none" strike="noStrike" cap="none">
                <a:solidFill>
                  <a:schemeClr val="dk2"/>
                </a:solidFill>
                <a:latin typeface="Tahoma"/>
                <a:ea typeface="Tahoma"/>
                <a:cs typeface="Tahoma"/>
                <a:sym typeface="Tahoma"/>
              </a:defRPr>
            </a:lvl3pPr>
            <a:lvl4pPr marR="0" lvl="3" algn="l" rtl="0">
              <a:spcBef>
                <a:spcPts val="0"/>
              </a:spcBef>
              <a:spcAft>
                <a:spcPts val="0"/>
              </a:spcAft>
              <a:buSzPts val="1400"/>
              <a:buNone/>
              <a:defRPr sz="4400" b="0" i="0" u="none" strike="noStrike" cap="none">
                <a:solidFill>
                  <a:schemeClr val="dk2"/>
                </a:solidFill>
                <a:latin typeface="Tahoma"/>
                <a:ea typeface="Tahoma"/>
                <a:cs typeface="Tahoma"/>
                <a:sym typeface="Tahoma"/>
              </a:defRPr>
            </a:lvl4pPr>
            <a:lvl5pPr marR="0" lvl="4" algn="l" rtl="0">
              <a:spcBef>
                <a:spcPts val="0"/>
              </a:spcBef>
              <a:spcAft>
                <a:spcPts val="0"/>
              </a:spcAft>
              <a:buSzPts val="1400"/>
              <a:buNone/>
              <a:defRPr sz="4400" b="0" i="0" u="none" strike="noStrike" cap="none">
                <a:solidFill>
                  <a:schemeClr val="dk2"/>
                </a:solidFill>
                <a:latin typeface="Tahoma"/>
                <a:ea typeface="Tahoma"/>
                <a:cs typeface="Tahoma"/>
                <a:sym typeface="Tahoma"/>
              </a:defRPr>
            </a:lvl5pPr>
            <a:lvl6pPr marR="0" lvl="5" algn="l" rtl="0">
              <a:spcBef>
                <a:spcPts val="0"/>
              </a:spcBef>
              <a:spcAft>
                <a:spcPts val="0"/>
              </a:spcAft>
              <a:buSzPts val="1400"/>
              <a:buNone/>
              <a:defRPr sz="4400" b="0" i="0" u="none" strike="noStrike" cap="none">
                <a:solidFill>
                  <a:schemeClr val="dk2"/>
                </a:solidFill>
                <a:latin typeface="Tahoma"/>
                <a:ea typeface="Tahoma"/>
                <a:cs typeface="Tahoma"/>
                <a:sym typeface="Tahoma"/>
              </a:defRPr>
            </a:lvl6pPr>
            <a:lvl7pPr marR="0" lvl="6" algn="l" rtl="0">
              <a:spcBef>
                <a:spcPts val="0"/>
              </a:spcBef>
              <a:spcAft>
                <a:spcPts val="0"/>
              </a:spcAft>
              <a:buSzPts val="1400"/>
              <a:buNone/>
              <a:defRPr sz="4400" b="0" i="0" u="none" strike="noStrike" cap="none">
                <a:solidFill>
                  <a:schemeClr val="dk2"/>
                </a:solidFill>
                <a:latin typeface="Tahoma"/>
                <a:ea typeface="Tahoma"/>
                <a:cs typeface="Tahoma"/>
                <a:sym typeface="Tahoma"/>
              </a:defRPr>
            </a:lvl7pPr>
            <a:lvl8pPr marR="0" lvl="7" algn="l" rtl="0">
              <a:spcBef>
                <a:spcPts val="0"/>
              </a:spcBef>
              <a:spcAft>
                <a:spcPts val="0"/>
              </a:spcAft>
              <a:buSzPts val="1400"/>
              <a:buNone/>
              <a:defRPr sz="4400" b="0" i="0" u="none" strike="noStrike" cap="none">
                <a:solidFill>
                  <a:schemeClr val="dk2"/>
                </a:solidFill>
                <a:latin typeface="Tahoma"/>
                <a:ea typeface="Tahoma"/>
                <a:cs typeface="Tahoma"/>
                <a:sym typeface="Tahoma"/>
              </a:defRPr>
            </a:lvl8pPr>
            <a:lvl9pPr marR="0" lvl="8" algn="l" rtl="0">
              <a:spcBef>
                <a:spcPts val="0"/>
              </a:spcBef>
              <a:spcAft>
                <a:spcPts val="0"/>
              </a:spcAft>
              <a:buSzPts val="1400"/>
              <a:buNone/>
              <a:defRPr sz="4400" b="0" i="0" u="none" strike="noStrike" cap="none">
                <a:solidFill>
                  <a:schemeClr val="dk2"/>
                </a:solidFill>
                <a:latin typeface="Tahoma"/>
                <a:ea typeface="Tahoma"/>
                <a:cs typeface="Tahoma"/>
                <a:sym typeface="Tahoma"/>
              </a:defRPr>
            </a:lvl9pPr>
          </a:lstStyle>
          <a:p>
            <a:endParaRPr/>
          </a:p>
        </p:txBody>
      </p:sp>
      <p:sp>
        <p:nvSpPr>
          <p:cNvPr id="349" name="Google Shape;349;p129"/>
          <p:cNvSpPr txBox="1">
            <a:spLocks noGrp="1"/>
          </p:cNvSpPr>
          <p:nvPr>
            <p:ph type="body" idx="1"/>
          </p:nvPr>
        </p:nvSpPr>
        <p:spPr>
          <a:xfrm>
            <a:off x="609600" y="1535113"/>
            <a:ext cx="5386917" cy="639762"/>
          </a:xfrm>
          <a:prstGeom prst="rect">
            <a:avLst/>
          </a:prstGeom>
          <a:noFill/>
          <a:ln>
            <a:noFill/>
          </a:ln>
        </p:spPr>
        <p:txBody>
          <a:bodyPr spcFirstLastPara="1" wrap="square" lIns="91425" tIns="45700" rIns="91425" bIns="45700" anchor="b" anchorCtr="0">
            <a:noAutofit/>
          </a:bodyPr>
          <a:lstStyle>
            <a:lvl1pPr marL="457200" marR="0" lvl="0" indent="-228600" algn="l" rtl="0">
              <a:spcBef>
                <a:spcPts val="480"/>
              </a:spcBef>
              <a:spcAft>
                <a:spcPts val="0"/>
              </a:spcAft>
              <a:buClr>
                <a:schemeClr val="folHlink"/>
              </a:buClr>
              <a:buSzPts val="1440"/>
              <a:buFont typeface="Noto Sans Symbols"/>
              <a:buNone/>
              <a:defRPr sz="2400" b="1" i="0" u="none" strike="noStrike" cap="none">
                <a:solidFill>
                  <a:schemeClr val="dk1"/>
                </a:solidFill>
                <a:latin typeface="Tahoma"/>
                <a:ea typeface="Tahoma"/>
                <a:cs typeface="Tahoma"/>
                <a:sym typeface="Tahoma"/>
              </a:defRPr>
            </a:lvl1pPr>
            <a:lvl2pPr marL="914400" marR="0" lvl="1" indent="-228600" algn="l" rtl="0">
              <a:spcBef>
                <a:spcPts val="400"/>
              </a:spcBef>
              <a:spcAft>
                <a:spcPts val="0"/>
              </a:spcAft>
              <a:buClr>
                <a:schemeClr val="hlink"/>
              </a:buClr>
              <a:buSzPts val="1100"/>
              <a:buFont typeface="Noto Sans Symbols"/>
              <a:buNone/>
              <a:defRPr sz="2000" b="1" i="0" u="none" strike="noStrike" cap="none">
                <a:solidFill>
                  <a:schemeClr val="dk1"/>
                </a:solidFill>
                <a:latin typeface="Tahoma"/>
                <a:ea typeface="Tahoma"/>
                <a:cs typeface="Tahoma"/>
                <a:sym typeface="Tahoma"/>
              </a:defRPr>
            </a:lvl2pPr>
            <a:lvl3pPr marL="1371600" marR="0" lvl="2" indent="-228600" algn="l" rtl="0">
              <a:spcBef>
                <a:spcPts val="360"/>
              </a:spcBef>
              <a:spcAft>
                <a:spcPts val="0"/>
              </a:spcAft>
              <a:buClr>
                <a:schemeClr val="folHlink"/>
              </a:buClr>
              <a:buSzPts val="900"/>
              <a:buFont typeface="Noto Sans Symbols"/>
              <a:buNone/>
              <a:defRPr sz="1800" b="1" i="0" u="none" strike="noStrike" cap="none">
                <a:solidFill>
                  <a:schemeClr val="dk1"/>
                </a:solidFill>
                <a:latin typeface="Tahoma"/>
                <a:ea typeface="Tahoma"/>
                <a:cs typeface="Tahoma"/>
                <a:sym typeface="Tahoma"/>
              </a:defRPr>
            </a:lvl3pPr>
            <a:lvl4pPr marL="1828800" marR="0" lvl="3" indent="-228600" algn="l" rtl="0">
              <a:spcBef>
                <a:spcPts val="320"/>
              </a:spcBef>
              <a:spcAft>
                <a:spcPts val="0"/>
              </a:spcAft>
              <a:buClr>
                <a:schemeClr val="accent2"/>
              </a:buClr>
              <a:buSzPts val="880"/>
              <a:buFont typeface="Noto Sans Symbols"/>
              <a:buNone/>
              <a:defRPr sz="1600" b="1" i="0" u="none" strike="noStrike" cap="none">
                <a:solidFill>
                  <a:schemeClr val="dk1"/>
                </a:solidFill>
                <a:latin typeface="Tahoma"/>
                <a:ea typeface="Tahoma"/>
                <a:cs typeface="Tahoma"/>
                <a:sym typeface="Tahoma"/>
              </a:defRPr>
            </a:lvl4pPr>
            <a:lvl5pPr marL="2286000" marR="0" lvl="4" indent="-228600" algn="l" rtl="0">
              <a:spcBef>
                <a:spcPts val="320"/>
              </a:spcBef>
              <a:spcAft>
                <a:spcPts val="0"/>
              </a:spcAft>
              <a:buClr>
                <a:schemeClr val="accent1"/>
              </a:buClr>
              <a:buSzPts val="800"/>
              <a:buFont typeface="Noto Sans Symbols"/>
              <a:buNone/>
              <a:defRPr sz="1600" b="1" i="0" u="none" strike="noStrike" cap="none">
                <a:solidFill>
                  <a:schemeClr val="dk1"/>
                </a:solidFill>
                <a:latin typeface="Tahoma"/>
                <a:ea typeface="Tahoma"/>
                <a:cs typeface="Tahoma"/>
                <a:sym typeface="Tahoma"/>
              </a:defRPr>
            </a:lvl5pPr>
            <a:lvl6pPr marL="2743200" marR="0" lvl="5" indent="-228600" algn="l" rtl="0">
              <a:spcBef>
                <a:spcPts val="320"/>
              </a:spcBef>
              <a:spcAft>
                <a:spcPts val="0"/>
              </a:spcAft>
              <a:buClr>
                <a:schemeClr val="accent1"/>
              </a:buClr>
              <a:buSzPts val="800"/>
              <a:buFont typeface="Noto Sans Symbols"/>
              <a:buNone/>
              <a:defRPr sz="1600" b="1" i="0" u="none" strike="noStrike" cap="none">
                <a:solidFill>
                  <a:schemeClr val="dk1"/>
                </a:solidFill>
                <a:latin typeface="Tahoma"/>
                <a:ea typeface="Tahoma"/>
                <a:cs typeface="Tahoma"/>
                <a:sym typeface="Tahoma"/>
              </a:defRPr>
            </a:lvl6pPr>
            <a:lvl7pPr marL="3200400" marR="0" lvl="6" indent="-228600" algn="l" rtl="0">
              <a:spcBef>
                <a:spcPts val="320"/>
              </a:spcBef>
              <a:spcAft>
                <a:spcPts val="0"/>
              </a:spcAft>
              <a:buClr>
                <a:schemeClr val="accent1"/>
              </a:buClr>
              <a:buSzPts val="800"/>
              <a:buFont typeface="Noto Sans Symbols"/>
              <a:buNone/>
              <a:defRPr sz="1600" b="1" i="0" u="none" strike="noStrike" cap="none">
                <a:solidFill>
                  <a:schemeClr val="dk1"/>
                </a:solidFill>
                <a:latin typeface="Tahoma"/>
                <a:ea typeface="Tahoma"/>
                <a:cs typeface="Tahoma"/>
                <a:sym typeface="Tahoma"/>
              </a:defRPr>
            </a:lvl7pPr>
            <a:lvl8pPr marL="3657600" marR="0" lvl="7" indent="-228600" algn="l" rtl="0">
              <a:spcBef>
                <a:spcPts val="320"/>
              </a:spcBef>
              <a:spcAft>
                <a:spcPts val="0"/>
              </a:spcAft>
              <a:buClr>
                <a:schemeClr val="accent1"/>
              </a:buClr>
              <a:buSzPts val="800"/>
              <a:buFont typeface="Noto Sans Symbols"/>
              <a:buNone/>
              <a:defRPr sz="1600" b="1" i="0" u="none" strike="noStrike" cap="none">
                <a:solidFill>
                  <a:schemeClr val="dk1"/>
                </a:solidFill>
                <a:latin typeface="Tahoma"/>
                <a:ea typeface="Tahoma"/>
                <a:cs typeface="Tahoma"/>
                <a:sym typeface="Tahoma"/>
              </a:defRPr>
            </a:lvl8pPr>
            <a:lvl9pPr marL="4114800" marR="0" lvl="8" indent="-228600" algn="l" rtl="0">
              <a:spcBef>
                <a:spcPts val="320"/>
              </a:spcBef>
              <a:spcAft>
                <a:spcPts val="0"/>
              </a:spcAft>
              <a:buClr>
                <a:schemeClr val="accent1"/>
              </a:buClr>
              <a:buSzPts val="800"/>
              <a:buFont typeface="Noto Sans Symbols"/>
              <a:buNone/>
              <a:defRPr sz="1600" b="1" i="0" u="none" strike="noStrike" cap="none">
                <a:solidFill>
                  <a:schemeClr val="dk1"/>
                </a:solidFill>
                <a:latin typeface="Tahoma"/>
                <a:ea typeface="Tahoma"/>
                <a:cs typeface="Tahoma"/>
                <a:sym typeface="Tahoma"/>
              </a:defRPr>
            </a:lvl9pPr>
          </a:lstStyle>
          <a:p>
            <a:endParaRPr/>
          </a:p>
        </p:txBody>
      </p:sp>
      <p:sp>
        <p:nvSpPr>
          <p:cNvPr id="350" name="Google Shape;350;p129"/>
          <p:cNvSpPr txBox="1">
            <a:spLocks noGrp="1"/>
          </p:cNvSpPr>
          <p:nvPr>
            <p:ph type="body" idx="2"/>
          </p:nvPr>
        </p:nvSpPr>
        <p:spPr>
          <a:xfrm>
            <a:off x="609600" y="2174875"/>
            <a:ext cx="5386917" cy="3951288"/>
          </a:xfrm>
          <a:prstGeom prst="rect">
            <a:avLst/>
          </a:prstGeom>
          <a:noFill/>
          <a:ln>
            <a:noFill/>
          </a:ln>
        </p:spPr>
        <p:txBody>
          <a:bodyPr spcFirstLastPara="1" wrap="square" lIns="91425" tIns="45700" rIns="91425" bIns="45700" anchor="t" anchorCtr="0">
            <a:noAutofit/>
          </a:bodyPr>
          <a:lstStyle>
            <a:lvl1pPr marL="457200" marR="0" lvl="0" indent="-320040" algn="l" rtl="0">
              <a:spcBef>
                <a:spcPts val="480"/>
              </a:spcBef>
              <a:spcAft>
                <a:spcPts val="0"/>
              </a:spcAft>
              <a:buClr>
                <a:schemeClr val="folHlink"/>
              </a:buClr>
              <a:buSzPts val="1440"/>
              <a:buFont typeface="Noto Sans Symbols"/>
              <a:buChar char="■"/>
              <a:defRPr sz="2400" b="0" i="0" u="none" strike="noStrike" cap="none">
                <a:solidFill>
                  <a:schemeClr val="dk1"/>
                </a:solidFill>
                <a:latin typeface="Tahoma"/>
                <a:ea typeface="Tahoma"/>
                <a:cs typeface="Tahoma"/>
                <a:sym typeface="Tahoma"/>
              </a:defRPr>
            </a:lvl1pPr>
            <a:lvl2pPr marL="914400" marR="0" lvl="1" indent="-298450" algn="l" rtl="0">
              <a:spcBef>
                <a:spcPts val="400"/>
              </a:spcBef>
              <a:spcAft>
                <a:spcPts val="0"/>
              </a:spcAft>
              <a:buClr>
                <a:schemeClr val="hlink"/>
              </a:buClr>
              <a:buSzPts val="1100"/>
              <a:buFont typeface="Noto Sans Symbols"/>
              <a:buChar char="■"/>
              <a:defRPr sz="2000" b="0" i="0" u="none" strike="noStrike" cap="none">
                <a:solidFill>
                  <a:schemeClr val="dk1"/>
                </a:solidFill>
                <a:latin typeface="Tahoma"/>
                <a:ea typeface="Tahoma"/>
                <a:cs typeface="Tahoma"/>
                <a:sym typeface="Tahoma"/>
              </a:defRPr>
            </a:lvl2pPr>
            <a:lvl3pPr marL="1371600" marR="0" lvl="2" indent="-285750" algn="l" rtl="0">
              <a:spcBef>
                <a:spcPts val="360"/>
              </a:spcBef>
              <a:spcAft>
                <a:spcPts val="0"/>
              </a:spcAft>
              <a:buClr>
                <a:schemeClr val="folHlink"/>
              </a:buClr>
              <a:buSzPts val="900"/>
              <a:buFont typeface="Noto Sans Symbols"/>
              <a:buChar char="■"/>
              <a:defRPr sz="1800" b="0" i="0" u="none" strike="noStrike" cap="none">
                <a:solidFill>
                  <a:schemeClr val="dk1"/>
                </a:solidFill>
                <a:latin typeface="Tahoma"/>
                <a:ea typeface="Tahoma"/>
                <a:cs typeface="Tahoma"/>
                <a:sym typeface="Tahoma"/>
              </a:defRPr>
            </a:lvl3pPr>
            <a:lvl4pPr marL="1828800" marR="0" lvl="3" indent="-284480" algn="l" rtl="0">
              <a:spcBef>
                <a:spcPts val="320"/>
              </a:spcBef>
              <a:spcAft>
                <a:spcPts val="0"/>
              </a:spcAft>
              <a:buClr>
                <a:schemeClr val="accent2"/>
              </a:buClr>
              <a:buSzPts val="880"/>
              <a:buFont typeface="Noto Sans Symbols"/>
              <a:buChar char="■"/>
              <a:defRPr sz="1600" b="0" i="0" u="none" strike="noStrike" cap="none">
                <a:solidFill>
                  <a:schemeClr val="dk1"/>
                </a:solidFill>
                <a:latin typeface="Tahoma"/>
                <a:ea typeface="Tahoma"/>
                <a:cs typeface="Tahoma"/>
                <a:sym typeface="Tahoma"/>
              </a:defRPr>
            </a:lvl4pPr>
            <a:lvl5pPr marL="2286000" marR="0" lvl="4" indent="-279400" algn="l" rtl="0">
              <a:spcBef>
                <a:spcPts val="320"/>
              </a:spcBef>
              <a:spcAft>
                <a:spcPts val="0"/>
              </a:spcAft>
              <a:buClr>
                <a:schemeClr val="accent1"/>
              </a:buClr>
              <a:buSzPts val="800"/>
              <a:buFont typeface="Noto Sans Symbols"/>
              <a:buChar char="■"/>
              <a:defRPr sz="1600" b="0" i="0" u="none" strike="noStrike" cap="none">
                <a:solidFill>
                  <a:schemeClr val="dk1"/>
                </a:solidFill>
                <a:latin typeface="Tahoma"/>
                <a:ea typeface="Tahoma"/>
                <a:cs typeface="Tahoma"/>
                <a:sym typeface="Tahoma"/>
              </a:defRPr>
            </a:lvl5pPr>
            <a:lvl6pPr marL="2743200" marR="0" lvl="5" indent="-279400" algn="l" rtl="0">
              <a:spcBef>
                <a:spcPts val="320"/>
              </a:spcBef>
              <a:spcAft>
                <a:spcPts val="0"/>
              </a:spcAft>
              <a:buClr>
                <a:schemeClr val="accent1"/>
              </a:buClr>
              <a:buSzPts val="800"/>
              <a:buFont typeface="Noto Sans Symbols"/>
              <a:buChar char="■"/>
              <a:defRPr sz="1600" b="0" i="0" u="none" strike="noStrike" cap="none">
                <a:solidFill>
                  <a:schemeClr val="dk1"/>
                </a:solidFill>
                <a:latin typeface="Tahoma"/>
                <a:ea typeface="Tahoma"/>
                <a:cs typeface="Tahoma"/>
                <a:sym typeface="Tahoma"/>
              </a:defRPr>
            </a:lvl6pPr>
            <a:lvl7pPr marL="3200400" marR="0" lvl="6" indent="-279400" algn="l" rtl="0">
              <a:spcBef>
                <a:spcPts val="320"/>
              </a:spcBef>
              <a:spcAft>
                <a:spcPts val="0"/>
              </a:spcAft>
              <a:buClr>
                <a:schemeClr val="accent1"/>
              </a:buClr>
              <a:buSzPts val="800"/>
              <a:buFont typeface="Noto Sans Symbols"/>
              <a:buChar char="■"/>
              <a:defRPr sz="1600" b="0" i="0" u="none" strike="noStrike" cap="none">
                <a:solidFill>
                  <a:schemeClr val="dk1"/>
                </a:solidFill>
                <a:latin typeface="Tahoma"/>
                <a:ea typeface="Tahoma"/>
                <a:cs typeface="Tahoma"/>
                <a:sym typeface="Tahoma"/>
              </a:defRPr>
            </a:lvl7pPr>
            <a:lvl8pPr marL="3657600" marR="0" lvl="7" indent="-279400" algn="l" rtl="0">
              <a:spcBef>
                <a:spcPts val="320"/>
              </a:spcBef>
              <a:spcAft>
                <a:spcPts val="0"/>
              </a:spcAft>
              <a:buClr>
                <a:schemeClr val="accent1"/>
              </a:buClr>
              <a:buSzPts val="800"/>
              <a:buFont typeface="Noto Sans Symbols"/>
              <a:buChar char="■"/>
              <a:defRPr sz="1600" b="0" i="0" u="none" strike="noStrike" cap="none">
                <a:solidFill>
                  <a:schemeClr val="dk1"/>
                </a:solidFill>
                <a:latin typeface="Tahoma"/>
                <a:ea typeface="Tahoma"/>
                <a:cs typeface="Tahoma"/>
                <a:sym typeface="Tahoma"/>
              </a:defRPr>
            </a:lvl8pPr>
            <a:lvl9pPr marL="4114800" marR="0" lvl="8" indent="-279400" algn="l" rtl="0">
              <a:spcBef>
                <a:spcPts val="320"/>
              </a:spcBef>
              <a:spcAft>
                <a:spcPts val="0"/>
              </a:spcAft>
              <a:buClr>
                <a:schemeClr val="accent1"/>
              </a:buClr>
              <a:buSzPts val="800"/>
              <a:buFont typeface="Noto Sans Symbols"/>
              <a:buChar char="■"/>
              <a:defRPr sz="1600" b="0" i="0" u="none" strike="noStrike" cap="none">
                <a:solidFill>
                  <a:schemeClr val="dk1"/>
                </a:solidFill>
                <a:latin typeface="Tahoma"/>
                <a:ea typeface="Tahoma"/>
                <a:cs typeface="Tahoma"/>
                <a:sym typeface="Tahoma"/>
              </a:defRPr>
            </a:lvl9pPr>
          </a:lstStyle>
          <a:p>
            <a:endParaRPr/>
          </a:p>
        </p:txBody>
      </p:sp>
      <p:sp>
        <p:nvSpPr>
          <p:cNvPr id="351" name="Google Shape;351;p129"/>
          <p:cNvSpPr txBox="1">
            <a:spLocks noGrp="1"/>
          </p:cNvSpPr>
          <p:nvPr>
            <p:ph type="body" idx="3"/>
          </p:nvPr>
        </p:nvSpPr>
        <p:spPr>
          <a:xfrm>
            <a:off x="6193368" y="1535113"/>
            <a:ext cx="5389033" cy="639762"/>
          </a:xfrm>
          <a:prstGeom prst="rect">
            <a:avLst/>
          </a:prstGeom>
          <a:noFill/>
          <a:ln>
            <a:noFill/>
          </a:ln>
        </p:spPr>
        <p:txBody>
          <a:bodyPr spcFirstLastPara="1" wrap="square" lIns="91425" tIns="45700" rIns="91425" bIns="45700" anchor="b" anchorCtr="0">
            <a:noAutofit/>
          </a:bodyPr>
          <a:lstStyle>
            <a:lvl1pPr marL="457200" marR="0" lvl="0" indent="-228600" algn="l" rtl="0">
              <a:spcBef>
                <a:spcPts val="480"/>
              </a:spcBef>
              <a:spcAft>
                <a:spcPts val="0"/>
              </a:spcAft>
              <a:buClr>
                <a:schemeClr val="folHlink"/>
              </a:buClr>
              <a:buSzPts val="1440"/>
              <a:buFont typeface="Noto Sans Symbols"/>
              <a:buNone/>
              <a:defRPr sz="2400" b="1" i="0" u="none" strike="noStrike" cap="none">
                <a:solidFill>
                  <a:schemeClr val="dk1"/>
                </a:solidFill>
                <a:latin typeface="Tahoma"/>
                <a:ea typeface="Tahoma"/>
                <a:cs typeface="Tahoma"/>
                <a:sym typeface="Tahoma"/>
              </a:defRPr>
            </a:lvl1pPr>
            <a:lvl2pPr marL="914400" marR="0" lvl="1" indent="-228600" algn="l" rtl="0">
              <a:spcBef>
                <a:spcPts val="400"/>
              </a:spcBef>
              <a:spcAft>
                <a:spcPts val="0"/>
              </a:spcAft>
              <a:buClr>
                <a:schemeClr val="hlink"/>
              </a:buClr>
              <a:buSzPts val="1100"/>
              <a:buFont typeface="Noto Sans Symbols"/>
              <a:buNone/>
              <a:defRPr sz="2000" b="1" i="0" u="none" strike="noStrike" cap="none">
                <a:solidFill>
                  <a:schemeClr val="dk1"/>
                </a:solidFill>
                <a:latin typeface="Tahoma"/>
                <a:ea typeface="Tahoma"/>
                <a:cs typeface="Tahoma"/>
                <a:sym typeface="Tahoma"/>
              </a:defRPr>
            </a:lvl2pPr>
            <a:lvl3pPr marL="1371600" marR="0" lvl="2" indent="-228600" algn="l" rtl="0">
              <a:spcBef>
                <a:spcPts val="360"/>
              </a:spcBef>
              <a:spcAft>
                <a:spcPts val="0"/>
              </a:spcAft>
              <a:buClr>
                <a:schemeClr val="folHlink"/>
              </a:buClr>
              <a:buSzPts val="900"/>
              <a:buFont typeface="Noto Sans Symbols"/>
              <a:buNone/>
              <a:defRPr sz="1800" b="1" i="0" u="none" strike="noStrike" cap="none">
                <a:solidFill>
                  <a:schemeClr val="dk1"/>
                </a:solidFill>
                <a:latin typeface="Tahoma"/>
                <a:ea typeface="Tahoma"/>
                <a:cs typeface="Tahoma"/>
                <a:sym typeface="Tahoma"/>
              </a:defRPr>
            </a:lvl3pPr>
            <a:lvl4pPr marL="1828800" marR="0" lvl="3" indent="-228600" algn="l" rtl="0">
              <a:spcBef>
                <a:spcPts val="320"/>
              </a:spcBef>
              <a:spcAft>
                <a:spcPts val="0"/>
              </a:spcAft>
              <a:buClr>
                <a:schemeClr val="accent2"/>
              </a:buClr>
              <a:buSzPts val="880"/>
              <a:buFont typeface="Noto Sans Symbols"/>
              <a:buNone/>
              <a:defRPr sz="1600" b="1" i="0" u="none" strike="noStrike" cap="none">
                <a:solidFill>
                  <a:schemeClr val="dk1"/>
                </a:solidFill>
                <a:latin typeface="Tahoma"/>
                <a:ea typeface="Tahoma"/>
                <a:cs typeface="Tahoma"/>
                <a:sym typeface="Tahoma"/>
              </a:defRPr>
            </a:lvl4pPr>
            <a:lvl5pPr marL="2286000" marR="0" lvl="4" indent="-228600" algn="l" rtl="0">
              <a:spcBef>
                <a:spcPts val="320"/>
              </a:spcBef>
              <a:spcAft>
                <a:spcPts val="0"/>
              </a:spcAft>
              <a:buClr>
                <a:schemeClr val="accent1"/>
              </a:buClr>
              <a:buSzPts val="800"/>
              <a:buFont typeface="Noto Sans Symbols"/>
              <a:buNone/>
              <a:defRPr sz="1600" b="1" i="0" u="none" strike="noStrike" cap="none">
                <a:solidFill>
                  <a:schemeClr val="dk1"/>
                </a:solidFill>
                <a:latin typeface="Tahoma"/>
                <a:ea typeface="Tahoma"/>
                <a:cs typeface="Tahoma"/>
                <a:sym typeface="Tahoma"/>
              </a:defRPr>
            </a:lvl5pPr>
            <a:lvl6pPr marL="2743200" marR="0" lvl="5" indent="-228600" algn="l" rtl="0">
              <a:spcBef>
                <a:spcPts val="320"/>
              </a:spcBef>
              <a:spcAft>
                <a:spcPts val="0"/>
              </a:spcAft>
              <a:buClr>
                <a:schemeClr val="accent1"/>
              </a:buClr>
              <a:buSzPts val="800"/>
              <a:buFont typeface="Noto Sans Symbols"/>
              <a:buNone/>
              <a:defRPr sz="1600" b="1" i="0" u="none" strike="noStrike" cap="none">
                <a:solidFill>
                  <a:schemeClr val="dk1"/>
                </a:solidFill>
                <a:latin typeface="Tahoma"/>
                <a:ea typeface="Tahoma"/>
                <a:cs typeface="Tahoma"/>
                <a:sym typeface="Tahoma"/>
              </a:defRPr>
            </a:lvl6pPr>
            <a:lvl7pPr marL="3200400" marR="0" lvl="6" indent="-228600" algn="l" rtl="0">
              <a:spcBef>
                <a:spcPts val="320"/>
              </a:spcBef>
              <a:spcAft>
                <a:spcPts val="0"/>
              </a:spcAft>
              <a:buClr>
                <a:schemeClr val="accent1"/>
              </a:buClr>
              <a:buSzPts val="800"/>
              <a:buFont typeface="Noto Sans Symbols"/>
              <a:buNone/>
              <a:defRPr sz="1600" b="1" i="0" u="none" strike="noStrike" cap="none">
                <a:solidFill>
                  <a:schemeClr val="dk1"/>
                </a:solidFill>
                <a:latin typeface="Tahoma"/>
                <a:ea typeface="Tahoma"/>
                <a:cs typeface="Tahoma"/>
                <a:sym typeface="Tahoma"/>
              </a:defRPr>
            </a:lvl7pPr>
            <a:lvl8pPr marL="3657600" marR="0" lvl="7" indent="-228600" algn="l" rtl="0">
              <a:spcBef>
                <a:spcPts val="320"/>
              </a:spcBef>
              <a:spcAft>
                <a:spcPts val="0"/>
              </a:spcAft>
              <a:buClr>
                <a:schemeClr val="accent1"/>
              </a:buClr>
              <a:buSzPts val="800"/>
              <a:buFont typeface="Noto Sans Symbols"/>
              <a:buNone/>
              <a:defRPr sz="1600" b="1" i="0" u="none" strike="noStrike" cap="none">
                <a:solidFill>
                  <a:schemeClr val="dk1"/>
                </a:solidFill>
                <a:latin typeface="Tahoma"/>
                <a:ea typeface="Tahoma"/>
                <a:cs typeface="Tahoma"/>
                <a:sym typeface="Tahoma"/>
              </a:defRPr>
            </a:lvl8pPr>
            <a:lvl9pPr marL="4114800" marR="0" lvl="8" indent="-228600" algn="l" rtl="0">
              <a:spcBef>
                <a:spcPts val="320"/>
              </a:spcBef>
              <a:spcAft>
                <a:spcPts val="0"/>
              </a:spcAft>
              <a:buClr>
                <a:schemeClr val="accent1"/>
              </a:buClr>
              <a:buSzPts val="800"/>
              <a:buFont typeface="Noto Sans Symbols"/>
              <a:buNone/>
              <a:defRPr sz="1600" b="1" i="0" u="none" strike="noStrike" cap="none">
                <a:solidFill>
                  <a:schemeClr val="dk1"/>
                </a:solidFill>
                <a:latin typeface="Tahoma"/>
                <a:ea typeface="Tahoma"/>
                <a:cs typeface="Tahoma"/>
                <a:sym typeface="Tahoma"/>
              </a:defRPr>
            </a:lvl9pPr>
          </a:lstStyle>
          <a:p>
            <a:endParaRPr/>
          </a:p>
        </p:txBody>
      </p:sp>
      <p:sp>
        <p:nvSpPr>
          <p:cNvPr id="352" name="Google Shape;352;p129"/>
          <p:cNvSpPr txBox="1">
            <a:spLocks noGrp="1"/>
          </p:cNvSpPr>
          <p:nvPr>
            <p:ph type="body" idx="4"/>
          </p:nvPr>
        </p:nvSpPr>
        <p:spPr>
          <a:xfrm>
            <a:off x="6193368" y="2174875"/>
            <a:ext cx="5389033" cy="3951288"/>
          </a:xfrm>
          <a:prstGeom prst="rect">
            <a:avLst/>
          </a:prstGeom>
          <a:noFill/>
          <a:ln>
            <a:noFill/>
          </a:ln>
        </p:spPr>
        <p:txBody>
          <a:bodyPr spcFirstLastPara="1" wrap="square" lIns="91425" tIns="45700" rIns="91425" bIns="45700" anchor="t" anchorCtr="0">
            <a:noAutofit/>
          </a:bodyPr>
          <a:lstStyle>
            <a:lvl1pPr marL="457200" marR="0" lvl="0" indent="-320040" algn="l" rtl="0">
              <a:spcBef>
                <a:spcPts val="480"/>
              </a:spcBef>
              <a:spcAft>
                <a:spcPts val="0"/>
              </a:spcAft>
              <a:buClr>
                <a:schemeClr val="folHlink"/>
              </a:buClr>
              <a:buSzPts val="1440"/>
              <a:buFont typeface="Noto Sans Symbols"/>
              <a:buChar char="■"/>
              <a:defRPr sz="2400" b="0" i="0" u="none" strike="noStrike" cap="none">
                <a:solidFill>
                  <a:schemeClr val="dk1"/>
                </a:solidFill>
                <a:latin typeface="Tahoma"/>
                <a:ea typeface="Tahoma"/>
                <a:cs typeface="Tahoma"/>
                <a:sym typeface="Tahoma"/>
              </a:defRPr>
            </a:lvl1pPr>
            <a:lvl2pPr marL="914400" marR="0" lvl="1" indent="-298450" algn="l" rtl="0">
              <a:spcBef>
                <a:spcPts val="400"/>
              </a:spcBef>
              <a:spcAft>
                <a:spcPts val="0"/>
              </a:spcAft>
              <a:buClr>
                <a:schemeClr val="hlink"/>
              </a:buClr>
              <a:buSzPts val="1100"/>
              <a:buFont typeface="Noto Sans Symbols"/>
              <a:buChar char="■"/>
              <a:defRPr sz="2000" b="0" i="0" u="none" strike="noStrike" cap="none">
                <a:solidFill>
                  <a:schemeClr val="dk1"/>
                </a:solidFill>
                <a:latin typeface="Tahoma"/>
                <a:ea typeface="Tahoma"/>
                <a:cs typeface="Tahoma"/>
                <a:sym typeface="Tahoma"/>
              </a:defRPr>
            </a:lvl2pPr>
            <a:lvl3pPr marL="1371600" marR="0" lvl="2" indent="-285750" algn="l" rtl="0">
              <a:spcBef>
                <a:spcPts val="360"/>
              </a:spcBef>
              <a:spcAft>
                <a:spcPts val="0"/>
              </a:spcAft>
              <a:buClr>
                <a:schemeClr val="folHlink"/>
              </a:buClr>
              <a:buSzPts val="900"/>
              <a:buFont typeface="Noto Sans Symbols"/>
              <a:buChar char="■"/>
              <a:defRPr sz="1800" b="0" i="0" u="none" strike="noStrike" cap="none">
                <a:solidFill>
                  <a:schemeClr val="dk1"/>
                </a:solidFill>
                <a:latin typeface="Tahoma"/>
                <a:ea typeface="Tahoma"/>
                <a:cs typeface="Tahoma"/>
                <a:sym typeface="Tahoma"/>
              </a:defRPr>
            </a:lvl3pPr>
            <a:lvl4pPr marL="1828800" marR="0" lvl="3" indent="-284480" algn="l" rtl="0">
              <a:spcBef>
                <a:spcPts val="320"/>
              </a:spcBef>
              <a:spcAft>
                <a:spcPts val="0"/>
              </a:spcAft>
              <a:buClr>
                <a:schemeClr val="accent2"/>
              </a:buClr>
              <a:buSzPts val="880"/>
              <a:buFont typeface="Noto Sans Symbols"/>
              <a:buChar char="■"/>
              <a:defRPr sz="1600" b="0" i="0" u="none" strike="noStrike" cap="none">
                <a:solidFill>
                  <a:schemeClr val="dk1"/>
                </a:solidFill>
                <a:latin typeface="Tahoma"/>
                <a:ea typeface="Tahoma"/>
                <a:cs typeface="Tahoma"/>
                <a:sym typeface="Tahoma"/>
              </a:defRPr>
            </a:lvl4pPr>
            <a:lvl5pPr marL="2286000" marR="0" lvl="4" indent="-279400" algn="l" rtl="0">
              <a:spcBef>
                <a:spcPts val="320"/>
              </a:spcBef>
              <a:spcAft>
                <a:spcPts val="0"/>
              </a:spcAft>
              <a:buClr>
                <a:schemeClr val="accent1"/>
              </a:buClr>
              <a:buSzPts val="800"/>
              <a:buFont typeface="Noto Sans Symbols"/>
              <a:buChar char="■"/>
              <a:defRPr sz="1600" b="0" i="0" u="none" strike="noStrike" cap="none">
                <a:solidFill>
                  <a:schemeClr val="dk1"/>
                </a:solidFill>
                <a:latin typeface="Tahoma"/>
                <a:ea typeface="Tahoma"/>
                <a:cs typeface="Tahoma"/>
                <a:sym typeface="Tahoma"/>
              </a:defRPr>
            </a:lvl5pPr>
            <a:lvl6pPr marL="2743200" marR="0" lvl="5" indent="-279400" algn="l" rtl="0">
              <a:spcBef>
                <a:spcPts val="320"/>
              </a:spcBef>
              <a:spcAft>
                <a:spcPts val="0"/>
              </a:spcAft>
              <a:buClr>
                <a:schemeClr val="accent1"/>
              </a:buClr>
              <a:buSzPts val="800"/>
              <a:buFont typeface="Noto Sans Symbols"/>
              <a:buChar char="■"/>
              <a:defRPr sz="1600" b="0" i="0" u="none" strike="noStrike" cap="none">
                <a:solidFill>
                  <a:schemeClr val="dk1"/>
                </a:solidFill>
                <a:latin typeface="Tahoma"/>
                <a:ea typeface="Tahoma"/>
                <a:cs typeface="Tahoma"/>
                <a:sym typeface="Tahoma"/>
              </a:defRPr>
            </a:lvl6pPr>
            <a:lvl7pPr marL="3200400" marR="0" lvl="6" indent="-279400" algn="l" rtl="0">
              <a:spcBef>
                <a:spcPts val="320"/>
              </a:spcBef>
              <a:spcAft>
                <a:spcPts val="0"/>
              </a:spcAft>
              <a:buClr>
                <a:schemeClr val="accent1"/>
              </a:buClr>
              <a:buSzPts val="800"/>
              <a:buFont typeface="Noto Sans Symbols"/>
              <a:buChar char="■"/>
              <a:defRPr sz="1600" b="0" i="0" u="none" strike="noStrike" cap="none">
                <a:solidFill>
                  <a:schemeClr val="dk1"/>
                </a:solidFill>
                <a:latin typeface="Tahoma"/>
                <a:ea typeface="Tahoma"/>
                <a:cs typeface="Tahoma"/>
                <a:sym typeface="Tahoma"/>
              </a:defRPr>
            </a:lvl7pPr>
            <a:lvl8pPr marL="3657600" marR="0" lvl="7" indent="-279400" algn="l" rtl="0">
              <a:spcBef>
                <a:spcPts val="320"/>
              </a:spcBef>
              <a:spcAft>
                <a:spcPts val="0"/>
              </a:spcAft>
              <a:buClr>
                <a:schemeClr val="accent1"/>
              </a:buClr>
              <a:buSzPts val="800"/>
              <a:buFont typeface="Noto Sans Symbols"/>
              <a:buChar char="■"/>
              <a:defRPr sz="1600" b="0" i="0" u="none" strike="noStrike" cap="none">
                <a:solidFill>
                  <a:schemeClr val="dk1"/>
                </a:solidFill>
                <a:latin typeface="Tahoma"/>
                <a:ea typeface="Tahoma"/>
                <a:cs typeface="Tahoma"/>
                <a:sym typeface="Tahoma"/>
              </a:defRPr>
            </a:lvl8pPr>
            <a:lvl9pPr marL="4114800" marR="0" lvl="8" indent="-279400" algn="l" rtl="0">
              <a:spcBef>
                <a:spcPts val="320"/>
              </a:spcBef>
              <a:spcAft>
                <a:spcPts val="0"/>
              </a:spcAft>
              <a:buClr>
                <a:schemeClr val="accent1"/>
              </a:buClr>
              <a:buSzPts val="800"/>
              <a:buFont typeface="Noto Sans Symbols"/>
              <a:buChar char="■"/>
              <a:defRPr sz="1600" b="0" i="0" u="none" strike="noStrike" cap="none">
                <a:solidFill>
                  <a:schemeClr val="dk1"/>
                </a:solidFill>
                <a:latin typeface="Tahoma"/>
                <a:ea typeface="Tahoma"/>
                <a:cs typeface="Tahoma"/>
                <a:sym typeface="Tahoma"/>
              </a:defRPr>
            </a:lvl9pPr>
          </a:lstStyle>
          <a:p>
            <a:endParaRPr/>
          </a:p>
        </p:txBody>
      </p:sp>
      <p:sp>
        <p:nvSpPr>
          <p:cNvPr id="353" name="Google Shape;353;p129"/>
          <p:cNvSpPr txBox="1">
            <a:spLocks noGrp="1"/>
          </p:cNvSpPr>
          <p:nvPr>
            <p:ph type="sldNum" idx="12"/>
          </p:nvPr>
        </p:nvSpPr>
        <p:spPr>
          <a:xfrm>
            <a:off x="0" y="6400800"/>
            <a:ext cx="2540000" cy="457200"/>
          </a:xfrm>
          <a:prstGeom prst="rect">
            <a:avLst/>
          </a:prstGeom>
          <a:noFill/>
          <a:ln>
            <a:noFill/>
          </a:ln>
        </p:spPr>
        <p:txBody>
          <a:bodyPr spcFirstLastPara="1" wrap="square" lIns="91425" tIns="45700" rIns="91425" bIns="45700" anchor="b" anchorCtr="0">
            <a:noAutofit/>
          </a:bodyPr>
          <a:lstStyle>
            <a:lvl1pPr marL="0" marR="0" lvl="0" indent="0" algn="l">
              <a:spcBef>
                <a:spcPts val="0"/>
              </a:spcBef>
              <a:buNone/>
              <a:defRPr sz="2000" b="0" i="0" u="none" strike="noStrike" cap="none">
                <a:solidFill>
                  <a:schemeClr val="dk1"/>
                </a:solidFill>
                <a:latin typeface="Arial"/>
                <a:ea typeface="Arial"/>
                <a:cs typeface="Arial"/>
                <a:sym typeface="Arial"/>
              </a:defRPr>
            </a:lvl1pPr>
            <a:lvl2pPr marL="0" marR="0" lvl="1" indent="0" algn="l">
              <a:spcBef>
                <a:spcPts val="0"/>
              </a:spcBef>
              <a:buNone/>
              <a:defRPr sz="2000" b="0" i="0" u="none" strike="noStrike" cap="none">
                <a:solidFill>
                  <a:schemeClr val="dk1"/>
                </a:solidFill>
                <a:latin typeface="Arial"/>
                <a:ea typeface="Arial"/>
                <a:cs typeface="Arial"/>
                <a:sym typeface="Arial"/>
              </a:defRPr>
            </a:lvl2pPr>
            <a:lvl3pPr marL="0" marR="0" lvl="2" indent="0" algn="l">
              <a:spcBef>
                <a:spcPts val="0"/>
              </a:spcBef>
              <a:buNone/>
              <a:defRPr sz="2000" b="0" i="0" u="none" strike="noStrike" cap="none">
                <a:solidFill>
                  <a:schemeClr val="dk1"/>
                </a:solidFill>
                <a:latin typeface="Arial"/>
                <a:ea typeface="Arial"/>
                <a:cs typeface="Arial"/>
                <a:sym typeface="Arial"/>
              </a:defRPr>
            </a:lvl3pPr>
            <a:lvl4pPr marL="0" marR="0" lvl="3" indent="0" algn="l">
              <a:spcBef>
                <a:spcPts val="0"/>
              </a:spcBef>
              <a:buNone/>
              <a:defRPr sz="2000" b="0" i="0" u="none" strike="noStrike" cap="none">
                <a:solidFill>
                  <a:schemeClr val="dk1"/>
                </a:solidFill>
                <a:latin typeface="Arial"/>
                <a:ea typeface="Arial"/>
                <a:cs typeface="Arial"/>
                <a:sym typeface="Arial"/>
              </a:defRPr>
            </a:lvl4pPr>
            <a:lvl5pPr marL="0" marR="0" lvl="4" indent="0" algn="l">
              <a:spcBef>
                <a:spcPts val="0"/>
              </a:spcBef>
              <a:buNone/>
              <a:defRPr sz="2000" b="0" i="0" u="none" strike="noStrike" cap="none">
                <a:solidFill>
                  <a:schemeClr val="dk1"/>
                </a:solidFill>
                <a:latin typeface="Arial"/>
                <a:ea typeface="Arial"/>
                <a:cs typeface="Arial"/>
                <a:sym typeface="Arial"/>
              </a:defRPr>
            </a:lvl5pPr>
            <a:lvl6pPr marL="0" marR="0" lvl="5" indent="0" algn="l">
              <a:spcBef>
                <a:spcPts val="0"/>
              </a:spcBef>
              <a:buNone/>
              <a:defRPr sz="2000" b="0" i="0" u="none" strike="noStrike" cap="none">
                <a:solidFill>
                  <a:schemeClr val="dk1"/>
                </a:solidFill>
                <a:latin typeface="Arial"/>
                <a:ea typeface="Arial"/>
                <a:cs typeface="Arial"/>
                <a:sym typeface="Arial"/>
              </a:defRPr>
            </a:lvl6pPr>
            <a:lvl7pPr marL="0" marR="0" lvl="6" indent="0" algn="l">
              <a:spcBef>
                <a:spcPts val="0"/>
              </a:spcBef>
              <a:buNone/>
              <a:defRPr sz="2000" b="0" i="0" u="none" strike="noStrike" cap="none">
                <a:solidFill>
                  <a:schemeClr val="dk1"/>
                </a:solidFill>
                <a:latin typeface="Arial"/>
                <a:ea typeface="Arial"/>
                <a:cs typeface="Arial"/>
                <a:sym typeface="Arial"/>
              </a:defRPr>
            </a:lvl7pPr>
            <a:lvl8pPr marL="0" marR="0" lvl="7" indent="0" algn="l">
              <a:spcBef>
                <a:spcPts val="0"/>
              </a:spcBef>
              <a:buNone/>
              <a:defRPr sz="2000" b="0" i="0" u="none" strike="noStrike" cap="none">
                <a:solidFill>
                  <a:schemeClr val="dk1"/>
                </a:solidFill>
                <a:latin typeface="Arial"/>
                <a:ea typeface="Arial"/>
                <a:cs typeface="Arial"/>
                <a:sym typeface="Arial"/>
              </a:defRPr>
            </a:lvl8pPr>
            <a:lvl9pPr marL="0" marR="0" lvl="8" indent="0" algn="l">
              <a:spcBef>
                <a:spcPts val="0"/>
              </a:spcBef>
              <a:buNone/>
              <a:defRPr sz="2000" b="0" i="0" u="none" strike="noStrike" cap="none">
                <a:solidFill>
                  <a:schemeClr val="dk1"/>
                </a:solidFill>
                <a:latin typeface="Arial"/>
                <a:ea typeface="Arial"/>
                <a:cs typeface="Arial"/>
                <a:sym typeface="Arial"/>
              </a:defRPr>
            </a:lvl9pPr>
          </a:lstStyle>
          <a:p>
            <a:pPr marL="0" lvl="0" indent="0" algn="l" rtl="0">
              <a:spcBef>
                <a:spcPts val="0"/>
              </a:spcBef>
              <a:spcAft>
                <a:spcPts val="0"/>
              </a:spcAft>
              <a:buNone/>
            </a:pPr>
            <a:r>
              <a:rPr lang="en-US"/>
              <a:t>2.</a:t>
            </a:r>
            <a:fld id="{00000000-1234-1234-1234-123412341234}" type="slidenum">
              <a:rPr lang="en-US"/>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54"/>
        <p:cNvGrpSpPr/>
        <p:nvPr/>
      </p:nvGrpSpPr>
      <p:grpSpPr>
        <a:xfrm>
          <a:off x="0" y="0"/>
          <a:ext cx="0" cy="0"/>
          <a:chOff x="0" y="0"/>
          <a:chExt cx="0" cy="0"/>
        </a:xfrm>
      </p:grpSpPr>
      <p:sp>
        <p:nvSpPr>
          <p:cNvPr id="355" name="Google Shape;355;p130"/>
          <p:cNvSpPr txBox="1">
            <a:spLocks noGrp="1"/>
          </p:cNvSpPr>
          <p:nvPr>
            <p:ph type="title"/>
          </p:nvPr>
        </p:nvSpPr>
        <p:spPr>
          <a:xfrm>
            <a:off x="609600" y="274638"/>
            <a:ext cx="10972800" cy="11430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4400" b="0" i="0" u="none" strike="noStrike" cap="none">
                <a:solidFill>
                  <a:schemeClr val="dk2"/>
                </a:solidFill>
                <a:latin typeface="Tahoma"/>
                <a:ea typeface="Tahoma"/>
                <a:cs typeface="Tahoma"/>
                <a:sym typeface="Tahoma"/>
              </a:defRPr>
            </a:lvl1pPr>
            <a:lvl2pPr marR="0" lvl="1" algn="l" rtl="0">
              <a:spcBef>
                <a:spcPts val="0"/>
              </a:spcBef>
              <a:spcAft>
                <a:spcPts val="0"/>
              </a:spcAft>
              <a:buSzPts val="1400"/>
              <a:buNone/>
              <a:defRPr sz="4400" b="0" i="0" u="none" strike="noStrike" cap="none">
                <a:solidFill>
                  <a:schemeClr val="dk2"/>
                </a:solidFill>
                <a:latin typeface="Tahoma"/>
                <a:ea typeface="Tahoma"/>
                <a:cs typeface="Tahoma"/>
                <a:sym typeface="Tahoma"/>
              </a:defRPr>
            </a:lvl2pPr>
            <a:lvl3pPr marR="0" lvl="2" algn="l" rtl="0">
              <a:spcBef>
                <a:spcPts val="0"/>
              </a:spcBef>
              <a:spcAft>
                <a:spcPts val="0"/>
              </a:spcAft>
              <a:buSzPts val="1400"/>
              <a:buNone/>
              <a:defRPr sz="4400" b="0" i="0" u="none" strike="noStrike" cap="none">
                <a:solidFill>
                  <a:schemeClr val="dk2"/>
                </a:solidFill>
                <a:latin typeface="Tahoma"/>
                <a:ea typeface="Tahoma"/>
                <a:cs typeface="Tahoma"/>
                <a:sym typeface="Tahoma"/>
              </a:defRPr>
            </a:lvl3pPr>
            <a:lvl4pPr marR="0" lvl="3" algn="l" rtl="0">
              <a:spcBef>
                <a:spcPts val="0"/>
              </a:spcBef>
              <a:spcAft>
                <a:spcPts val="0"/>
              </a:spcAft>
              <a:buSzPts val="1400"/>
              <a:buNone/>
              <a:defRPr sz="4400" b="0" i="0" u="none" strike="noStrike" cap="none">
                <a:solidFill>
                  <a:schemeClr val="dk2"/>
                </a:solidFill>
                <a:latin typeface="Tahoma"/>
                <a:ea typeface="Tahoma"/>
                <a:cs typeface="Tahoma"/>
                <a:sym typeface="Tahoma"/>
              </a:defRPr>
            </a:lvl4pPr>
            <a:lvl5pPr marR="0" lvl="4" algn="l" rtl="0">
              <a:spcBef>
                <a:spcPts val="0"/>
              </a:spcBef>
              <a:spcAft>
                <a:spcPts val="0"/>
              </a:spcAft>
              <a:buSzPts val="1400"/>
              <a:buNone/>
              <a:defRPr sz="4400" b="0" i="0" u="none" strike="noStrike" cap="none">
                <a:solidFill>
                  <a:schemeClr val="dk2"/>
                </a:solidFill>
                <a:latin typeface="Tahoma"/>
                <a:ea typeface="Tahoma"/>
                <a:cs typeface="Tahoma"/>
                <a:sym typeface="Tahoma"/>
              </a:defRPr>
            </a:lvl5pPr>
            <a:lvl6pPr marR="0" lvl="5" algn="l" rtl="0">
              <a:spcBef>
                <a:spcPts val="0"/>
              </a:spcBef>
              <a:spcAft>
                <a:spcPts val="0"/>
              </a:spcAft>
              <a:buSzPts val="1400"/>
              <a:buNone/>
              <a:defRPr sz="4400" b="0" i="0" u="none" strike="noStrike" cap="none">
                <a:solidFill>
                  <a:schemeClr val="dk2"/>
                </a:solidFill>
                <a:latin typeface="Tahoma"/>
                <a:ea typeface="Tahoma"/>
                <a:cs typeface="Tahoma"/>
                <a:sym typeface="Tahoma"/>
              </a:defRPr>
            </a:lvl6pPr>
            <a:lvl7pPr marR="0" lvl="6" algn="l" rtl="0">
              <a:spcBef>
                <a:spcPts val="0"/>
              </a:spcBef>
              <a:spcAft>
                <a:spcPts val="0"/>
              </a:spcAft>
              <a:buSzPts val="1400"/>
              <a:buNone/>
              <a:defRPr sz="4400" b="0" i="0" u="none" strike="noStrike" cap="none">
                <a:solidFill>
                  <a:schemeClr val="dk2"/>
                </a:solidFill>
                <a:latin typeface="Tahoma"/>
                <a:ea typeface="Tahoma"/>
                <a:cs typeface="Tahoma"/>
                <a:sym typeface="Tahoma"/>
              </a:defRPr>
            </a:lvl7pPr>
            <a:lvl8pPr marR="0" lvl="7" algn="l" rtl="0">
              <a:spcBef>
                <a:spcPts val="0"/>
              </a:spcBef>
              <a:spcAft>
                <a:spcPts val="0"/>
              </a:spcAft>
              <a:buSzPts val="1400"/>
              <a:buNone/>
              <a:defRPr sz="4400" b="0" i="0" u="none" strike="noStrike" cap="none">
                <a:solidFill>
                  <a:schemeClr val="dk2"/>
                </a:solidFill>
                <a:latin typeface="Tahoma"/>
                <a:ea typeface="Tahoma"/>
                <a:cs typeface="Tahoma"/>
                <a:sym typeface="Tahoma"/>
              </a:defRPr>
            </a:lvl8pPr>
            <a:lvl9pPr marR="0" lvl="8" algn="l" rtl="0">
              <a:spcBef>
                <a:spcPts val="0"/>
              </a:spcBef>
              <a:spcAft>
                <a:spcPts val="0"/>
              </a:spcAft>
              <a:buSzPts val="1400"/>
              <a:buNone/>
              <a:defRPr sz="4400" b="0" i="0" u="none" strike="noStrike" cap="none">
                <a:solidFill>
                  <a:schemeClr val="dk2"/>
                </a:solidFill>
                <a:latin typeface="Tahoma"/>
                <a:ea typeface="Tahoma"/>
                <a:cs typeface="Tahoma"/>
                <a:sym typeface="Tahoma"/>
              </a:defRPr>
            </a:lvl9pPr>
          </a:lstStyle>
          <a:p>
            <a:endParaRPr/>
          </a:p>
        </p:txBody>
      </p:sp>
      <p:sp>
        <p:nvSpPr>
          <p:cNvPr id="356" name="Google Shape;356;p130"/>
          <p:cNvSpPr txBox="1">
            <a:spLocks noGrp="1"/>
          </p:cNvSpPr>
          <p:nvPr>
            <p:ph type="sldNum" idx="12"/>
          </p:nvPr>
        </p:nvSpPr>
        <p:spPr>
          <a:xfrm>
            <a:off x="0" y="6400800"/>
            <a:ext cx="2540000" cy="457200"/>
          </a:xfrm>
          <a:prstGeom prst="rect">
            <a:avLst/>
          </a:prstGeom>
          <a:noFill/>
          <a:ln>
            <a:noFill/>
          </a:ln>
        </p:spPr>
        <p:txBody>
          <a:bodyPr spcFirstLastPara="1" wrap="square" lIns="91425" tIns="45700" rIns="91425" bIns="45700" anchor="b" anchorCtr="0">
            <a:noAutofit/>
          </a:bodyPr>
          <a:lstStyle>
            <a:lvl1pPr marL="0" marR="0" lvl="0" indent="0" algn="l">
              <a:spcBef>
                <a:spcPts val="0"/>
              </a:spcBef>
              <a:buNone/>
              <a:defRPr sz="2000" b="0" i="0" u="none" strike="noStrike" cap="none">
                <a:solidFill>
                  <a:schemeClr val="dk1"/>
                </a:solidFill>
                <a:latin typeface="Arial"/>
                <a:ea typeface="Arial"/>
                <a:cs typeface="Arial"/>
                <a:sym typeface="Arial"/>
              </a:defRPr>
            </a:lvl1pPr>
            <a:lvl2pPr marL="0" marR="0" lvl="1" indent="0" algn="l">
              <a:spcBef>
                <a:spcPts val="0"/>
              </a:spcBef>
              <a:buNone/>
              <a:defRPr sz="2000" b="0" i="0" u="none" strike="noStrike" cap="none">
                <a:solidFill>
                  <a:schemeClr val="dk1"/>
                </a:solidFill>
                <a:latin typeface="Arial"/>
                <a:ea typeface="Arial"/>
                <a:cs typeface="Arial"/>
                <a:sym typeface="Arial"/>
              </a:defRPr>
            </a:lvl2pPr>
            <a:lvl3pPr marL="0" marR="0" lvl="2" indent="0" algn="l">
              <a:spcBef>
                <a:spcPts val="0"/>
              </a:spcBef>
              <a:buNone/>
              <a:defRPr sz="2000" b="0" i="0" u="none" strike="noStrike" cap="none">
                <a:solidFill>
                  <a:schemeClr val="dk1"/>
                </a:solidFill>
                <a:latin typeface="Arial"/>
                <a:ea typeface="Arial"/>
                <a:cs typeface="Arial"/>
                <a:sym typeface="Arial"/>
              </a:defRPr>
            </a:lvl3pPr>
            <a:lvl4pPr marL="0" marR="0" lvl="3" indent="0" algn="l">
              <a:spcBef>
                <a:spcPts val="0"/>
              </a:spcBef>
              <a:buNone/>
              <a:defRPr sz="2000" b="0" i="0" u="none" strike="noStrike" cap="none">
                <a:solidFill>
                  <a:schemeClr val="dk1"/>
                </a:solidFill>
                <a:latin typeface="Arial"/>
                <a:ea typeface="Arial"/>
                <a:cs typeface="Arial"/>
                <a:sym typeface="Arial"/>
              </a:defRPr>
            </a:lvl4pPr>
            <a:lvl5pPr marL="0" marR="0" lvl="4" indent="0" algn="l">
              <a:spcBef>
                <a:spcPts val="0"/>
              </a:spcBef>
              <a:buNone/>
              <a:defRPr sz="2000" b="0" i="0" u="none" strike="noStrike" cap="none">
                <a:solidFill>
                  <a:schemeClr val="dk1"/>
                </a:solidFill>
                <a:latin typeface="Arial"/>
                <a:ea typeface="Arial"/>
                <a:cs typeface="Arial"/>
                <a:sym typeface="Arial"/>
              </a:defRPr>
            </a:lvl5pPr>
            <a:lvl6pPr marL="0" marR="0" lvl="5" indent="0" algn="l">
              <a:spcBef>
                <a:spcPts val="0"/>
              </a:spcBef>
              <a:buNone/>
              <a:defRPr sz="2000" b="0" i="0" u="none" strike="noStrike" cap="none">
                <a:solidFill>
                  <a:schemeClr val="dk1"/>
                </a:solidFill>
                <a:latin typeface="Arial"/>
                <a:ea typeface="Arial"/>
                <a:cs typeface="Arial"/>
                <a:sym typeface="Arial"/>
              </a:defRPr>
            </a:lvl6pPr>
            <a:lvl7pPr marL="0" marR="0" lvl="6" indent="0" algn="l">
              <a:spcBef>
                <a:spcPts val="0"/>
              </a:spcBef>
              <a:buNone/>
              <a:defRPr sz="2000" b="0" i="0" u="none" strike="noStrike" cap="none">
                <a:solidFill>
                  <a:schemeClr val="dk1"/>
                </a:solidFill>
                <a:latin typeface="Arial"/>
                <a:ea typeface="Arial"/>
                <a:cs typeface="Arial"/>
                <a:sym typeface="Arial"/>
              </a:defRPr>
            </a:lvl7pPr>
            <a:lvl8pPr marL="0" marR="0" lvl="7" indent="0" algn="l">
              <a:spcBef>
                <a:spcPts val="0"/>
              </a:spcBef>
              <a:buNone/>
              <a:defRPr sz="2000" b="0" i="0" u="none" strike="noStrike" cap="none">
                <a:solidFill>
                  <a:schemeClr val="dk1"/>
                </a:solidFill>
                <a:latin typeface="Arial"/>
                <a:ea typeface="Arial"/>
                <a:cs typeface="Arial"/>
                <a:sym typeface="Arial"/>
              </a:defRPr>
            </a:lvl8pPr>
            <a:lvl9pPr marL="0" marR="0" lvl="8" indent="0" algn="l">
              <a:spcBef>
                <a:spcPts val="0"/>
              </a:spcBef>
              <a:buNone/>
              <a:defRPr sz="2000" b="0" i="0" u="none" strike="noStrike" cap="none">
                <a:solidFill>
                  <a:schemeClr val="dk1"/>
                </a:solidFill>
                <a:latin typeface="Arial"/>
                <a:ea typeface="Arial"/>
                <a:cs typeface="Arial"/>
                <a:sym typeface="Arial"/>
              </a:defRPr>
            </a:lvl9pPr>
          </a:lstStyle>
          <a:p>
            <a:pPr marL="0" lvl="0" indent="0" algn="l" rtl="0">
              <a:spcBef>
                <a:spcPts val="0"/>
              </a:spcBef>
              <a:spcAft>
                <a:spcPts val="0"/>
              </a:spcAft>
              <a:buNone/>
            </a:pPr>
            <a:r>
              <a:rPr lang="en-US"/>
              <a:t>2.</a:t>
            </a:r>
            <a:fld id="{00000000-1234-1234-1234-123412341234}" type="slidenum">
              <a:rPr lang="en-US"/>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357"/>
        <p:cNvGrpSpPr/>
        <p:nvPr/>
      </p:nvGrpSpPr>
      <p:grpSpPr>
        <a:xfrm>
          <a:off x="0" y="0"/>
          <a:ext cx="0" cy="0"/>
          <a:chOff x="0" y="0"/>
          <a:chExt cx="0" cy="0"/>
        </a:xfrm>
      </p:grpSpPr>
      <p:sp>
        <p:nvSpPr>
          <p:cNvPr id="358" name="Google Shape;358;p131"/>
          <p:cNvSpPr txBox="1">
            <a:spLocks noGrp="1"/>
          </p:cNvSpPr>
          <p:nvPr>
            <p:ph type="title"/>
          </p:nvPr>
        </p:nvSpPr>
        <p:spPr>
          <a:xfrm>
            <a:off x="609601" y="273050"/>
            <a:ext cx="4011084" cy="1162050"/>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2000" b="1" i="0" u="none" strike="noStrike" cap="none">
                <a:solidFill>
                  <a:schemeClr val="dk2"/>
                </a:solidFill>
                <a:latin typeface="Tahoma"/>
                <a:ea typeface="Tahoma"/>
                <a:cs typeface="Tahoma"/>
                <a:sym typeface="Tahoma"/>
              </a:defRPr>
            </a:lvl1pPr>
            <a:lvl2pPr marR="0" lvl="1" algn="l" rtl="0">
              <a:spcBef>
                <a:spcPts val="0"/>
              </a:spcBef>
              <a:spcAft>
                <a:spcPts val="0"/>
              </a:spcAft>
              <a:buSzPts val="1400"/>
              <a:buNone/>
              <a:defRPr sz="4400" b="0" i="0" u="none" strike="noStrike" cap="none">
                <a:solidFill>
                  <a:schemeClr val="dk2"/>
                </a:solidFill>
                <a:latin typeface="Tahoma"/>
                <a:ea typeface="Tahoma"/>
                <a:cs typeface="Tahoma"/>
                <a:sym typeface="Tahoma"/>
              </a:defRPr>
            </a:lvl2pPr>
            <a:lvl3pPr marR="0" lvl="2" algn="l" rtl="0">
              <a:spcBef>
                <a:spcPts val="0"/>
              </a:spcBef>
              <a:spcAft>
                <a:spcPts val="0"/>
              </a:spcAft>
              <a:buSzPts val="1400"/>
              <a:buNone/>
              <a:defRPr sz="4400" b="0" i="0" u="none" strike="noStrike" cap="none">
                <a:solidFill>
                  <a:schemeClr val="dk2"/>
                </a:solidFill>
                <a:latin typeface="Tahoma"/>
                <a:ea typeface="Tahoma"/>
                <a:cs typeface="Tahoma"/>
                <a:sym typeface="Tahoma"/>
              </a:defRPr>
            </a:lvl3pPr>
            <a:lvl4pPr marR="0" lvl="3" algn="l" rtl="0">
              <a:spcBef>
                <a:spcPts val="0"/>
              </a:spcBef>
              <a:spcAft>
                <a:spcPts val="0"/>
              </a:spcAft>
              <a:buSzPts val="1400"/>
              <a:buNone/>
              <a:defRPr sz="4400" b="0" i="0" u="none" strike="noStrike" cap="none">
                <a:solidFill>
                  <a:schemeClr val="dk2"/>
                </a:solidFill>
                <a:latin typeface="Tahoma"/>
                <a:ea typeface="Tahoma"/>
                <a:cs typeface="Tahoma"/>
                <a:sym typeface="Tahoma"/>
              </a:defRPr>
            </a:lvl4pPr>
            <a:lvl5pPr marR="0" lvl="4" algn="l" rtl="0">
              <a:spcBef>
                <a:spcPts val="0"/>
              </a:spcBef>
              <a:spcAft>
                <a:spcPts val="0"/>
              </a:spcAft>
              <a:buSzPts val="1400"/>
              <a:buNone/>
              <a:defRPr sz="4400" b="0" i="0" u="none" strike="noStrike" cap="none">
                <a:solidFill>
                  <a:schemeClr val="dk2"/>
                </a:solidFill>
                <a:latin typeface="Tahoma"/>
                <a:ea typeface="Tahoma"/>
                <a:cs typeface="Tahoma"/>
                <a:sym typeface="Tahoma"/>
              </a:defRPr>
            </a:lvl5pPr>
            <a:lvl6pPr marR="0" lvl="5" algn="l" rtl="0">
              <a:spcBef>
                <a:spcPts val="0"/>
              </a:spcBef>
              <a:spcAft>
                <a:spcPts val="0"/>
              </a:spcAft>
              <a:buSzPts val="1400"/>
              <a:buNone/>
              <a:defRPr sz="4400" b="0" i="0" u="none" strike="noStrike" cap="none">
                <a:solidFill>
                  <a:schemeClr val="dk2"/>
                </a:solidFill>
                <a:latin typeface="Tahoma"/>
                <a:ea typeface="Tahoma"/>
                <a:cs typeface="Tahoma"/>
                <a:sym typeface="Tahoma"/>
              </a:defRPr>
            </a:lvl6pPr>
            <a:lvl7pPr marR="0" lvl="6" algn="l" rtl="0">
              <a:spcBef>
                <a:spcPts val="0"/>
              </a:spcBef>
              <a:spcAft>
                <a:spcPts val="0"/>
              </a:spcAft>
              <a:buSzPts val="1400"/>
              <a:buNone/>
              <a:defRPr sz="4400" b="0" i="0" u="none" strike="noStrike" cap="none">
                <a:solidFill>
                  <a:schemeClr val="dk2"/>
                </a:solidFill>
                <a:latin typeface="Tahoma"/>
                <a:ea typeface="Tahoma"/>
                <a:cs typeface="Tahoma"/>
                <a:sym typeface="Tahoma"/>
              </a:defRPr>
            </a:lvl7pPr>
            <a:lvl8pPr marR="0" lvl="7" algn="l" rtl="0">
              <a:spcBef>
                <a:spcPts val="0"/>
              </a:spcBef>
              <a:spcAft>
                <a:spcPts val="0"/>
              </a:spcAft>
              <a:buSzPts val="1400"/>
              <a:buNone/>
              <a:defRPr sz="4400" b="0" i="0" u="none" strike="noStrike" cap="none">
                <a:solidFill>
                  <a:schemeClr val="dk2"/>
                </a:solidFill>
                <a:latin typeface="Tahoma"/>
                <a:ea typeface="Tahoma"/>
                <a:cs typeface="Tahoma"/>
                <a:sym typeface="Tahoma"/>
              </a:defRPr>
            </a:lvl8pPr>
            <a:lvl9pPr marR="0" lvl="8" algn="l" rtl="0">
              <a:spcBef>
                <a:spcPts val="0"/>
              </a:spcBef>
              <a:spcAft>
                <a:spcPts val="0"/>
              </a:spcAft>
              <a:buSzPts val="1400"/>
              <a:buNone/>
              <a:defRPr sz="4400" b="0" i="0" u="none" strike="noStrike" cap="none">
                <a:solidFill>
                  <a:schemeClr val="dk2"/>
                </a:solidFill>
                <a:latin typeface="Tahoma"/>
                <a:ea typeface="Tahoma"/>
                <a:cs typeface="Tahoma"/>
                <a:sym typeface="Tahoma"/>
              </a:defRPr>
            </a:lvl9pPr>
          </a:lstStyle>
          <a:p>
            <a:endParaRPr/>
          </a:p>
        </p:txBody>
      </p:sp>
      <p:sp>
        <p:nvSpPr>
          <p:cNvPr id="359" name="Google Shape;359;p131"/>
          <p:cNvSpPr txBox="1">
            <a:spLocks noGrp="1"/>
          </p:cNvSpPr>
          <p:nvPr>
            <p:ph type="body" idx="1"/>
          </p:nvPr>
        </p:nvSpPr>
        <p:spPr>
          <a:xfrm>
            <a:off x="4766733" y="273051"/>
            <a:ext cx="6815667" cy="5853113"/>
          </a:xfrm>
          <a:prstGeom prst="rect">
            <a:avLst/>
          </a:prstGeom>
          <a:noFill/>
          <a:ln>
            <a:noFill/>
          </a:ln>
        </p:spPr>
        <p:txBody>
          <a:bodyPr spcFirstLastPara="1" wrap="square" lIns="91425" tIns="45700" rIns="91425" bIns="45700" anchor="t" anchorCtr="0">
            <a:noAutofit/>
          </a:bodyPr>
          <a:lstStyle>
            <a:lvl1pPr marL="457200" marR="0" lvl="0" indent="-350520" algn="l" rtl="0">
              <a:spcBef>
                <a:spcPts val="640"/>
              </a:spcBef>
              <a:spcAft>
                <a:spcPts val="0"/>
              </a:spcAft>
              <a:buClr>
                <a:schemeClr val="folHlink"/>
              </a:buClr>
              <a:buSzPts val="1920"/>
              <a:buFont typeface="Noto Sans Symbols"/>
              <a:buChar char="■"/>
              <a:defRPr sz="3200" b="0" i="0" u="none" strike="noStrike" cap="none">
                <a:solidFill>
                  <a:schemeClr val="dk1"/>
                </a:solidFill>
                <a:latin typeface="Tahoma"/>
                <a:ea typeface="Tahoma"/>
                <a:cs typeface="Tahoma"/>
                <a:sym typeface="Tahoma"/>
              </a:defRPr>
            </a:lvl1pPr>
            <a:lvl2pPr marL="914400" marR="0" lvl="1" indent="-326390" algn="l" rtl="0">
              <a:spcBef>
                <a:spcPts val="560"/>
              </a:spcBef>
              <a:spcAft>
                <a:spcPts val="0"/>
              </a:spcAft>
              <a:buClr>
                <a:schemeClr val="hlink"/>
              </a:buClr>
              <a:buSzPts val="1540"/>
              <a:buFont typeface="Noto Sans Symbols"/>
              <a:buChar char="■"/>
              <a:defRPr sz="2800" b="0" i="0" u="none" strike="noStrike" cap="none">
                <a:solidFill>
                  <a:schemeClr val="dk1"/>
                </a:solidFill>
                <a:latin typeface="Tahoma"/>
                <a:ea typeface="Tahoma"/>
                <a:cs typeface="Tahoma"/>
                <a:sym typeface="Tahoma"/>
              </a:defRPr>
            </a:lvl2pPr>
            <a:lvl3pPr marL="1371600" marR="0" lvl="2" indent="-304800" algn="l" rtl="0">
              <a:spcBef>
                <a:spcPts val="480"/>
              </a:spcBef>
              <a:spcAft>
                <a:spcPts val="0"/>
              </a:spcAft>
              <a:buClr>
                <a:schemeClr val="folHlink"/>
              </a:buClr>
              <a:buSzPts val="1200"/>
              <a:buFont typeface="Noto Sans Symbols"/>
              <a:buChar char="■"/>
              <a:defRPr sz="2400" b="0" i="0" u="none" strike="noStrike" cap="none">
                <a:solidFill>
                  <a:schemeClr val="dk1"/>
                </a:solidFill>
                <a:latin typeface="Tahoma"/>
                <a:ea typeface="Tahoma"/>
                <a:cs typeface="Tahoma"/>
                <a:sym typeface="Tahoma"/>
              </a:defRPr>
            </a:lvl3pPr>
            <a:lvl4pPr marL="1828800" marR="0" lvl="3" indent="-298450" algn="l" rtl="0">
              <a:spcBef>
                <a:spcPts val="400"/>
              </a:spcBef>
              <a:spcAft>
                <a:spcPts val="0"/>
              </a:spcAft>
              <a:buClr>
                <a:schemeClr val="accent2"/>
              </a:buClr>
              <a:buSzPts val="1100"/>
              <a:buFont typeface="Noto Sans Symbols"/>
              <a:buChar char="■"/>
              <a:defRPr sz="2000" b="0" i="0" u="none" strike="noStrike" cap="none">
                <a:solidFill>
                  <a:schemeClr val="dk1"/>
                </a:solidFill>
                <a:latin typeface="Tahoma"/>
                <a:ea typeface="Tahoma"/>
                <a:cs typeface="Tahoma"/>
                <a:sym typeface="Tahoma"/>
              </a:defRPr>
            </a:lvl4pPr>
            <a:lvl5pPr marL="2286000" marR="0" lvl="4" indent="-292100" algn="l" rtl="0">
              <a:spcBef>
                <a:spcPts val="400"/>
              </a:spcBef>
              <a:spcAft>
                <a:spcPts val="0"/>
              </a:spcAft>
              <a:buClr>
                <a:schemeClr val="accent1"/>
              </a:buClr>
              <a:buSzPts val="1000"/>
              <a:buFont typeface="Noto Sans Symbols"/>
              <a:buChar char="■"/>
              <a:defRPr sz="2000" b="0" i="0" u="none" strike="noStrike" cap="none">
                <a:solidFill>
                  <a:schemeClr val="dk1"/>
                </a:solidFill>
                <a:latin typeface="Tahoma"/>
                <a:ea typeface="Tahoma"/>
                <a:cs typeface="Tahoma"/>
                <a:sym typeface="Tahoma"/>
              </a:defRPr>
            </a:lvl5pPr>
            <a:lvl6pPr marL="2743200" marR="0" lvl="5" indent="-292100" algn="l" rtl="0">
              <a:spcBef>
                <a:spcPts val="400"/>
              </a:spcBef>
              <a:spcAft>
                <a:spcPts val="0"/>
              </a:spcAft>
              <a:buClr>
                <a:schemeClr val="accent1"/>
              </a:buClr>
              <a:buSzPts val="1000"/>
              <a:buFont typeface="Noto Sans Symbols"/>
              <a:buChar char="■"/>
              <a:defRPr sz="2000" b="0" i="0" u="none" strike="noStrike" cap="none">
                <a:solidFill>
                  <a:schemeClr val="dk1"/>
                </a:solidFill>
                <a:latin typeface="Tahoma"/>
                <a:ea typeface="Tahoma"/>
                <a:cs typeface="Tahoma"/>
                <a:sym typeface="Tahoma"/>
              </a:defRPr>
            </a:lvl6pPr>
            <a:lvl7pPr marL="3200400" marR="0" lvl="6" indent="-292100" algn="l" rtl="0">
              <a:spcBef>
                <a:spcPts val="400"/>
              </a:spcBef>
              <a:spcAft>
                <a:spcPts val="0"/>
              </a:spcAft>
              <a:buClr>
                <a:schemeClr val="accent1"/>
              </a:buClr>
              <a:buSzPts val="1000"/>
              <a:buFont typeface="Noto Sans Symbols"/>
              <a:buChar char="■"/>
              <a:defRPr sz="2000" b="0" i="0" u="none" strike="noStrike" cap="none">
                <a:solidFill>
                  <a:schemeClr val="dk1"/>
                </a:solidFill>
                <a:latin typeface="Tahoma"/>
                <a:ea typeface="Tahoma"/>
                <a:cs typeface="Tahoma"/>
                <a:sym typeface="Tahoma"/>
              </a:defRPr>
            </a:lvl7pPr>
            <a:lvl8pPr marL="3657600" marR="0" lvl="7" indent="-292100" algn="l" rtl="0">
              <a:spcBef>
                <a:spcPts val="400"/>
              </a:spcBef>
              <a:spcAft>
                <a:spcPts val="0"/>
              </a:spcAft>
              <a:buClr>
                <a:schemeClr val="accent1"/>
              </a:buClr>
              <a:buSzPts val="1000"/>
              <a:buFont typeface="Noto Sans Symbols"/>
              <a:buChar char="■"/>
              <a:defRPr sz="2000" b="0" i="0" u="none" strike="noStrike" cap="none">
                <a:solidFill>
                  <a:schemeClr val="dk1"/>
                </a:solidFill>
                <a:latin typeface="Tahoma"/>
                <a:ea typeface="Tahoma"/>
                <a:cs typeface="Tahoma"/>
                <a:sym typeface="Tahoma"/>
              </a:defRPr>
            </a:lvl8pPr>
            <a:lvl9pPr marL="4114800" marR="0" lvl="8" indent="-292100" algn="l" rtl="0">
              <a:spcBef>
                <a:spcPts val="400"/>
              </a:spcBef>
              <a:spcAft>
                <a:spcPts val="0"/>
              </a:spcAft>
              <a:buClr>
                <a:schemeClr val="accent1"/>
              </a:buClr>
              <a:buSzPts val="1000"/>
              <a:buFont typeface="Noto Sans Symbols"/>
              <a:buChar char="■"/>
              <a:defRPr sz="2000" b="0" i="0" u="none" strike="noStrike" cap="none">
                <a:solidFill>
                  <a:schemeClr val="dk1"/>
                </a:solidFill>
                <a:latin typeface="Tahoma"/>
                <a:ea typeface="Tahoma"/>
                <a:cs typeface="Tahoma"/>
                <a:sym typeface="Tahoma"/>
              </a:defRPr>
            </a:lvl9pPr>
          </a:lstStyle>
          <a:p>
            <a:endParaRPr/>
          </a:p>
        </p:txBody>
      </p:sp>
      <p:sp>
        <p:nvSpPr>
          <p:cNvPr id="360" name="Google Shape;360;p131"/>
          <p:cNvSpPr txBox="1">
            <a:spLocks noGrp="1"/>
          </p:cNvSpPr>
          <p:nvPr>
            <p:ph type="body" idx="2"/>
          </p:nvPr>
        </p:nvSpPr>
        <p:spPr>
          <a:xfrm>
            <a:off x="609601" y="1435101"/>
            <a:ext cx="4011084" cy="4691063"/>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280"/>
              </a:spcBef>
              <a:spcAft>
                <a:spcPts val="0"/>
              </a:spcAft>
              <a:buClr>
                <a:schemeClr val="folHlink"/>
              </a:buClr>
              <a:buSzPts val="840"/>
              <a:buFont typeface="Noto Sans Symbols"/>
              <a:buNone/>
              <a:defRPr sz="1400" b="0" i="0" u="none" strike="noStrike" cap="none">
                <a:solidFill>
                  <a:schemeClr val="dk1"/>
                </a:solidFill>
                <a:latin typeface="Tahoma"/>
                <a:ea typeface="Tahoma"/>
                <a:cs typeface="Tahoma"/>
                <a:sym typeface="Tahoma"/>
              </a:defRPr>
            </a:lvl1pPr>
            <a:lvl2pPr marL="914400" marR="0" lvl="1" indent="-228600" algn="l" rtl="0">
              <a:spcBef>
                <a:spcPts val="240"/>
              </a:spcBef>
              <a:spcAft>
                <a:spcPts val="0"/>
              </a:spcAft>
              <a:buClr>
                <a:schemeClr val="hlink"/>
              </a:buClr>
              <a:buSzPts val="660"/>
              <a:buFont typeface="Noto Sans Symbols"/>
              <a:buNone/>
              <a:defRPr sz="1200" b="0" i="0" u="none" strike="noStrike" cap="none">
                <a:solidFill>
                  <a:schemeClr val="dk1"/>
                </a:solidFill>
                <a:latin typeface="Tahoma"/>
                <a:ea typeface="Tahoma"/>
                <a:cs typeface="Tahoma"/>
                <a:sym typeface="Tahoma"/>
              </a:defRPr>
            </a:lvl2pPr>
            <a:lvl3pPr marL="1371600" marR="0" lvl="2" indent="-228600" algn="l" rtl="0">
              <a:spcBef>
                <a:spcPts val="200"/>
              </a:spcBef>
              <a:spcAft>
                <a:spcPts val="0"/>
              </a:spcAft>
              <a:buClr>
                <a:schemeClr val="folHlink"/>
              </a:buClr>
              <a:buSzPts val="500"/>
              <a:buFont typeface="Noto Sans Symbols"/>
              <a:buNone/>
              <a:defRPr sz="1000" b="0" i="0" u="none" strike="noStrike" cap="none">
                <a:solidFill>
                  <a:schemeClr val="dk1"/>
                </a:solidFill>
                <a:latin typeface="Tahoma"/>
                <a:ea typeface="Tahoma"/>
                <a:cs typeface="Tahoma"/>
                <a:sym typeface="Tahoma"/>
              </a:defRPr>
            </a:lvl3pPr>
            <a:lvl4pPr marL="1828800" marR="0" lvl="3" indent="-228600" algn="l" rtl="0">
              <a:spcBef>
                <a:spcPts val="180"/>
              </a:spcBef>
              <a:spcAft>
                <a:spcPts val="0"/>
              </a:spcAft>
              <a:buClr>
                <a:schemeClr val="accent2"/>
              </a:buClr>
              <a:buSzPts val="495"/>
              <a:buFont typeface="Noto Sans Symbols"/>
              <a:buNone/>
              <a:defRPr sz="900" b="0" i="0" u="none" strike="noStrike" cap="none">
                <a:solidFill>
                  <a:schemeClr val="dk1"/>
                </a:solidFill>
                <a:latin typeface="Tahoma"/>
                <a:ea typeface="Tahoma"/>
                <a:cs typeface="Tahoma"/>
                <a:sym typeface="Tahoma"/>
              </a:defRPr>
            </a:lvl4pPr>
            <a:lvl5pPr marL="2286000" marR="0" lvl="4" indent="-228600" algn="l" rtl="0">
              <a:spcBef>
                <a:spcPts val="180"/>
              </a:spcBef>
              <a:spcAft>
                <a:spcPts val="0"/>
              </a:spcAft>
              <a:buClr>
                <a:schemeClr val="accent1"/>
              </a:buClr>
              <a:buSzPts val="450"/>
              <a:buFont typeface="Noto Sans Symbols"/>
              <a:buNone/>
              <a:defRPr sz="900" b="0" i="0" u="none" strike="noStrike" cap="none">
                <a:solidFill>
                  <a:schemeClr val="dk1"/>
                </a:solidFill>
                <a:latin typeface="Tahoma"/>
                <a:ea typeface="Tahoma"/>
                <a:cs typeface="Tahoma"/>
                <a:sym typeface="Tahoma"/>
              </a:defRPr>
            </a:lvl5pPr>
            <a:lvl6pPr marL="2743200" marR="0" lvl="5" indent="-228600" algn="l" rtl="0">
              <a:spcBef>
                <a:spcPts val="180"/>
              </a:spcBef>
              <a:spcAft>
                <a:spcPts val="0"/>
              </a:spcAft>
              <a:buClr>
                <a:schemeClr val="accent1"/>
              </a:buClr>
              <a:buSzPts val="450"/>
              <a:buFont typeface="Noto Sans Symbols"/>
              <a:buNone/>
              <a:defRPr sz="900" b="0" i="0" u="none" strike="noStrike" cap="none">
                <a:solidFill>
                  <a:schemeClr val="dk1"/>
                </a:solidFill>
                <a:latin typeface="Tahoma"/>
                <a:ea typeface="Tahoma"/>
                <a:cs typeface="Tahoma"/>
                <a:sym typeface="Tahoma"/>
              </a:defRPr>
            </a:lvl6pPr>
            <a:lvl7pPr marL="3200400" marR="0" lvl="6" indent="-228600" algn="l" rtl="0">
              <a:spcBef>
                <a:spcPts val="180"/>
              </a:spcBef>
              <a:spcAft>
                <a:spcPts val="0"/>
              </a:spcAft>
              <a:buClr>
                <a:schemeClr val="accent1"/>
              </a:buClr>
              <a:buSzPts val="450"/>
              <a:buFont typeface="Noto Sans Symbols"/>
              <a:buNone/>
              <a:defRPr sz="900" b="0" i="0" u="none" strike="noStrike" cap="none">
                <a:solidFill>
                  <a:schemeClr val="dk1"/>
                </a:solidFill>
                <a:latin typeface="Tahoma"/>
                <a:ea typeface="Tahoma"/>
                <a:cs typeface="Tahoma"/>
                <a:sym typeface="Tahoma"/>
              </a:defRPr>
            </a:lvl7pPr>
            <a:lvl8pPr marL="3657600" marR="0" lvl="7" indent="-228600" algn="l" rtl="0">
              <a:spcBef>
                <a:spcPts val="180"/>
              </a:spcBef>
              <a:spcAft>
                <a:spcPts val="0"/>
              </a:spcAft>
              <a:buClr>
                <a:schemeClr val="accent1"/>
              </a:buClr>
              <a:buSzPts val="450"/>
              <a:buFont typeface="Noto Sans Symbols"/>
              <a:buNone/>
              <a:defRPr sz="900" b="0" i="0" u="none" strike="noStrike" cap="none">
                <a:solidFill>
                  <a:schemeClr val="dk1"/>
                </a:solidFill>
                <a:latin typeface="Tahoma"/>
                <a:ea typeface="Tahoma"/>
                <a:cs typeface="Tahoma"/>
                <a:sym typeface="Tahoma"/>
              </a:defRPr>
            </a:lvl8pPr>
            <a:lvl9pPr marL="4114800" marR="0" lvl="8" indent="-228600" algn="l" rtl="0">
              <a:spcBef>
                <a:spcPts val="180"/>
              </a:spcBef>
              <a:spcAft>
                <a:spcPts val="0"/>
              </a:spcAft>
              <a:buClr>
                <a:schemeClr val="accent1"/>
              </a:buClr>
              <a:buSzPts val="450"/>
              <a:buFont typeface="Noto Sans Symbols"/>
              <a:buNone/>
              <a:defRPr sz="900" b="0" i="0" u="none" strike="noStrike" cap="none">
                <a:solidFill>
                  <a:schemeClr val="dk1"/>
                </a:solidFill>
                <a:latin typeface="Tahoma"/>
                <a:ea typeface="Tahoma"/>
                <a:cs typeface="Tahoma"/>
                <a:sym typeface="Tahoma"/>
              </a:defRPr>
            </a:lvl9pPr>
          </a:lstStyle>
          <a:p>
            <a:endParaRPr/>
          </a:p>
        </p:txBody>
      </p:sp>
      <p:sp>
        <p:nvSpPr>
          <p:cNvPr id="361" name="Google Shape;361;p131"/>
          <p:cNvSpPr txBox="1">
            <a:spLocks noGrp="1"/>
          </p:cNvSpPr>
          <p:nvPr>
            <p:ph type="sldNum" idx="12"/>
          </p:nvPr>
        </p:nvSpPr>
        <p:spPr>
          <a:xfrm>
            <a:off x="0" y="6400800"/>
            <a:ext cx="2540000" cy="457200"/>
          </a:xfrm>
          <a:prstGeom prst="rect">
            <a:avLst/>
          </a:prstGeom>
          <a:noFill/>
          <a:ln>
            <a:noFill/>
          </a:ln>
        </p:spPr>
        <p:txBody>
          <a:bodyPr spcFirstLastPara="1" wrap="square" lIns="91425" tIns="45700" rIns="91425" bIns="45700" anchor="b" anchorCtr="0">
            <a:noAutofit/>
          </a:bodyPr>
          <a:lstStyle>
            <a:lvl1pPr marL="0" marR="0" lvl="0" indent="0" algn="l">
              <a:spcBef>
                <a:spcPts val="0"/>
              </a:spcBef>
              <a:buNone/>
              <a:defRPr sz="2000" b="0" i="0" u="none" strike="noStrike" cap="none">
                <a:solidFill>
                  <a:schemeClr val="dk1"/>
                </a:solidFill>
                <a:latin typeface="Arial"/>
                <a:ea typeface="Arial"/>
                <a:cs typeface="Arial"/>
                <a:sym typeface="Arial"/>
              </a:defRPr>
            </a:lvl1pPr>
            <a:lvl2pPr marL="0" marR="0" lvl="1" indent="0" algn="l">
              <a:spcBef>
                <a:spcPts val="0"/>
              </a:spcBef>
              <a:buNone/>
              <a:defRPr sz="2000" b="0" i="0" u="none" strike="noStrike" cap="none">
                <a:solidFill>
                  <a:schemeClr val="dk1"/>
                </a:solidFill>
                <a:latin typeface="Arial"/>
                <a:ea typeface="Arial"/>
                <a:cs typeface="Arial"/>
                <a:sym typeface="Arial"/>
              </a:defRPr>
            </a:lvl2pPr>
            <a:lvl3pPr marL="0" marR="0" lvl="2" indent="0" algn="l">
              <a:spcBef>
                <a:spcPts val="0"/>
              </a:spcBef>
              <a:buNone/>
              <a:defRPr sz="2000" b="0" i="0" u="none" strike="noStrike" cap="none">
                <a:solidFill>
                  <a:schemeClr val="dk1"/>
                </a:solidFill>
                <a:latin typeface="Arial"/>
                <a:ea typeface="Arial"/>
                <a:cs typeface="Arial"/>
                <a:sym typeface="Arial"/>
              </a:defRPr>
            </a:lvl3pPr>
            <a:lvl4pPr marL="0" marR="0" lvl="3" indent="0" algn="l">
              <a:spcBef>
                <a:spcPts val="0"/>
              </a:spcBef>
              <a:buNone/>
              <a:defRPr sz="2000" b="0" i="0" u="none" strike="noStrike" cap="none">
                <a:solidFill>
                  <a:schemeClr val="dk1"/>
                </a:solidFill>
                <a:latin typeface="Arial"/>
                <a:ea typeface="Arial"/>
                <a:cs typeface="Arial"/>
                <a:sym typeface="Arial"/>
              </a:defRPr>
            </a:lvl4pPr>
            <a:lvl5pPr marL="0" marR="0" lvl="4" indent="0" algn="l">
              <a:spcBef>
                <a:spcPts val="0"/>
              </a:spcBef>
              <a:buNone/>
              <a:defRPr sz="2000" b="0" i="0" u="none" strike="noStrike" cap="none">
                <a:solidFill>
                  <a:schemeClr val="dk1"/>
                </a:solidFill>
                <a:latin typeface="Arial"/>
                <a:ea typeface="Arial"/>
                <a:cs typeface="Arial"/>
                <a:sym typeface="Arial"/>
              </a:defRPr>
            </a:lvl5pPr>
            <a:lvl6pPr marL="0" marR="0" lvl="5" indent="0" algn="l">
              <a:spcBef>
                <a:spcPts val="0"/>
              </a:spcBef>
              <a:buNone/>
              <a:defRPr sz="2000" b="0" i="0" u="none" strike="noStrike" cap="none">
                <a:solidFill>
                  <a:schemeClr val="dk1"/>
                </a:solidFill>
                <a:latin typeface="Arial"/>
                <a:ea typeface="Arial"/>
                <a:cs typeface="Arial"/>
                <a:sym typeface="Arial"/>
              </a:defRPr>
            </a:lvl6pPr>
            <a:lvl7pPr marL="0" marR="0" lvl="6" indent="0" algn="l">
              <a:spcBef>
                <a:spcPts val="0"/>
              </a:spcBef>
              <a:buNone/>
              <a:defRPr sz="2000" b="0" i="0" u="none" strike="noStrike" cap="none">
                <a:solidFill>
                  <a:schemeClr val="dk1"/>
                </a:solidFill>
                <a:latin typeface="Arial"/>
                <a:ea typeface="Arial"/>
                <a:cs typeface="Arial"/>
                <a:sym typeface="Arial"/>
              </a:defRPr>
            </a:lvl7pPr>
            <a:lvl8pPr marL="0" marR="0" lvl="7" indent="0" algn="l">
              <a:spcBef>
                <a:spcPts val="0"/>
              </a:spcBef>
              <a:buNone/>
              <a:defRPr sz="2000" b="0" i="0" u="none" strike="noStrike" cap="none">
                <a:solidFill>
                  <a:schemeClr val="dk1"/>
                </a:solidFill>
                <a:latin typeface="Arial"/>
                <a:ea typeface="Arial"/>
                <a:cs typeface="Arial"/>
                <a:sym typeface="Arial"/>
              </a:defRPr>
            </a:lvl8pPr>
            <a:lvl9pPr marL="0" marR="0" lvl="8" indent="0" algn="l">
              <a:spcBef>
                <a:spcPts val="0"/>
              </a:spcBef>
              <a:buNone/>
              <a:defRPr sz="2000" b="0" i="0" u="none" strike="noStrike" cap="none">
                <a:solidFill>
                  <a:schemeClr val="dk1"/>
                </a:solidFill>
                <a:latin typeface="Arial"/>
                <a:ea typeface="Arial"/>
                <a:cs typeface="Arial"/>
                <a:sym typeface="Arial"/>
              </a:defRPr>
            </a:lvl9pPr>
          </a:lstStyle>
          <a:p>
            <a:pPr marL="0" lvl="0" indent="0" algn="l" rtl="0">
              <a:spcBef>
                <a:spcPts val="0"/>
              </a:spcBef>
              <a:spcAft>
                <a:spcPts val="0"/>
              </a:spcAft>
              <a:buNone/>
            </a:pPr>
            <a:r>
              <a:rPr lang="en-US"/>
              <a:t>2.</a:t>
            </a:r>
            <a:fld id="{00000000-1234-1234-1234-123412341234}" type="slidenum">
              <a:rPr lang="en-US"/>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362"/>
        <p:cNvGrpSpPr/>
        <p:nvPr/>
      </p:nvGrpSpPr>
      <p:grpSpPr>
        <a:xfrm>
          <a:off x="0" y="0"/>
          <a:ext cx="0" cy="0"/>
          <a:chOff x="0" y="0"/>
          <a:chExt cx="0" cy="0"/>
        </a:xfrm>
      </p:grpSpPr>
      <p:sp>
        <p:nvSpPr>
          <p:cNvPr id="363" name="Google Shape;363;p132"/>
          <p:cNvSpPr txBox="1">
            <a:spLocks noGrp="1"/>
          </p:cNvSpPr>
          <p:nvPr>
            <p:ph type="title"/>
          </p:nvPr>
        </p:nvSpPr>
        <p:spPr>
          <a:xfrm>
            <a:off x="2389717" y="4800600"/>
            <a:ext cx="7315200" cy="566738"/>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2000" b="1" i="0" u="none" strike="noStrike" cap="none">
                <a:solidFill>
                  <a:schemeClr val="dk2"/>
                </a:solidFill>
                <a:latin typeface="Tahoma"/>
                <a:ea typeface="Tahoma"/>
                <a:cs typeface="Tahoma"/>
                <a:sym typeface="Tahoma"/>
              </a:defRPr>
            </a:lvl1pPr>
            <a:lvl2pPr marR="0" lvl="1" algn="l" rtl="0">
              <a:spcBef>
                <a:spcPts val="0"/>
              </a:spcBef>
              <a:spcAft>
                <a:spcPts val="0"/>
              </a:spcAft>
              <a:buSzPts val="1400"/>
              <a:buNone/>
              <a:defRPr sz="4400" b="0" i="0" u="none" strike="noStrike" cap="none">
                <a:solidFill>
                  <a:schemeClr val="dk2"/>
                </a:solidFill>
                <a:latin typeface="Tahoma"/>
                <a:ea typeface="Tahoma"/>
                <a:cs typeface="Tahoma"/>
                <a:sym typeface="Tahoma"/>
              </a:defRPr>
            </a:lvl2pPr>
            <a:lvl3pPr marR="0" lvl="2" algn="l" rtl="0">
              <a:spcBef>
                <a:spcPts val="0"/>
              </a:spcBef>
              <a:spcAft>
                <a:spcPts val="0"/>
              </a:spcAft>
              <a:buSzPts val="1400"/>
              <a:buNone/>
              <a:defRPr sz="4400" b="0" i="0" u="none" strike="noStrike" cap="none">
                <a:solidFill>
                  <a:schemeClr val="dk2"/>
                </a:solidFill>
                <a:latin typeface="Tahoma"/>
                <a:ea typeface="Tahoma"/>
                <a:cs typeface="Tahoma"/>
                <a:sym typeface="Tahoma"/>
              </a:defRPr>
            </a:lvl3pPr>
            <a:lvl4pPr marR="0" lvl="3" algn="l" rtl="0">
              <a:spcBef>
                <a:spcPts val="0"/>
              </a:spcBef>
              <a:spcAft>
                <a:spcPts val="0"/>
              </a:spcAft>
              <a:buSzPts val="1400"/>
              <a:buNone/>
              <a:defRPr sz="4400" b="0" i="0" u="none" strike="noStrike" cap="none">
                <a:solidFill>
                  <a:schemeClr val="dk2"/>
                </a:solidFill>
                <a:latin typeface="Tahoma"/>
                <a:ea typeface="Tahoma"/>
                <a:cs typeface="Tahoma"/>
                <a:sym typeface="Tahoma"/>
              </a:defRPr>
            </a:lvl4pPr>
            <a:lvl5pPr marR="0" lvl="4" algn="l" rtl="0">
              <a:spcBef>
                <a:spcPts val="0"/>
              </a:spcBef>
              <a:spcAft>
                <a:spcPts val="0"/>
              </a:spcAft>
              <a:buSzPts val="1400"/>
              <a:buNone/>
              <a:defRPr sz="4400" b="0" i="0" u="none" strike="noStrike" cap="none">
                <a:solidFill>
                  <a:schemeClr val="dk2"/>
                </a:solidFill>
                <a:latin typeface="Tahoma"/>
                <a:ea typeface="Tahoma"/>
                <a:cs typeface="Tahoma"/>
                <a:sym typeface="Tahoma"/>
              </a:defRPr>
            </a:lvl5pPr>
            <a:lvl6pPr marR="0" lvl="5" algn="l" rtl="0">
              <a:spcBef>
                <a:spcPts val="0"/>
              </a:spcBef>
              <a:spcAft>
                <a:spcPts val="0"/>
              </a:spcAft>
              <a:buSzPts val="1400"/>
              <a:buNone/>
              <a:defRPr sz="4400" b="0" i="0" u="none" strike="noStrike" cap="none">
                <a:solidFill>
                  <a:schemeClr val="dk2"/>
                </a:solidFill>
                <a:latin typeface="Tahoma"/>
                <a:ea typeface="Tahoma"/>
                <a:cs typeface="Tahoma"/>
                <a:sym typeface="Tahoma"/>
              </a:defRPr>
            </a:lvl6pPr>
            <a:lvl7pPr marR="0" lvl="6" algn="l" rtl="0">
              <a:spcBef>
                <a:spcPts val="0"/>
              </a:spcBef>
              <a:spcAft>
                <a:spcPts val="0"/>
              </a:spcAft>
              <a:buSzPts val="1400"/>
              <a:buNone/>
              <a:defRPr sz="4400" b="0" i="0" u="none" strike="noStrike" cap="none">
                <a:solidFill>
                  <a:schemeClr val="dk2"/>
                </a:solidFill>
                <a:latin typeface="Tahoma"/>
                <a:ea typeface="Tahoma"/>
                <a:cs typeface="Tahoma"/>
                <a:sym typeface="Tahoma"/>
              </a:defRPr>
            </a:lvl7pPr>
            <a:lvl8pPr marR="0" lvl="7" algn="l" rtl="0">
              <a:spcBef>
                <a:spcPts val="0"/>
              </a:spcBef>
              <a:spcAft>
                <a:spcPts val="0"/>
              </a:spcAft>
              <a:buSzPts val="1400"/>
              <a:buNone/>
              <a:defRPr sz="4400" b="0" i="0" u="none" strike="noStrike" cap="none">
                <a:solidFill>
                  <a:schemeClr val="dk2"/>
                </a:solidFill>
                <a:latin typeface="Tahoma"/>
                <a:ea typeface="Tahoma"/>
                <a:cs typeface="Tahoma"/>
                <a:sym typeface="Tahoma"/>
              </a:defRPr>
            </a:lvl8pPr>
            <a:lvl9pPr marR="0" lvl="8" algn="l" rtl="0">
              <a:spcBef>
                <a:spcPts val="0"/>
              </a:spcBef>
              <a:spcAft>
                <a:spcPts val="0"/>
              </a:spcAft>
              <a:buSzPts val="1400"/>
              <a:buNone/>
              <a:defRPr sz="4400" b="0" i="0" u="none" strike="noStrike" cap="none">
                <a:solidFill>
                  <a:schemeClr val="dk2"/>
                </a:solidFill>
                <a:latin typeface="Tahoma"/>
                <a:ea typeface="Tahoma"/>
                <a:cs typeface="Tahoma"/>
                <a:sym typeface="Tahoma"/>
              </a:defRPr>
            </a:lvl9pPr>
          </a:lstStyle>
          <a:p>
            <a:endParaRPr/>
          </a:p>
        </p:txBody>
      </p:sp>
      <p:sp>
        <p:nvSpPr>
          <p:cNvPr id="364" name="Google Shape;364;p132"/>
          <p:cNvSpPr>
            <a:spLocks noGrp="1"/>
          </p:cNvSpPr>
          <p:nvPr>
            <p:ph type="pic" idx="2"/>
          </p:nvPr>
        </p:nvSpPr>
        <p:spPr>
          <a:xfrm>
            <a:off x="2389717" y="612775"/>
            <a:ext cx="7315200" cy="4114800"/>
          </a:xfrm>
          <a:prstGeom prst="rect">
            <a:avLst/>
          </a:prstGeom>
          <a:noFill/>
          <a:ln>
            <a:noFill/>
          </a:ln>
        </p:spPr>
      </p:sp>
      <p:sp>
        <p:nvSpPr>
          <p:cNvPr id="365" name="Google Shape;365;p132"/>
          <p:cNvSpPr txBox="1">
            <a:spLocks noGrp="1"/>
          </p:cNvSpPr>
          <p:nvPr>
            <p:ph type="body" idx="1"/>
          </p:nvPr>
        </p:nvSpPr>
        <p:spPr>
          <a:xfrm>
            <a:off x="2389717" y="5367338"/>
            <a:ext cx="7315200" cy="804862"/>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280"/>
              </a:spcBef>
              <a:spcAft>
                <a:spcPts val="0"/>
              </a:spcAft>
              <a:buClr>
                <a:schemeClr val="folHlink"/>
              </a:buClr>
              <a:buSzPts val="840"/>
              <a:buFont typeface="Noto Sans Symbols"/>
              <a:buNone/>
              <a:defRPr sz="1400" b="0" i="0" u="none" strike="noStrike" cap="none">
                <a:solidFill>
                  <a:schemeClr val="dk1"/>
                </a:solidFill>
                <a:latin typeface="Tahoma"/>
                <a:ea typeface="Tahoma"/>
                <a:cs typeface="Tahoma"/>
                <a:sym typeface="Tahoma"/>
              </a:defRPr>
            </a:lvl1pPr>
            <a:lvl2pPr marL="914400" marR="0" lvl="1" indent="-228600" algn="l" rtl="0">
              <a:spcBef>
                <a:spcPts val="240"/>
              </a:spcBef>
              <a:spcAft>
                <a:spcPts val="0"/>
              </a:spcAft>
              <a:buClr>
                <a:schemeClr val="hlink"/>
              </a:buClr>
              <a:buSzPts val="660"/>
              <a:buFont typeface="Noto Sans Symbols"/>
              <a:buNone/>
              <a:defRPr sz="1200" b="0" i="0" u="none" strike="noStrike" cap="none">
                <a:solidFill>
                  <a:schemeClr val="dk1"/>
                </a:solidFill>
                <a:latin typeface="Tahoma"/>
                <a:ea typeface="Tahoma"/>
                <a:cs typeface="Tahoma"/>
                <a:sym typeface="Tahoma"/>
              </a:defRPr>
            </a:lvl2pPr>
            <a:lvl3pPr marL="1371600" marR="0" lvl="2" indent="-228600" algn="l" rtl="0">
              <a:spcBef>
                <a:spcPts val="200"/>
              </a:spcBef>
              <a:spcAft>
                <a:spcPts val="0"/>
              </a:spcAft>
              <a:buClr>
                <a:schemeClr val="folHlink"/>
              </a:buClr>
              <a:buSzPts val="500"/>
              <a:buFont typeface="Noto Sans Symbols"/>
              <a:buNone/>
              <a:defRPr sz="1000" b="0" i="0" u="none" strike="noStrike" cap="none">
                <a:solidFill>
                  <a:schemeClr val="dk1"/>
                </a:solidFill>
                <a:latin typeface="Tahoma"/>
                <a:ea typeface="Tahoma"/>
                <a:cs typeface="Tahoma"/>
                <a:sym typeface="Tahoma"/>
              </a:defRPr>
            </a:lvl3pPr>
            <a:lvl4pPr marL="1828800" marR="0" lvl="3" indent="-228600" algn="l" rtl="0">
              <a:spcBef>
                <a:spcPts val="180"/>
              </a:spcBef>
              <a:spcAft>
                <a:spcPts val="0"/>
              </a:spcAft>
              <a:buClr>
                <a:schemeClr val="accent2"/>
              </a:buClr>
              <a:buSzPts val="495"/>
              <a:buFont typeface="Noto Sans Symbols"/>
              <a:buNone/>
              <a:defRPr sz="900" b="0" i="0" u="none" strike="noStrike" cap="none">
                <a:solidFill>
                  <a:schemeClr val="dk1"/>
                </a:solidFill>
                <a:latin typeface="Tahoma"/>
                <a:ea typeface="Tahoma"/>
                <a:cs typeface="Tahoma"/>
                <a:sym typeface="Tahoma"/>
              </a:defRPr>
            </a:lvl4pPr>
            <a:lvl5pPr marL="2286000" marR="0" lvl="4" indent="-228600" algn="l" rtl="0">
              <a:spcBef>
                <a:spcPts val="180"/>
              </a:spcBef>
              <a:spcAft>
                <a:spcPts val="0"/>
              </a:spcAft>
              <a:buClr>
                <a:schemeClr val="accent1"/>
              </a:buClr>
              <a:buSzPts val="450"/>
              <a:buFont typeface="Noto Sans Symbols"/>
              <a:buNone/>
              <a:defRPr sz="900" b="0" i="0" u="none" strike="noStrike" cap="none">
                <a:solidFill>
                  <a:schemeClr val="dk1"/>
                </a:solidFill>
                <a:latin typeface="Tahoma"/>
                <a:ea typeface="Tahoma"/>
                <a:cs typeface="Tahoma"/>
                <a:sym typeface="Tahoma"/>
              </a:defRPr>
            </a:lvl5pPr>
            <a:lvl6pPr marL="2743200" marR="0" lvl="5" indent="-228600" algn="l" rtl="0">
              <a:spcBef>
                <a:spcPts val="180"/>
              </a:spcBef>
              <a:spcAft>
                <a:spcPts val="0"/>
              </a:spcAft>
              <a:buClr>
                <a:schemeClr val="accent1"/>
              </a:buClr>
              <a:buSzPts val="450"/>
              <a:buFont typeface="Noto Sans Symbols"/>
              <a:buNone/>
              <a:defRPr sz="900" b="0" i="0" u="none" strike="noStrike" cap="none">
                <a:solidFill>
                  <a:schemeClr val="dk1"/>
                </a:solidFill>
                <a:latin typeface="Tahoma"/>
                <a:ea typeface="Tahoma"/>
                <a:cs typeface="Tahoma"/>
                <a:sym typeface="Tahoma"/>
              </a:defRPr>
            </a:lvl6pPr>
            <a:lvl7pPr marL="3200400" marR="0" lvl="6" indent="-228600" algn="l" rtl="0">
              <a:spcBef>
                <a:spcPts val="180"/>
              </a:spcBef>
              <a:spcAft>
                <a:spcPts val="0"/>
              </a:spcAft>
              <a:buClr>
                <a:schemeClr val="accent1"/>
              </a:buClr>
              <a:buSzPts val="450"/>
              <a:buFont typeface="Noto Sans Symbols"/>
              <a:buNone/>
              <a:defRPr sz="900" b="0" i="0" u="none" strike="noStrike" cap="none">
                <a:solidFill>
                  <a:schemeClr val="dk1"/>
                </a:solidFill>
                <a:latin typeface="Tahoma"/>
                <a:ea typeface="Tahoma"/>
                <a:cs typeface="Tahoma"/>
                <a:sym typeface="Tahoma"/>
              </a:defRPr>
            </a:lvl7pPr>
            <a:lvl8pPr marL="3657600" marR="0" lvl="7" indent="-228600" algn="l" rtl="0">
              <a:spcBef>
                <a:spcPts val="180"/>
              </a:spcBef>
              <a:spcAft>
                <a:spcPts val="0"/>
              </a:spcAft>
              <a:buClr>
                <a:schemeClr val="accent1"/>
              </a:buClr>
              <a:buSzPts val="450"/>
              <a:buFont typeface="Noto Sans Symbols"/>
              <a:buNone/>
              <a:defRPr sz="900" b="0" i="0" u="none" strike="noStrike" cap="none">
                <a:solidFill>
                  <a:schemeClr val="dk1"/>
                </a:solidFill>
                <a:latin typeface="Tahoma"/>
                <a:ea typeface="Tahoma"/>
                <a:cs typeface="Tahoma"/>
                <a:sym typeface="Tahoma"/>
              </a:defRPr>
            </a:lvl8pPr>
            <a:lvl9pPr marL="4114800" marR="0" lvl="8" indent="-228600" algn="l" rtl="0">
              <a:spcBef>
                <a:spcPts val="180"/>
              </a:spcBef>
              <a:spcAft>
                <a:spcPts val="0"/>
              </a:spcAft>
              <a:buClr>
                <a:schemeClr val="accent1"/>
              </a:buClr>
              <a:buSzPts val="450"/>
              <a:buFont typeface="Noto Sans Symbols"/>
              <a:buNone/>
              <a:defRPr sz="900" b="0" i="0" u="none" strike="noStrike" cap="none">
                <a:solidFill>
                  <a:schemeClr val="dk1"/>
                </a:solidFill>
                <a:latin typeface="Tahoma"/>
                <a:ea typeface="Tahoma"/>
                <a:cs typeface="Tahoma"/>
                <a:sym typeface="Tahoma"/>
              </a:defRPr>
            </a:lvl9pPr>
          </a:lstStyle>
          <a:p>
            <a:endParaRPr/>
          </a:p>
        </p:txBody>
      </p:sp>
      <p:sp>
        <p:nvSpPr>
          <p:cNvPr id="366" name="Google Shape;366;p132"/>
          <p:cNvSpPr txBox="1">
            <a:spLocks noGrp="1"/>
          </p:cNvSpPr>
          <p:nvPr>
            <p:ph type="sldNum" idx="12"/>
          </p:nvPr>
        </p:nvSpPr>
        <p:spPr>
          <a:xfrm>
            <a:off x="0" y="6400800"/>
            <a:ext cx="2540000" cy="457200"/>
          </a:xfrm>
          <a:prstGeom prst="rect">
            <a:avLst/>
          </a:prstGeom>
          <a:noFill/>
          <a:ln>
            <a:noFill/>
          </a:ln>
        </p:spPr>
        <p:txBody>
          <a:bodyPr spcFirstLastPara="1" wrap="square" lIns="91425" tIns="45700" rIns="91425" bIns="45700" anchor="b" anchorCtr="0">
            <a:noAutofit/>
          </a:bodyPr>
          <a:lstStyle>
            <a:lvl1pPr marL="0" marR="0" lvl="0" indent="0" algn="l">
              <a:spcBef>
                <a:spcPts val="0"/>
              </a:spcBef>
              <a:buNone/>
              <a:defRPr sz="2000" b="0" i="0" u="none" strike="noStrike" cap="none">
                <a:solidFill>
                  <a:schemeClr val="dk1"/>
                </a:solidFill>
                <a:latin typeface="Arial"/>
                <a:ea typeface="Arial"/>
                <a:cs typeface="Arial"/>
                <a:sym typeface="Arial"/>
              </a:defRPr>
            </a:lvl1pPr>
            <a:lvl2pPr marL="0" marR="0" lvl="1" indent="0" algn="l">
              <a:spcBef>
                <a:spcPts val="0"/>
              </a:spcBef>
              <a:buNone/>
              <a:defRPr sz="2000" b="0" i="0" u="none" strike="noStrike" cap="none">
                <a:solidFill>
                  <a:schemeClr val="dk1"/>
                </a:solidFill>
                <a:latin typeface="Arial"/>
                <a:ea typeface="Arial"/>
                <a:cs typeface="Arial"/>
                <a:sym typeface="Arial"/>
              </a:defRPr>
            </a:lvl2pPr>
            <a:lvl3pPr marL="0" marR="0" lvl="2" indent="0" algn="l">
              <a:spcBef>
                <a:spcPts val="0"/>
              </a:spcBef>
              <a:buNone/>
              <a:defRPr sz="2000" b="0" i="0" u="none" strike="noStrike" cap="none">
                <a:solidFill>
                  <a:schemeClr val="dk1"/>
                </a:solidFill>
                <a:latin typeface="Arial"/>
                <a:ea typeface="Arial"/>
                <a:cs typeface="Arial"/>
                <a:sym typeface="Arial"/>
              </a:defRPr>
            </a:lvl3pPr>
            <a:lvl4pPr marL="0" marR="0" lvl="3" indent="0" algn="l">
              <a:spcBef>
                <a:spcPts val="0"/>
              </a:spcBef>
              <a:buNone/>
              <a:defRPr sz="2000" b="0" i="0" u="none" strike="noStrike" cap="none">
                <a:solidFill>
                  <a:schemeClr val="dk1"/>
                </a:solidFill>
                <a:latin typeface="Arial"/>
                <a:ea typeface="Arial"/>
                <a:cs typeface="Arial"/>
                <a:sym typeface="Arial"/>
              </a:defRPr>
            </a:lvl4pPr>
            <a:lvl5pPr marL="0" marR="0" lvl="4" indent="0" algn="l">
              <a:spcBef>
                <a:spcPts val="0"/>
              </a:spcBef>
              <a:buNone/>
              <a:defRPr sz="2000" b="0" i="0" u="none" strike="noStrike" cap="none">
                <a:solidFill>
                  <a:schemeClr val="dk1"/>
                </a:solidFill>
                <a:latin typeface="Arial"/>
                <a:ea typeface="Arial"/>
                <a:cs typeface="Arial"/>
                <a:sym typeface="Arial"/>
              </a:defRPr>
            </a:lvl5pPr>
            <a:lvl6pPr marL="0" marR="0" lvl="5" indent="0" algn="l">
              <a:spcBef>
                <a:spcPts val="0"/>
              </a:spcBef>
              <a:buNone/>
              <a:defRPr sz="2000" b="0" i="0" u="none" strike="noStrike" cap="none">
                <a:solidFill>
                  <a:schemeClr val="dk1"/>
                </a:solidFill>
                <a:latin typeface="Arial"/>
                <a:ea typeface="Arial"/>
                <a:cs typeface="Arial"/>
                <a:sym typeface="Arial"/>
              </a:defRPr>
            </a:lvl6pPr>
            <a:lvl7pPr marL="0" marR="0" lvl="6" indent="0" algn="l">
              <a:spcBef>
                <a:spcPts val="0"/>
              </a:spcBef>
              <a:buNone/>
              <a:defRPr sz="2000" b="0" i="0" u="none" strike="noStrike" cap="none">
                <a:solidFill>
                  <a:schemeClr val="dk1"/>
                </a:solidFill>
                <a:latin typeface="Arial"/>
                <a:ea typeface="Arial"/>
                <a:cs typeface="Arial"/>
                <a:sym typeface="Arial"/>
              </a:defRPr>
            </a:lvl7pPr>
            <a:lvl8pPr marL="0" marR="0" lvl="7" indent="0" algn="l">
              <a:spcBef>
                <a:spcPts val="0"/>
              </a:spcBef>
              <a:buNone/>
              <a:defRPr sz="2000" b="0" i="0" u="none" strike="noStrike" cap="none">
                <a:solidFill>
                  <a:schemeClr val="dk1"/>
                </a:solidFill>
                <a:latin typeface="Arial"/>
                <a:ea typeface="Arial"/>
                <a:cs typeface="Arial"/>
                <a:sym typeface="Arial"/>
              </a:defRPr>
            </a:lvl8pPr>
            <a:lvl9pPr marL="0" marR="0" lvl="8" indent="0" algn="l">
              <a:spcBef>
                <a:spcPts val="0"/>
              </a:spcBef>
              <a:buNone/>
              <a:defRPr sz="2000" b="0" i="0" u="none" strike="noStrike" cap="none">
                <a:solidFill>
                  <a:schemeClr val="dk1"/>
                </a:solidFill>
                <a:latin typeface="Arial"/>
                <a:ea typeface="Arial"/>
                <a:cs typeface="Arial"/>
                <a:sym typeface="Arial"/>
              </a:defRPr>
            </a:lvl9pPr>
          </a:lstStyle>
          <a:p>
            <a:pPr marL="0" lvl="0" indent="0" algn="l" rtl="0">
              <a:spcBef>
                <a:spcPts val="0"/>
              </a:spcBef>
              <a:spcAft>
                <a:spcPts val="0"/>
              </a:spcAft>
              <a:buNone/>
            </a:pPr>
            <a:r>
              <a:rPr lang="en-US"/>
              <a:t>2.</a:t>
            </a:r>
            <a:fld id="{00000000-1234-1234-1234-123412341234}" type="slidenum">
              <a:rPr lang="en-US"/>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367"/>
        <p:cNvGrpSpPr/>
        <p:nvPr/>
      </p:nvGrpSpPr>
      <p:grpSpPr>
        <a:xfrm>
          <a:off x="0" y="0"/>
          <a:ext cx="0" cy="0"/>
          <a:chOff x="0" y="0"/>
          <a:chExt cx="0" cy="0"/>
        </a:xfrm>
      </p:grpSpPr>
      <p:sp>
        <p:nvSpPr>
          <p:cNvPr id="368" name="Google Shape;368;p133"/>
          <p:cNvSpPr txBox="1">
            <a:spLocks noGrp="1"/>
          </p:cNvSpPr>
          <p:nvPr>
            <p:ph type="title"/>
          </p:nvPr>
        </p:nvSpPr>
        <p:spPr>
          <a:xfrm>
            <a:off x="609600" y="274638"/>
            <a:ext cx="10972800" cy="11430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4400" b="0" i="0" u="none" strike="noStrike" cap="none">
                <a:solidFill>
                  <a:schemeClr val="dk2"/>
                </a:solidFill>
                <a:latin typeface="Tahoma"/>
                <a:ea typeface="Tahoma"/>
                <a:cs typeface="Tahoma"/>
                <a:sym typeface="Tahoma"/>
              </a:defRPr>
            </a:lvl1pPr>
            <a:lvl2pPr marR="0" lvl="1" algn="l" rtl="0">
              <a:spcBef>
                <a:spcPts val="0"/>
              </a:spcBef>
              <a:spcAft>
                <a:spcPts val="0"/>
              </a:spcAft>
              <a:buSzPts val="1400"/>
              <a:buNone/>
              <a:defRPr sz="4400" b="0" i="0" u="none" strike="noStrike" cap="none">
                <a:solidFill>
                  <a:schemeClr val="dk2"/>
                </a:solidFill>
                <a:latin typeface="Tahoma"/>
                <a:ea typeface="Tahoma"/>
                <a:cs typeface="Tahoma"/>
                <a:sym typeface="Tahoma"/>
              </a:defRPr>
            </a:lvl2pPr>
            <a:lvl3pPr marR="0" lvl="2" algn="l" rtl="0">
              <a:spcBef>
                <a:spcPts val="0"/>
              </a:spcBef>
              <a:spcAft>
                <a:spcPts val="0"/>
              </a:spcAft>
              <a:buSzPts val="1400"/>
              <a:buNone/>
              <a:defRPr sz="4400" b="0" i="0" u="none" strike="noStrike" cap="none">
                <a:solidFill>
                  <a:schemeClr val="dk2"/>
                </a:solidFill>
                <a:latin typeface="Tahoma"/>
                <a:ea typeface="Tahoma"/>
                <a:cs typeface="Tahoma"/>
                <a:sym typeface="Tahoma"/>
              </a:defRPr>
            </a:lvl3pPr>
            <a:lvl4pPr marR="0" lvl="3" algn="l" rtl="0">
              <a:spcBef>
                <a:spcPts val="0"/>
              </a:spcBef>
              <a:spcAft>
                <a:spcPts val="0"/>
              </a:spcAft>
              <a:buSzPts val="1400"/>
              <a:buNone/>
              <a:defRPr sz="4400" b="0" i="0" u="none" strike="noStrike" cap="none">
                <a:solidFill>
                  <a:schemeClr val="dk2"/>
                </a:solidFill>
                <a:latin typeface="Tahoma"/>
                <a:ea typeface="Tahoma"/>
                <a:cs typeface="Tahoma"/>
                <a:sym typeface="Tahoma"/>
              </a:defRPr>
            </a:lvl4pPr>
            <a:lvl5pPr marR="0" lvl="4" algn="l" rtl="0">
              <a:spcBef>
                <a:spcPts val="0"/>
              </a:spcBef>
              <a:spcAft>
                <a:spcPts val="0"/>
              </a:spcAft>
              <a:buSzPts val="1400"/>
              <a:buNone/>
              <a:defRPr sz="4400" b="0" i="0" u="none" strike="noStrike" cap="none">
                <a:solidFill>
                  <a:schemeClr val="dk2"/>
                </a:solidFill>
                <a:latin typeface="Tahoma"/>
                <a:ea typeface="Tahoma"/>
                <a:cs typeface="Tahoma"/>
                <a:sym typeface="Tahoma"/>
              </a:defRPr>
            </a:lvl5pPr>
            <a:lvl6pPr marR="0" lvl="5" algn="l" rtl="0">
              <a:spcBef>
                <a:spcPts val="0"/>
              </a:spcBef>
              <a:spcAft>
                <a:spcPts val="0"/>
              </a:spcAft>
              <a:buSzPts val="1400"/>
              <a:buNone/>
              <a:defRPr sz="4400" b="0" i="0" u="none" strike="noStrike" cap="none">
                <a:solidFill>
                  <a:schemeClr val="dk2"/>
                </a:solidFill>
                <a:latin typeface="Tahoma"/>
                <a:ea typeface="Tahoma"/>
                <a:cs typeface="Tahoma"/>
                <a:sym typeface="Tahoma"/>
              </a:defRPr>
            </a:lvl6pPr>
            <a:lvl7pPr marR="0" lvl="6" algn="l" rtl="0">
              <a:spcBef>
                <a:spcPts val="0"/>
              </a:spcBef>
              <a:spcAft>
                <a:spcPts val="0"/>
              </a:spcAft>
              <a:buSzPts val="1400"/>
              <a:buNone/>
              <a:defRPr sz="4400" b="0" i="0" u="none" strike="noStrike" cap="none">
                <a:solidFill>
                  <a:schemeClr val="dk2"/>
                </a:solidFill>
                <a:latin typeface="Tahoma"/>
                <a:ea typeface="Tahoma"/>
                <a:cs typeface="Tahoma"/>
                <a:sym typeface="Tahoma"/>
              </a:defRPr>
            </a:lvl7pPr>
            <a:lvl8pPr marR="0" lvl="7" algn="l" rtl="0">
              <a:spcBef>
                <a:spcPts val="0"/>
              </a:spcBef>
              <a:spcAft>
                <a:spcPts val="0"/>
              </a:spcAft>
              <a:buSzPts val="1400"/>
              <a:buNone/>
              <a:defRPr sz="4400" b="0" i="0" u="none" strike="noStrike" cap="none">
                <a:solidFill>
                  <a:schemeClr val="dk2"/>
                </a:solidFill>
                <a:latin typeface="Tahoma"/>
                <a:ea typeface="Tahoma"/>
                <a:cs typeface="Tahoma"/>
                <a:sym typeface="Tahoma"/>
              </a:defRPr>
            </a:lvl8pPr>
            <a:lvl9pPr marR="0" lvl="8" algn="l" rtl="0">
              <a:spcBef>
                <a:spcPts val="0"/>
              </a:spcBef>
              <a:spcAft>
                <a:spcPts val="0"/>
              </a:spcAft>
              <a:buSzPts val="1400"/>
              <a:buNone/>
              <a:defRPr sz="4400" b="0" i="0" u="none" strike="noStrike" cap="none">
                <a:solidFill>
                  <a:schemeClr val="dk2"/>
                </a:solidFill>
                <a:latin typeface="Tahoma"/>
                <a:ea typeface="Tahoma"/>
                <a:cs typeface="Tahoma"/>
                <a:sym typeface="Tahoma"/>
              </a:defRPr>
            </a:lvl9pPr>
          </a:lstStyle>
          <a:p>
            <a:endParaRPr/>
          </a:p>
        </p:txBody>
      </p:sp>
      <p:sp>
        <p:nvSpPr>
          <p:cNvPr id="369" name="Google Shape;369;p133"/>
          <p:cNvSpPr txBox="1">
            <a:spLocks noGrp="1"/>
          </p:cNvSpPr>
          <p:nvPr>
            <p:ph type="body" idx="1"/>
          </p:nvPr>
        </p:nvSpPr>
        <p:spPr>
          <a:xfrm rot="5400000">
            <a:off x="3833019" y="-1623218"/>
            <a:ext cx="4525963" cy="10972800"/>
          </a:xfrm>
          <a:prstGeom prst="rect">
            <a:avLst/>
          </a:prstGeom>
          <a:noFill/>
          <a:ln>
            <a:noFill/>
          </a:ln>
        </p:spPr>
        <p:txBody>
          <a:bodyPr spcFirstLastPara="1" wrap="square" lIns="91425" tIns="45700" rIns="91425" bIns="45700" anchor="t" anchorCtr="0">
            <a:noAutofit/>
          </a:bodyPr>
          <a:lstStyle>
            <a:lvl1pPr marL="457200" marR="0" lvl="0" indent="-350520" algn="l" rtl="0">
              <a:spcBef>
                <a:spcPts val="640"/>
              </a:spcBef>
              <a:spcAft>
                <a:spcPts val="0"/>
              </a:spcAft>
              <a:buClr>
                <a:schemeClr val="folHlink"/>
              </a:buClr>
              <a:buSzPts val="1920"/>
              <a:buFont typeface="Noto Sans Symbols"/>
              <a:buChar char="■"/>
              <a:defRPr sz="3200" b="0" i="0" u="none" strike="noStrike" cap="none">
                <a:solidFill>
                  <a:schemeClr val="dk1"/>
                </a:solidFill>
                <a:latin typeface="Tahoma"/>
                <a:ea typeface="Tahoma"/>
                <a:cs typeface="Tahoma"/>
                <a:sym typeface="Tahoma"/>
              </a:defRPr>
            </a:lvl1pPr>
            <a:lvl2pPr marL="914400" marR="0" lvl="1" indent="-326390" algn="l" rtl="0">
              <a:spcBef>
                <a:spcPts val="560"/>
              </a:spcBef>
              <a:spcAft>
                <a:spcPts val="0"/>
              </a:spcAft>
              <a:buClr>
                <a:schemeClr val="hlink"/>
              </a:buClr>
              <a:buSzPts val="1540"/>
              <a:buFont typeface="Noto Sans Symbols"/>
              <a:buChar char="■"/>
              <a:defRPr sz="2800" b="0" i="0" u="none" strike="noStrike" cap="none">
                <a:solidFill>
                  <a:schemeClr val="dk1"/>
                </a:solidFill>
                <a:latin typeface="Tahoma"/>
                <a:ea typeface="Tahoma"/>
                <a:cs typeface="Tahoma"/>
                <a:sym typeface="Tahoma"/>
              </a:defRPr>
            </a:lvl2pPr>
            <a:lvl3pPr marL="1371600" marR="0" lvl="2" indent="-304800" algn="l" rtl="0">
              <a:spcBef>
                <a:spcPts val="480"/>
              </a:spcBef>
              <a:spcAft>
                <a:spcPts val="0"/>
              </a:spcAft>
              <a:buClr>
                <a:schemeClr val="folHlink"/>
              </a:buClr>
              <a:buSzPts val="1200"/>
              <a:buFont typeface="Noto Sans Symbols"/>
              <a:buChar char="■"/>
              <a:defRPr sz="2400" b="0" i="0" u="none" strike="noStrike" cap="none">
                <a:solidFill>
                  <a:schemeClr val="dk1"/>
                </a:solidFill>
                <a:latin typeface="Tahoma"/>
                <a:ea typeface="Tahoma"/>
                <a:cs typeface="Tahoma"/>
                <a:sym typeface="Tahoma"/>
              </a:defRPr>
            </a:lvl3pPr>
            <a:lvl4pPr marL="1828800" marR="0" lvl="3" indent="-298450" algn="l" rtl="0">
              <a:spcBef>
                <a:spcPts val="400"/>
              </a:spcBef>
              <a:spcAft>
                <a:spcPts val="0"/>
              </a:spcAft>
              <a:buClr>
                <a:schemeClr val="accent2"/>
              </a:buClr>
              <a:buSzPts val="1100"/>
              <a:buFont typeface="Noto Sans Symbols"/>
              <a:buChar char="■"/>
              <a:defRPr sz="2000" b="0" i="0" u="none" strike="noStrike" cap="none">
                <a:solidFill>
                  <a:schemeClr val="dk1"/>
                </a:solidFill>
                <a:latin typeface="Tahoma"/>
                <a:ea typeface="Tahoma"/>
                <a:cs typeface="Tahoma"/>
                <a:sym typeface="Tahoma"/>
              </a:defRPr>
            </a:lvl4pPr>
            <a:lvl5pPr marL="2286000" marR="0" lvl="4" indent="-292100" algn="l" rtl="0">
              <a:spcBef>
                <a:spcPts val="400"/>
              </a:spcBef>
              <a:spcAft>
                <a:spcPts val="0"/>
              </a:spcAft>
              <a:buClr>
                <a:schemeClr val="accent1"/>
              </a:buClr>
              <a:buSzPts val="1000"/>
              <a:buFont typeface="Noto Sans Symbols"/>
              <a:buChar char="■"/>
              <a:defRPr sz="2000" b="0" i="0" u="none" strike="noStrike" cap="none">
                <a:solidFill>
                  <a:schemeClr val="dk1"/>
                </a:solidFill>
                <a:latin typeface="Tahoma"/>
                <a:ea typeface="Tahoma"/>
                <a:cs typeface="Tahoma"/>
                <a:sym typeface="Tahoma"/>
              </a:defRPr>
            </a:lvl5pPr>
            <a:lvl6pPr marL="2743200" marR="0" lvl="5" indent="-292100" algn="l" rtl="0">
              <a:spcBef>
                <a:spcPts val="400"/>
              </a:spcBef>
              <a:spcAft>
                <a:spcPts val="0"/>
              </a:spcAft>
              <a:buClr>
                <a:schemeClr val="accent1"/>
              </a:buClr>
              <a:buSzPts val="1000"/>
              <a:buFont typeface="Noto Sans Symbols"/>
              <a:buChar char="■"/>
              <a:defRPr sz="2000" b="0" i="0" u="none" strike="noStrike" cap="none">
                <a:solidFill>
                  <a:schemeClr val="dk1"/>
                </a:solidFill>
                <a:latin typeface="Tahoma"/>
                <a:ea typeface="Tahoma"/>
                <a:cs typeface="Tahoma"/>
                <a:sym typeface="Tahoma"/>
              </a:defRPr>
            </a:lvl6pPr>
            <a:lvl7pPr marL="3200400" marR="0" lvl="6" indent="-292100" algn="l" rtl="0">
              <a:spcBef>
                <a:spcPts val="400"/>
              </a:spcBef>
              <a:spcAft>
                <a:spcPts val="0"/>
              </a:spcAft>
              <a:buClr>
                <a:schemeClr val="accent1"/>
              </a:buClr>
              <a:buSzPts val="1000"/>
              <a:buFont typeface="Noto Sans Symbols"/>
              <a:buChar char="■"/>
              <a:defRPr sz="2000" b="0" i="0" u="none" strike="noStrike" cap="none">
                <a:solidFill>
                  <a:schemeClr val="dk1"/>
                </a:solidFill>
                <a:latin typeface="Tahoma"/>
                <a:ea typeface="Tahoma"/>
                <a:cs typeface="Tahoma"/>
                <a:sym typeface="Tahoma"/>
              </a:defRPr>
            </a:lvl7pPr>
            <a:lvl8pPr marL="3657600" marR="0" lvl="7" indent="-292100" algn="l" rtl="0">
              <a:spcBef>
                <a:spcPts val="400"/>
              </a:spcBef>
              <a:spcAft>
                <a:spcPts val="0"/>
              </a:spcAft>
              <a:buClr>
                <a:schemeClr val="accent1"/>
              </a:buClr>
              <a:buSzPts val="1000"/>
              <a:buFont typeface="Noto Sans Symbols"/>
              <a:buChar char="■"/>
              <a:defRPr sz="2000" b="0" i="0" u="none" strike="noStrike" cap="none">
                <a:solidFill>
                  <a:schemeClr val="dk1"/>
                </a:solidFill>
                <a:latin typeface="Tahoma"/>
                <a:ea typeface="Tahoma"/>
                <a:cs typeface="Tahoma"/>
                <a:sym typeface="Tahoma"/>
              </a:defRPr>
            </a:lvl8pPr>
            <a:lvl9pPr marL="4114800" marR="0" lvl="8" indent="-292100" algn="l" rtl="0">
              <a:spcBef>
                <a:spcPts val="400"/>
              </a:spcBef>
              <a:spcAft>
                <a:spcPts val="0"/>
              </a:spcAft>
              <a:buClr>
                <a:schemeClr val="accent1"/>
              </a:buClr>
              <a:buSzPts val="1000"/>
              <a:buFont typeface="Noto Sans Symbols"/>
              <a:buChar char="■"/>
              <a:defRPr sz="2000" b="0" i="0" u="none" strike="noStrike" cap="none">
                <a:solidFill>
                  <a:schemeClr val="dk1"/>
                </a:solidFill>
                <a:latin typeface="Tahoma"/>
                <a:ea typeface="Tahoma"/>
                <a:cs typeface="Tahoma"/>
                <a:sym typeface="Tahoma"/>
              </a:defRPr>
            </a:lvl9pPr>
          </a:lstStyle>
          <a:p>
            <a:endParaRPr/>
          </a:p>
        </p:txBody>
      </p:sp>
      <p:sp>
        <p:nvSpPr>
          <p:cNvPr id="370" name="Google Shape;370;p133"/>
          <p:cNvSpPr txBox="1">
            <a:spLocks noGrp="1"/>
          </p:cNvSpPr>
          <p:nvPr>
            <p:ph type="sldNum" idx="12"/>
          </p:nvPr>
        </p:nvSpPr>
        <p:spPr>
          <a:xfrm>
            <a:off x="0" y="6400800"/>
            <a:ext cx="2540000" cy="457200"/>
          </a:xfrm>
          <a:prstGeom prst="rect">
            <a:avLst/>
          </a:prstGeom>
          <a:noFill/>
          <a:ln>
            <a:noFill/>
          </a:ln>
        </p:spPr>
        <p:txBody>
          <a:bodyPr spcFirstLastPara="1" wrap="square" lIns="91425" tIns="45700" rIns="91425" bIns="45700" anchor="b" anchorCtr="0">
            <a:noAutofit/>
          </a:bodyPr>
          <a:lstStyle>
            <a:lvl1pPr marL="0" marR="0" lvl="0" indent="0" algn="l">
              <a:spcBef>
                <a:spcPts val="0"/>
              </a:spcBef>
              <a:buNone/>
              <a:defRPr sz="2000" b="0" i="0" u="none" strike="noStrike" cap="none">
                <a:solidFill>
                  <a:schemeClr val="dk1"/>
                </a:solidFill>
                <a:latin typeface="Arial"/>
                <a:ea typeface="Arial"/>
                <a:cs typeface="Arial"/>
                <a:sym typeface="Arial"/>
              </a:defRPr>
            </a:lvl1pPr>
            <a:lvl2pPr marL="0" marR="0" lvl="1" indent="0" algn="l">
              <a:spcBef>
                <a:spcPts val="0"/>
              </a:spcBef>
              <a:buNone/>
              <a:defRPr sz="2000" b="0" i="0" u="none" strike="noStrike" cap="none">
                <a:solidFill>
                  <a:schemeClr val="dk1"/>
                </a:solidFill>
                <a:latin typeface="Arial"/>
                <a:ea typeface="Arial"/>
                <a:cs typeface="Arial"/>
                <a:sym typeface="Arial"/>
              </a:defRPr>
            </a:lvl2pPr>
            <a:lvl3pPr marL="0" marR="0" lvl="2" indent="0" algn="l">
              <a:spcBef>
                <a:spcPts val="0"/>
              </a:spcBef>
              <a:buNone/>
              <a:defRPr sz="2000" b="0" i="0" u="none" strike="noStrike" cap="none">
                <a:solidFill>
                  <a:schemeClr val="dk1"/>
                </a:solidFill>
                <a:latin typeface="Arial"/>
                <a:ea typeface="Arial"/>
                <a:cs typeface="Arial"/>
                <a:sym typeface="Arial"/>
              </a:defRPr>
            </a:lvl3pPr>
            <a:lvl4pPr marL="0" marR="0" lvl="3" indent="0" algn="l">
              <a:spcBef>
                <a:spcPts val="0"/>
              </a:spcBef>
              <a:buNone/>
              <a:defRPr sz="2000" b="0" i="0" u="none" strike="noStrike" cap="none">
                <a:solidFill>
                  <a:schemeClr val="dk1"/>
                </a:solidFill>
                <a:latin typeface="Arial"/>
                <a:ea typeface="Arial"/>
                <a:cs typeface="Arial"/>
                <a:sym typeface="Arial"/>
              </a:defRPr>
            </a:lvl4pPr>
            <a:lvl5pPr marL="0" marR="0" lvl="4" indent="0" algn="l">
              <a:spcBef>
                <a:spcPts val="0"/>
              </a:spcBef>
              <a:buNone/>
              <a:defRPr sz="2000" b="0" i="0" u="none" strike="noStrike" cap="none">
                <a:solidFill>
                  <a:schemeClr val="dk1"/>
                </a:solidFill>
                <a:latin typeface="Arial"/>
                <a:ea typeface="Arial"/>
                <a:cs typeface="Arial"/>
                <a:sym typeface="Arial"/>
              </a:defRPr>
            </a:lvl5pPr>
            <a:lvl6pPr marL="0" marR="0" lvl="5" indent="0" algn="l">
              <a:spcBef>
                <a:spcPts val="0"/>
              </a:spcBef>
              <a:buNone/>
              <a:defRPr sz="2000" b="0" i="0" u="none" strike="noStrike" cap="none">
                <a:solidFill>
                  <a:schemeClr val="dk1"/>
                </a:solidFill>
                <a:latin typeface="Arial"/>
                <a:ea typeface="Arial"/>
                <a:cs typeface="Arial"/>
                <a:sym typeface="Arial"/>
              </a:defRPr>
            </a:lvl6pPr>
            <a:lvl7pPr marL="0" marR="0" lvl="6" indent="0" algn="l">
              <a:spcBef>
                <a:spcPts val="0"/>
              </a:spcBef>
              <a:buNone/>
              <a:defRPr sz="2000" b="0" i="0" u="none" strike="noStrike" cap="none">
                <a:solidFill>
                  <a:schemeClr val="dk1"/>
                </a:solidFill>
                <a:latin typeface="Arial"/>
                <a:ea typeface="Arial"/>
                <a:cs typeface="Arial"/>
                <a:sym typeface="Arial"/>
              </a:defRPr>
            </a:lvl7pPr>
            <a:lvl8pPr marL="0" marR="0" lvl="7" indent="0" algn="l">
              <a:spcBef>
                <a:spcPts val="0"/>
              </a:spcBef>
              <a:buNone/>
              <a:defRPr sz="2000" b="0" i="0" u="none" strike="noStrike" cap="none">
                <a:solidFill>
                  <a:schemeClr val="dk1"/>
                </a:solidFill>
                <a:latin typeface="Arial"/>
                <a:ea typeface="Arial"/>
                <a:cs typeface="Arial"/>
                <a:sym typeface="Arial"/>
              </a:defRPr>
            </a:lvl8pPr>
            <a:lvl9pPr marL="0" marR="0" lvl="8" indent="0" algn="l">
              <a:spcBef>
                <a:spcPts val="0"/>
              </a:spcBef>
              <a:buNone/>
              <a:defRPr sz="2000" b="0" i="0" u="none" strike="noStrike" cap="none">
                <a:solidFill>
                  <a:schemeClr val="dk1"/>
                </a:solidFill>
                <a:latin typeface="Arial"/>
                <a:ea typeface="Arial"/>
                <a:cs typeface="Arial"/>
                <a:sym typeface="Arial"/>
              </a:defRPr>
            </a:lvl9pPr>
          </a:lstStyle>
          <a:p>
            <a:pPr marL="0" lvl="0" indent="0" algn="l" rtl="0">
              <a:spcBef>
                <a:spcPts val="0"/>
              </a:spcBef>
              <a:spcAft>
                <a:spcPts val="0"/>
              </a:spcAft>
              <a:buNone/>
            </a:pPr>
            <a:r>
              <a:rPr lang="en-US"/>
              <a:t>2.</a:t>
            </a:r>
            <a:fld id="{00000000-1234-1234-1234-123412341234}" type="slidenum">
              <a:rPr lang="en-US"/>
              <a:t>‹#›</a:t>
            </a:fl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371"/>
        <p:cNvGrpSpPr/>
        <p:nvPr/>
      </p:nvGrpSpPr>
      <p:grpSpPr>
        <a:xfrm>
          <a:off x="0" y="0"/>
          <a:ext cx="0" cy="0"/>
          <a:chOff x="0" y="0"/>
          <a:chExt cx="0" cy="0"/>
        </a:xfrm>
      </p:grpSpPr>
      <p:sp>
        <p:nvSpPr>
          <p:cNvPr id="372" name="Google Shape;372;p134"/>
          <p:cNvSpPr txBox="1">
            <a:spLocks noGrp="1"/>
          </p:cNvSpPr>
          <p:nvPr>
            <p:ph type="title"/>
          </p:nvPr>
        </p:nvSpPr>
        <p:spPr>
          <a:xfrm rot="5400000">
            <a:off x="7285038" y="1828802"/>
            <a:ext cx="5851525" cy="27432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4400" b="0" i="0" u="none" strike="noStrike" cap="none">
                <a:solidFill>
                  <a:schemeClr val="dk2"/>
                </a:solidFill>
                <a:latin typeface="Tahoma"/>
                <a:ea typeface="Tahoma"/>
                <a:cs typeface="Tahoma"/>
                <a:sym typeface="Tahoma"/>
              </a:defRPr>
            </a:lvl1pPr>
            <a:lvl2pPr marR="0" lvl="1" algn="l" rtl="0">
              <a:spcBef>
                <a:spcPts val="0"/>
              </a:spcBef>
              <a:spcAft>
                <a:spcPts val="0"/>
              </a:spcAft>
              <a:buSzPts val="1400"/>
              <a:buNone/>
              <a:defRPr sz="4400" b="0" i="0" u="none" strike="noStrike" cap="none">
                <a:solidFill>
                  <a:schemeClr val="dk2"/>
                </a:solidFill>
                <a:latin typeface="Tahoma"/>
                <a:ea typeface="Tahoma"/>
                <a:cs typeface="Tahoma"/>
                <a:sym typeface="Tahoma"/>
              </a:defRPr>
            </a:lvl2pPr>
            <a:lvl3pPr marR="0" lvl="2" algn="l" rtl="0">
              <a:spcBef>
                <a:spcPts val="0"/>
              </a:spcBef>
              <a:spcAft>
                <a:spcPts val="0"/>
              </a:spcAft>
              <a:buSzPts val="1400"/>
              <a:buNone/>
              <a:defRPr sz="4400" b="0" i="0" u="none" strike="noStrike" cap="none">
                <a:solidFill>
                  <a:schemeClr val="dk2"/>
                </a:solidFill>
                <a:latin typeface="Tahoma"/>
                <a:ea typeface="Tahoma"/>
                <a:cs typeface="Tahoma"/>
                <a:sym typeface="Tahoma"/>
              </a:defRPr>
            </a:lvl3pPr>
            <a:lvl4pPr marR="0" lvl="3" algn="l" rtl="0">
              <a:spcBef>
                <a:spcPts val="0"/>
              </a:spcBef>
              <a:spcAft>
                <a:spcPts val="0"/>
              </a:spcAft>
              <a:buSzPts val="1400"/>
              <a:buNone/>
              <a:defRPr sz="4400" b="0" i="0" u="none" strike="noStrike" cap="none">
                <a:solidFill>
                  <a:schemeClr val="dk2"/>
                </a:solidFill>
                <a:latin typeface="Tahoma"/>
                <a:ea typeface="Tahoma"/>
                <a:cs typeface="Tahoma"/>
                <a:sym typeface="Tahoma"/>
              </a:defRPr>
            </a:lvl4pPr>
            <a:lvl5pPr marR="0" lvl="4" algn="l" rtl="0">
              <a:spcBef>
                <a:spcPts val="0"/>
              </a:spcBef>
              <a:spcAft>
                <a:spcPts val="0"/>
              </a:spcAft>
              <a:buSzPts val="1400"/>
              <a:buNone/>
              <a:defRPr sz="4400" b="0" i="0" u="none" strike="noStrike" cap="none">
                <a:solidFill>
                  <a:schemeClr val="dk2"/>
                </a:solidFill>
                <a:latin typeface="Tahoma"/>
                <a:ea typeface="Tahoma"/>
                <a:cs typeface="Tahoma"/>
                <a:sym typeface="Tahoma"/>
              </a:defRPr>
            </a:lvl5pPr>
            <a:lvl6pPr marR="0" lvl="5" algn="l" rtl="0">
              <a:spcBef>
                <a:spcPts val="0"/>
              </a:spcBef>
              <a:spcAft>
                <a:spcPts val="0"/>
              </a:spcAft>
              <a:buSzPts val="1400"/>
              <a:buNone/>
              <a:defRPr sz="4400" b="0" i="0" u="none" strike="noStrike" cap="none">
                <a:solidFill>
                  <a:schemeClr val="dk2"/>
                </a:solidFill>
                <a:latin typeface="Tahoma"/>
                <a:ea typeface="Tahoma"/>
                <a:cs typeface="Tahoma"/>
                <a:sym typeface="Tahoma"/>
              </a:defRPr>
            </a:lvl6pPr>
            <a:lvl7pPr marR="0" lvl="6" algn="l" rtl="0">
              <a:spcBef>
                <a:spcPts val="0"/>
              </a:spcBef>
              <a:spcAft>
                <a:spcPts val="0"/>
              </a:spcAft>
              <a:buSzPts val="1400"/>
              <a:buNone/>
              <a:defRPr sz="4400" b="0" i="0" u="none" strike="noStrike" cap="none">
                <a:solidFill>
                  <a:schemeClr val="dk2"/>
                </a:solidFill>
                <a:latin typeface="Tahoma"/>
                <a:ea typeface="Tahoma"/>
                <a:cs typeface="Tahoma"/>
                <a:sym typeface="Tahoma"/>
              </a:defRPr>
            </a:lvl7pPr>
            <a:lvl8pPr marR="0" lvl="7" algn="l" rtl="0">
              <a:spcBef>
                <a:spcPts val="0"/>
              </a:spcBef>
              <a:spcAft>
                <a:spcPts val="0"/>
              </a:spcAft>
              <a:buSzPts val="1400"/>
              <a:buNone/>
              <a:defRPr sz="4400" b="0" i="0" u="none" strike="noStrike" cap="none">
                <a:solidFill>
                  <a:schemeClr val="dk2"/>
                </a:solidFill>
                <a:latin typeface="Tahoma"/>
                <a:ea typeface="Tahoma"/>
                <a:cs typeface="Tahoma"/>
                <a:sym typeface="Tahoma"/>
              </a:defRPr>
            </a:lvl8pPr>
            <a:lvl9pPr marR="0" lvl="8" algn="l" rtl="0">
              <a:spcBef>
                <a:spcPts val="0"/>
              </a:spcBef>
              <a:spcAft>
                <a:spcPts val="0"/>
              </a:spcAft>
              <a:buSzPts val="1400"/>
              <a:buNone/>
              <a:defRPr sz="4400" b="0" i="0" u="none" strike="noStrike" cap="none">
                <a:solidFill>
                  <a:schemeClr val="dk2"/>
                </a:solidFill>
                <a:latin typeface="Tahoma"/>
                <a:ea typeface="Tahoma"/>
                <a:cs typeface="Tahoma"/>
                <a:sym typeface="Tahoma"/>
              </a:defRPr>
            </a:lvl9pPr>
          </a:lstStyle>
          <a:p>
            <a:endParaRPr/>
          </a:p>
        </p:txBody>
      </p:sp>
      <p:sp>
        <p:nvSpPr>
          <p:cNvPr id="373" name="Google Shape;373;p134"/>
          <p:cNvSpPr txBox="1">
            <a:spLocks noGrp="1"/>
          </p:cNvSpPr>
          <p:nvPr>
            <p:ph type="body" idx="1"/>
          </p:nvPr>
        </p:nvSpPr>
        <p:spPr>
          <a:xfrm rot="5400000">
            <a:off x="1697038" y="-812799"/>
            <a:ext cx="5851525" cy="8026400"/>
          </a:xfrm>
          <a:prstGeom prst="rect">
            <a:avLst/>
          </a:prstGeom>
          <a:noFill/>
          <a:ln>
            <a:noFill/>
          </a:ln>
        </p:spPr>
        <p:txBody>
          <a:bodyPr spcFirstLastPara="1" wrap="square" lIns="91425" tIns="45700" rIns="91425" bIns="45700" anchor="t" anchorCtr="0">
            <a:noAutofit/>
          </a:bodyPr>
          <a:lstStyle>
            <a:lvl1pPr marL="457200" marR="0" lvl="0" indent="-350520" algn="l" rtl="0">
              <a:spcBef>
                <a:spcPts val="640"/>
              </a:spcBef>
              <a:spcAft>
                <a:spcPts val="0"/>
              </a:spcAft>
              <a:buClr>
                <a:schemeClr val="folHlink"/>
              </a:buClr>
              <a:buSzPts val="1920"/>
              <a:buFont typeface="Noto Sans Symbols"/>
              <a:buChar char="■"/>
              <a:defRPr sz="3200" b="0" i="0" u="none" strike="noStrike" cap="none">
                <a:solidFill>
                  <a:schemeClr val="dk1"/>
                </a:solidFill>
                <a:latin typeface="Tahoma"/>
                <a:ea typeface="Tahoma"/>
                <a:cs typeface="Tahoma"/>
                <a:sym typeface="Tahoma"/>
              </a:defRPr>
            </a:lvl1pPr>
            <a:lvl2pPr marL="914400" marR="0" lvl="1" indent="-326390" algn="l" rtl="0">
              <a:spcBef>
                <a:spcPts val="560"/>
              </a:spcBef>
              <a:spcAft>
                <a:spcPts val="0"/>
              </a:spcAft>
              <a:buClr>
                <a:schemeClr val="hlink"/>
              </a:buClr>
              <a:buSzPts val="1540"/>
              <a:buFont typeface="Noto Sans Symbols"/>
              <a:buChar char="■"/>
              <a:defRPr sz="2800" b="0" i="0" u="none" strike="noStrike" cap="none">
                <a:solidFill>
                  <a:schemeClr val="dk1"/>
                </a:solidFill>
                <a:latin typeface="Tahoma"/>
                <a:ea typeface="Tahoma"/>
                <a:cs typeface="Tahoma"/>
                <a:sym typeface="Tahoma"/>
              </a:defRPr>
            </a:lvl2pPr>
            <a:lvl3pPr marL="1371600" marR="0" lvl="2" indent="-304800" algn="l" rtl="0">
              <a:spcBef>
                <a:spcPts val="480"/>
              </a:spcBef>
              <a:spcAft>
                <a:spcPts val="0"/>
              </a:spcAft>
              <a:buClr>
                <a:schemeClr val="folHlink"/>
              </a:buClr>
              <a:buSzPts val="1200"/>
              <a:buFont typeface="Noto Sans Symbols"/>
              <a:buChar char="■"/>
              <a:defRPr sz="2400" b="0" i="0" u="none" strike="noStrike" cap="none">
                <a:solidFill>
                  <a:schemeClr val="dk1"/>
                </a:solidFill>
                <a:latin typeface="Tahoma"/>
                <a:ea typeface="Tahoma"/>
                <a:cs typeface="Tahoma"/>
                <a:sym typeface="Tahoma"/>
              </a:defRPr>
            </a:lvl3pPr>
            <a:lvl4pPr marL="1828800" marR="0" lvl="3" indent="-298450" algn="l" rtl="0">
              <a:spcBef>
                <a:spcPts val="400"/>
              </a:spcBef>
              <a:spcAft>
                <a:spcPts val="0"/>
              </a:spcAft>
              <a:buClr>
                <a:schemeClr val="accent2"/>
              </a:buClr>
              <a:buSzPts val="1100"/>
              <a:buFont typeface="Noto Sans Symbols"/>
              <a:buChar char="■"/>
              <a:defRPr sz="2000" b="0" i="0" u="none" strike="noStrike" cap="none">
                <a:solidFill>
                  <a:schemeClr val="dk1"/>
                </a:solidFill>
                <a:latin typeface="Tahoma"/>
                <a:ea typeface="Tahoma"/>
                <a:cs typeface="Tahoma"/>
                <a:sym typeface="Tahoma"/>
              </a:defRPr>
            </a:lvl4pPr>
            <a:lvl5pPr marL="2286000" marR="0" lvl="4" indent="-292100" algn="l" rtl="0">
              <a:spcBef>
                <a:spcPts val="400"/>
              </a:spcBef>
              <a:spcAft>
                <a:spcPts val="0"/>
              </a:spcAft>
              <a:buClr>
                <a:schemeClr val="accent1"/>
              </a:buClr>
              <a:buSzPts val="1000"/>
              <a:buFont typeface="Noto Sans Symbols"/>
              <a:buChar char="■"/>
              <a:defRPr sz="2000" b="0" i="0" u="none" strike="noStrike" cap="none">
                <a:solidFill>
                  <a:schemeClr val="dk1"/>
                </a:solidFill>
                <a:latin typeface="Tahoma"/>
                <a:ea typeface="Tahoma"/>
                <a:cs typeface="Tahoma"/>
                <a:sym typeface="Tahoma"/>
              </a:defRPr>
            </a:lvl5pPr>
            <a:lvl6pPr marL="2743200" marR="0" lvl="5" indent="-292100" algn="l" rtl="0">
              <a:spcBef>
                <a:spcPts val="400"/>
              </a:spcBef>
              <a:spcAft>
                <a:spcPts val="0"/>
              </a:spcAft>
              <a:buClr>
                <a:schemeClr val="accent1"/>
              </a:buClr>
              <a:buSzPts val="1000"/>
              <a:buFont typeface="Noto Sans Symbols"/>
              <a:buChar char="■"/>
              <a:defRPr sz="2000" b="0" i="0" u="none" strike="noStrike" cap="none">
                <a:solidFill>
                  <a:schemeClr val="dk1"/>
                </a:solidFill>
                <a:latin typeface="Tahoma"/>
                <a:ea typeface="Tahoma"/>
                <a:cs typeface="Tahoma"/>
                <a:sym typeface="Tahoma"/>
              </a:defRPr>
            </a:lvl6pPr>
            <a:lvl7pPr marL="3200400" marR="0" lvl="6" indent="-292100" algn="l" rtl="0">
              <a:spcBef>
                <a:spcPts val="400"/>
              </a:spcBef>
              <a:spcAft>
                <a:spcPts val="0"/>
              </a:spcAft>
              <a:buClr>
                <a:schemeClr val="accent1"/>
              </a:buClr>
              <a:buSzPts val="1000"/>
              <a:buFont typeface="Noto Sans Symbols"/>
              <a:buChar char="■"/>
              <a:defRPr sz="2000" b="0" i="0" u="none" strike="noStrike" cap="none">
                <a:solidFill>
                  <a:schemeClr val="dk1"/>
                </a:solidFill>
                <a:latin typeface="Tahoma"/>
                <a:ea typeface="Tahoma"/>
                <a:cs typeface="Tahoma"/>
                <a:sym typeface="Tahoma"/>
              </a:defRPr>
            </a:lvl7pPr>
            <a:lvl8pPr marL="3657600" marR="0" lvl="7" indent="-292100" algn="l" rtl="0">
              <a:spcBef>
                <a:spcPts val="400"/>
              </a:spcBef>
              <a:spcAft>
                <a:spcPts val="0"/>
              </a:spcAft>
              <a:buClr>
                <a:schemeClr val="accent1"/>
              </a:buClr>
              <a:buSzPts val="1000"/>
              <a:buFont typeface="Noto Sans Symbols"/>
              <a:buChar char="■"/>
              <a:defRPr sz="2000" b="0" i="0" u="none" strike="noStrike" cap="none">
                <a:solidFill>
                  <a:schemeClr val="dk1"/>
                </a:solidFill>
                <a:latin typeface="Tahoma"/>
                <a:ea typeface="Tahoma"/>
                <a:cs typeface="Tahoma"/>
                <a:sym typeface="Tahoma"/>
              </a:defRPr>
            </a:lvl8pPr>
            <a:lvl9pPr marL="4114800" marR="0" lvl="8" indent="-292100" algn="l" rtl="0">
              <a:spcBef>
                <a:spcPts val="400"/>
              </a:spcBef>
              <a:spcAft>
                <a:spcPts val="0"/>
              </a:spcAft>
              <a:buClr>
                <a:schemeClr val="accent1"/>
              </a:buClr>
              <a:buSzPts val="1000"/>
              <a:buFont typeface="Noto Sans Symbols"/>
              <a:buChar char="■"/>
              <a:defRPr sz="2000" b="0" i="0" u="none" strike="noStrike" cap="none">
                <a:solidFill>
                  <a:schemeClr val="dk1"/>
                </a:solidFill>
                <a:latin typeface="Tahoma"/>
                <a:ea typeface="Tahoma"/>
                <a:cs typeface="Tahoma"/>
                <a:sym typeface="Tahoma"/>
              </a:defRPr>
            </a:lvl9pPr>
          </a:lstStyle>
          <a:p>
            <a:endParaRPr/>
          </a:p>
        </p:txBody>
      </p:sp>
      <p:sp>
        <p:nvSpPr>
          <p:cNvPr id="374" name="Google Shape;374;p134"/>
          <p:cNvSpPr txBox="1">
            <a:spLocks noGrp="1"/>
          </p:cNvSpPr>
          <p:nvPr>
            <p:ph type="sldNum" idx="12"/>
          </p:nvPr>
        </p:nvSpPr>
        <p:spPr>
          <a:xfrm>
            <a:off x="0" y="6400800"/>
            <a:ext cx="2540000" cy="457200"/>
          </a:xfrm>
          <a:prstGeom prst="rect">
            <a:avLst/>
          </a:prstGeom>
          <a:noFill/>
          <a:ln>
            <a:noFill/>
          </a:ln>
        </p:spPr>
        <p:txBody>
          <a:bodyPr spcFirstLastPara="1" wrap="square" lIns="91425" tIns="45700" rIns="91425" bIns="45700" anchor="b" anchorCtr="0">
            <a:noAutofit/>
          </a:bodyPr>
          <a:lstStyle>
            <a:lvl1pPr marL="0" marR="0" lvl="0" indent="0" algn="l">
              <a:spcBef>
                <a:spcPts val="0"/>
              </a:spcBef>
              <a:buNone/>
              <a:defRPr sz="2000" b="0" i="0" u="none" strike="noStrike" cap="none">
                <a:solidFill>
                  <a:schemeClr val="dk1"/>
                </a:solidFill>
                <a:latin typeface="Arial"/>
                <a:ea typeface="Arial"/>
                <a:cs typeface="Arial"/>
                <a:sym typeface="Arial"/>
              </a:defRPr>
            </a:lvl1pPr>
            <a:lvl2pPr marL="0" marR="0" lvl="1" indent="0" algn="l">
              <a:spcBef>
                <a:spcPts val="0"/>
              </a:spcBef>
              <a:buNone/>
              <a:defRPr sz="2000" b="0" i="0" u="none" strike="noStrike" cap="none">
                <a:solidFill>
                  <a:schemeClr val="dk1"/>
                </a:solidFill>
                <a:latin typeface="Arial"/>
                <a:ea typeface="Arial"/>
                <a:cs typeface="Arial"/>
                <a:sym typeface="Arial"/>
              </a:defRPr>
            </a:lvl2pPr>
            <a:lvl3pPr marL="0" marR="0" lvl="2" indent="0" algn="l">
              <a:spcBef>
                <a:spcPts val="0"/>
              </a:spcBef>
              <a:buNone/>
              <a:defRPr sz="2000" b="0" i="0" u="none" strike="noStrike" cap="none">
                <a:solidFill>
                  <a:schemeClr val="dk1"/>
                </a:solidFill>
                <a:latin typeface="Arial"/>
                <a:ea typeface="Arial"/>
                <a:cs typeface="Arial"/>
                <a:sym typeface="Arial"/>
              </a:defRPr>
            </a:lvl3pPr>
            <a:lvl4pPr marL="0" marR="0" lvl="3" indent="0" algn="l">
              <a:spcBef>
                <a:spcPts val="0"/>
              </a:spcBef>
              <a:buNone/>
              <a:defRPr sz="2000" b="0" i="0" u="none" strike="noStrike" cap="none">
                <a:solidFill>
                  <a:schemeClr val="dk1"/>
                </a:solidFill>
                <a:latin typeface="Arial"/>
                <a:ea typeface="Arial"/>
                <a:cs typeface="Arial"/>
                <a:sym typeface="Arial"/>
              </a:defRPr>
            </a:lvl4pPr>
            <a:lvl5pPr marL="0" marR="0" lvl="4" indent="0" algn="l">
              <a:spcBef>
                <a:spcPts val="0"/>
              </a:spcBef>
              <a:buNone/>
              <a:defRPr sz="2000" b="0" i="0" u="none" strike="noStrike" cap="none">
                <a:solidFill>
                  <a:schemeClr val="dk1"/>
                </a:solidFill>
                <a:latin typeface="Arial"/>
                <a:ea typeface="Arial"/>
                <a:cs typeface="Arial"/>
                <a:sym typeface="Arial"/>
              </a:defRPr>
            </a:lvl5pPr>
            <a:lvl6pPr marL="0" marR="0" lvl="5" indent="0" algn="l">
              <a:spcBef>
                <a:spcPts val="0"/>
              </a:spcBef>
              <a:buNone/>
              <a:defRPr sz="2000" b="0" i="0" u="none" strike="noStrike" cap="none">
                <a:solidFill>
                  <a:schemeClr val="dk1"/>
                </a:solidFill>
                <a:latin typeface="Arial"/>
                <a:ea typeface="Arial"/>
                <a:cs typeface="Arial"/>
                <a:sym typeface="Arial"/>
              </a:defRPr>
            </a:lvl6pPr>
            <a:lvl7pPr marL="0" marR="0" lvl="6" indent="0" algn="l">
              <a:spcBef>
                <a:spcPts val="0"/>
              </a:spcBef>
              <a:buNone/>
              <a:defRPr sz="2000" b="0" i="0" u="none" strike="noStrike" cap="none">
                <a:solidFill>
                  <a:schemeClr val="dk1"/>
                </a:solidFill>
                <a:latin typeface="Arial"/>
                <a:ea typeface="Arial"/>
                <a:cs typeface="Arial"/>
                <a:sym typeface="Arial"/>
              </a:defRPr>
            </a:lvl7pPr>
            <a:lvl8pPr marL="0" marR="0" lvl="7" indent="0" algn="l">
              <a:spcBef>
                <a:spcPts val="0"/>
              </a:spcBef>
              <a:buNone/>
              <a:defRPr sz="2000" b="0" i="0" u="none" strike="noStrike" cap="none">
                <a:solidFill>
                  <a:schemeClr val="dk1"/>
                </a:solidFill>
                <a:latin typeface="Arial"/>
                <a:ea typeface="Arial"/>
                <a:cs typeface="Arial"/>
                <a:sym typeface="Arial"/>
              </a:defRPr>
            </a:lvl8pPr>
            <a:lvl9pPr marL="0" marR="0" lvl="8" indent="0" algn="l">
              <a:spcBef>
                <a:spcPts val="0"/>
              </a:spcBef>
              <a:buNone/>
              <a:defRPr sz="2000" b="0" i="0" u="none" strike="noStrike" cap="none">
                <a:solidFill>
                  <a:schemeClr val="dk1"/>
                </a:solidFill>
                <a:latin typeface="Arial"/>
                <a:ea typeface="Arial"/>
                <a:cs typeface="Arial"/>
                <a:sym typeface="Arial"/>
              </a:defRPr>
            </a:lvl9pPr>
          </a:lstStyle>
          <a:p>
            <a:pPr marL="0" lvl="0" indent="0" algn="l" rtl="0">
              <a:spcBef>
                <a:spcPts val="0"/>
              </a:spcBef>
              <a:spcAft>
                <a:spcPts val="0"/>
              </a:spcAft>
              <a:buNone/>
            </a:pPr>
            <a:r>
              <a:rPr lang="en-US"/>
              <a:t>2.</a:t>
            </a:r>
            <a:fld id="{00000000-1234-1234-1234-123412341234}" type="slidenum">
              <a:rPr lang="en-US"/>
              <a:t>‹#›</a:t>
            </a:fl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Content" type="objOnly">
  <p:cSld name="OBJECT_ONLY">
    <p:spTree>
      <p:nvGrpSpPr>
        <p:cNvPr id="1" name="Shape 375"/>
        <p:cNvGrpSpPr/>
        <p:nvPr/>
      </p:nvGrpSpPr>
      <p:grpSpPr>
        <a:xfrm>
          <a:off x="0" y="0"/>
          <a:ext cx="0" cy="0"/>
          <a:chOff x="0" y="0"/>
          <a:chExt cx="0" cy="0"/>
        </a:xfrm>
      </p:grpSpPr>
      <p:sp>
        <p:nvSpPr>
          <p:cNvPr id="376" name="Google Shape;376;p135"/>
          <p:cNvSpPr txBox="1">
            <a:spLocks noGrp="1"/>
          </p:cNvSpPr>
          <p:nvPr>
            <p:ph type="body" idx="1"/>
          </p:nvPr>
        </p:nvSpPr>
        <p:spPr>
          <a:xfrm>
            <a:off x="609600" y="274639"/>
            <a:ext cx="10972800" cy="5851525"/>
          </a:xfrm>
          <a:prstGeom prst="rect">
            <a:avLst/>
          </a:prstGeom>
          <a:noFill/>
          <a:ln>
            <a:noFill/>
          </a:ln>
        </p:spPr>
        <p:txBody>
          <a:bodyPr spcFirstLastPara="1" wrap="square" lIns="91425" tIns="45700" rIns="91425" bIns="45700" anchor="t" anchorCtr="0">
            <a:noAutofit/>
          </a:bodyPr>
          <a:lstStyle>
            <a:lvl1pPr marL="457200" marR="0" lvl="0" indent="-350520" algn="l" rtl="0">
              <a:spcBef>
                <a:spcPts val="640"/>
              </a:spcBef>
              <a:spcAft>
                <a:spcPts val="0"/>
              </a:spcAft>
              <a:buClr>
                <a:schemeClr val="folHlink"/>
              </a:buClr>
              <a:buSzPts val="1920"/>
              <a:buFont typeface="Noto Sans Symbols"/>
              <a:buChar char="■"/>
              <a:defRPr sz="3200" b="0" i="0" u="none" strike="noStrike" cap="none">
                <a:solidFill>
                  <a:schemeClr val="dk1"/>
                </a:solidFill>
                <a:latin typeface="Tahoma"/>
                <a:ea typeface="Tahoma"/>
                <a:cs typeface="Tahoma"/>
                <a:sym typeface="Tahoma"/>
              </a:defRPr>
            </a:lvl1pPr>
            <a:lvl2pPr marL="914400" marR="0" lvl="1" indent="-326390" algn="l" rtl="0">
              <a:spcBef>
                <a:spcPts val="560"/>
              </a:spcBef>
              <a:spcAft>
                <a:spcPts val="0"/>
              </a:spcAft>
              <a:buClr>
                <a:schemeClr val="hlink"/>
              </a:buClr>
              <a:buSzPts val="1540"/>
              <a:buFont typeface="Noto Sans Symbols"/>
              <a:buChar char="■"/>
              <a:defRPr sz="2800" b="0" i="0" u="none" strike="noStrike" cap="none">
                <a:solidFill>
                  <a:schemeClr val="dk1"/>
                </a:solidFill>
                <a:latin typeface="Tahoma"/>
                <a:ea typeface="Tahoma"/>
                <a:cs typeface="Tahoma"/>
                <a:sym typeface="Tahoma"/>
              </a:defRPr>
            </a:lvl2pPr>
            <a:lvl3pPr marL="1371600" marR="0" lvl="2" indent="-304800" algn="l" rtl="0">
              <a:spcBef>
                <a:spcPts val="480"/>
              </a:spcBef>
              <a:spcAft>
                <a:spcPts val="0"/>
              </a:spcAft>
              <a:buClr>
                <a:schemeClr val="folHlink"/>
              </a:buClr>
              <a:buSzPts val="1200"/>
              <a:buFont typeface="Noto Sans Symbols"/>
              <a:buChar char="■"/>
              <a:defRPr sz="2400" b="0" i="0" u="none" strike="noStrike" cap="none">
                <a:solidFill>
                  <a:schemeClr val="dk1"/>
                </a:solidFill>
                <a:latin typeface="Tahoma"/>
                <a:ea typeface="Tahoma"/>
                <a:cs typeface="Tahoma"/>
                <a:sym typeface="Tahoma"/>
              </a:defRPr>
            </a:lvl3pPr>
            <a:lvl4pPr marL="1828800" marR="0" lvl="3" indent="-298450" algn="l" rtl="0">
              <a:spcBef>
                <a:spcPts val="400"/>
              </a:spcBef>
              <a:spcAft>
                <a:spcPts val="0"/>
              </a:spcAft>
              <a:buClr>
                <a:schemeClr val="accent2"/>
              </a:buClr>
              <a:buSzPts val="1100"/>
              <a:buFont typeface="Noto Sans Symbols"/>
              <a:buChar char="■"/>
              <a:defRPr sz="2000" b="0" i="0" u="none" strike="noStrike" cap="none">
                <a:solidFill>
                  <a:schemeClr val="dk1"/>
                </a:solidFill>
                <a:latin typeface="Tahoma"/>
                <a:ea typeface="Tahoma"/>
                <a:cs typeface="Tahoma"/>
                <a:sym typeface="Tahoma"/>
              </a:defRPr>
            </a:lvl4pPr>
            <a:lvl5pPr marL="2286000" marR="0" lvl="4" indent="-292100" algn="l" rtl="0">
              <a:spcBef>
                <a:spcPts val="400"/>
              </a:spcBef>
              <a:spcAft>
                <a:spcPts val="0"/>
              </a:spcAft>
              <a:buClr>
                <a:schemeClr val="accent1"/>
              </a:buClr>
              <a:buSzPts val="1000"/>
              <a:buFont typeface="Noto Sans Symbols"/>
              <a:buChar char="■"/>
              <a:defRPr sz="2000" b="0" i="0" u="none" strike="noStrike" cap="none">
                <a:solidFill>
                  <a:schemeClr val="dk1"/>
                </a:solidFill>
                <a:latin typeface="Tahoma"/>
                <a:ea typeface="Tahoma"/>
                <a:cs typeface="Tahoma"/>
                <a:sym typeface="Tahoma"/>
              </a:defRPr>
            </a:lvl5pPr>
            <a:lvl6pPr marL="2743200" marR="0" lvl="5" indent="-292100" algn="l" rtl="0">
              <a:spcBef>
                <a:spcPts val="400"/>
              </a:spcBef>
              <a:spcAft>
                <a:spcPts val="0"/>
              </a:spcAft>
              <a:buClr>
                <a:schemeClr val="accent1"/>
              </a:buClr>
              <a:buSzPts val="1000"/>
              <a:buFont typeface="Noto Sans Symbols"/>
              <a:buChar char="■"/>
              <a:defRPr sz="2000" b="0" i="0" u="none" strike="noStrike" cap="none">
                <a:solidFill>
                  <a:schemeClr val="dk1"/>
                </a:solidFill>
                <a:latin typeface="Tahoma"/>
                <a:ea typeface="Tahoma"/>
                <a:cs typeface="Tahoma"/>
                <a:sym typeface="Tahoma"/>
              </a:defRPr>
            </a:lvl6pPr>
            <a:lvl7pPr marL="3200400" marR="0" lvl="6" indent="-292100" algn="l" rtl="0">
              <a:spcBef>
                <a:spcPts val="400"/>
              </a:spcBef>
              <a:spcAft>
                <a:spcPts val="0"/>
              </a:spcAft>
              <a:buClr>
                <a:schemeClr val="accent1"/>
              </a:buClr>
              <a:buSzPts val="1000"/>
              <a:buFont typeface="Noto Sans Symbols"/>
              <a:buChar char="■"/>
              <a:defRPr sz="2000" b="0" i="0" u="none" strike="noStrike" cap="none">
                <a:solidFill>
                  <a:schemeClr val="dk1"/>
                </a:solidFill>
                <a:latin typeface="Tahoma"/>
                <a:ea typeface="Tahoma"/>
                <a:cs typeface="Tahoma"/>
                <a:sym typeface="Tahoma"/>
              </a:defRPr>
            </a:lvl7pPr>
            <a:lvl8pPr marL="3657600" marR="0" lvl="7" indent="-292100" algn="l" rtl="0">
              <a:spcBef>
                <a:spcPts val="400"/>
              </a:spcBef>
              <a:spcAft>
                <a:spcPts val="0"/>
              </a:spcAft>
              <a:buClr>
                <a:schemeClr val="accent1"/>
              </a:buClr>
              <a:buSzPts val="1000"/>
              <a:buFont typeface="Noto Sans Symbols"/>
              <a:buChar char="■"/>
              <a:defRPr sz="2000" b="0" i="0" u="none" strike="noStrike" cap="none">
                <a:solidFill>
                  <a:schemeClr val="dk1"/>
                </a:solidFill>
                <a:latin typeface="Tahoma"/>
                <a:ea typeface="Tahoma"/>
                <a:cs typeface="Tahoma"/>
                <a:sym typeface="Tahoma"/>
              </a:defRPr>
            </a:lvl8pPr>
            <a:lvl9pPr marL="4114800" marR="0" lvl="8" indent="-292100" algn="l" rtl="0">
              <a:spcBef>
                <a:spcPts val="400"/>
              </a:spcBef>
              <a:spcAft>
                <a:spcPts val="0"/>
              </a:spcAft>
              <a:buClr>
                <a:schemeClr val="accent1"/>
              </a:buClr>
              <a:buSzPts val="1000"/>
              <a:buFont typeface="Noto Sans Symbols"/>
              <a:buChar char="■"/>
              <a:defRPr sz="2000" b="0" i="0" u="none" strike="noStrike" cap="none">
                <a:solidFill>
                  <a:schemeClr val="dk1"/>
                </a:solidFill>
                <a:latin typeface="Tahoma"/>
                <a:ea typeface="Tahoma"/>
                <a:cs typeface="Tahoma"/>
                <a:sym typeface="Tahoma"/>
              </a:defRPr>
            </a:lvl9pPr>
          </a:lstStyle>
          <a:p>
            <a:endParaRPr/>
          </a:p>
        </p:txBody>
      </p:sp>
      <p:sp>
        <p:nvSpPr>
          <p:cNvPr id="377" name="Google Shape;377;p135"/>
          <p:cNvSpPr txBox="1">
            <a:spLocks noGrp="1"/>
          </p:cNvSpPr>
          <p:nvPr>
            <p:ph type="sldNum" idx="12"/>
          </p:nvPr>
        </p:nvSpPr>
        <p:spPr>
          <a:xfrm>
            <a:off x="0" y="6400800"/>
            <a:ext cx="2540000" cy="457200"/>
          </a:xfrm>
          <a:prstGeom prst="rect">
            <a:avLst/>
          </a:prstGeom>
          <a:noFill/>
          <a:ln>
            <a:noFill/>
          </a:ln>
        </p:spPr>
        <p:txBody>
          <a:bodyPr spcFirstLastPara="1" wrap="square" lIns="91425" tIns="45700" rIns="91425" bIns="45700" anchor="b" anchorCtr="0">
            <a:noAutofit/>
          </a:bodyPr>
          <a:lstStyle>
            <a:lvl1pPr marL="0" marR="0" lvl="0" indent="0" algn="l">
              <a:spcBef>
                <a:spcPts val="0"/>
              </a:spcBef>
              <a:buNone/>
              <a:defRPr sz="2000" b="0" i="0" u="none" strike="noStrike" cap="none">
                <a:solidFill>
                  <a:schemeClr val="dk1"/>
                </a:solidFill>
                <a:latin typeface="Arial"/>
                <a:ea typeface="Arial"/>
                <a:cs typeface="Arial"/>
                <a:sym typeface="Arial"/>
              </a:defRPr>
            </a:lvl1pPr>
            <a:lvl2pPr marL="0" marR="0" lvl="1" indent="0" algn="l">
              <a:spcBef>
                <a:spcPts val="0"/>
              </a:spcBef>
              <a:buNone/>
              <a:defRPr sz="2000" b="0" i="0" u="none" strike="noStrike" cap="none">
                <a:solidFill>
                  <a:schemeClr val="dk1"/>
                </a:solidFill>
                <a:latin typeface="Arial"/>
                <a:ea typeface="Arial"/>
                <a:cs typeface="Arial"/>
                <a:sym typeface="Arial"/>
              </a:defRPr>
            </a:lvl2pPr>
            <a:lvl3pPr marL="0" marR="0" lvl="2" indent="0" algn="l">
              <a:spcBef>
                <a:spcPts val="0"/>
              </a:spcBef>
              <a:buNone/>
              <a:defRPr sz="2000" b="0" i="0" u="none" strike="noStrike" cap="none">
                <a:solidFill>
                  <a:schemeClr val="dk1"/>
                </a:solidFill>
                <a:latin typeface="Arial"/>
                <a:ea typeface="Arial"/>
                <a:cs typeface="Arial"/>
                <a:sym typeface="Arial"/>
              </a:defRPr>
            </a:lvl3pPr>
            <a:lvl4pPr marL="0" marR="0" lvl="3" indent="0" algn="l">
              <a:spcBef>
                <a:spcPts val="0"/>
              </a:spcBef>
              <a:buNone/>
              <a:defRPr sz="2000" b="0" i="0" u="none" strike="noStrike" cap="none">
                <a:solidFill>
                  <a:schemeClr val="dk1"/>
                </a:solidFill>
                <a:latin typeface="Arial"/>
                <a:ea typeface="Arial"/>
                <a:cs typeface="Arial"/>
                <a:sym typeface="Arial"/>
              </a:defRPr>
            </a:lvl4pPr>
            <a:lvl5pPr marL="0" marR="0" lvl="4" indent="0" algn="l">
              <a:spcBef>
                <a:spcPts val="0"/>
              </a:spcBef>
              <a:buNone/>
              <a:defRPr sz="2000" b="0" i="0" u="none" strike="noStrike" cap="none">
                <a:solidFill>
                  <a:schemeClr val="dk1"/>
                </a:solidFill>
                <a:latin typeface="Arial"/>
                <a:ea typeface="Arial"/>
                <a:cs typeface="Arial"/>
                <a:sym typeface="Arial"/>
              </a:defRPr>
            </a:lvl5pPr>
            <a:lvl6pPr marL="0" marR="0" lvl="5" indent="0" algn="l">
              <a:spcBef>
                <a:spcPts val="0"/>
              </a:spcBef>
              <a:buNone/>
              <a:defRPr sz="2000" b="0" i="0" u="none" strike="noStrike" cap="none">
                <a:solidFill>
                  <a:schemeClr val="dk1"/>
                </a:solidFill>
                <a:latin typeface="Arial"/>
                <a:ea typeface="Arial"/>
                <a:cs typeface="Arial"/>
                <a:sym typeface="Arial"/>
              </a:defRPr>
            </a:lvl6pPr>
            <a:lvl7pPr marL="0" marR="0" lvl="6" indent="0" algn="l">
              <a:spcBef>
                <a:spcPts val="0"/>
              </a:spcBef>
              <a:buNone/>
              <a:defRPr sz="2000" b="0" i="0" u="none" strike="noStrike" cap="none">
                <a:solidFill>
                  <a:schemeClr val="dk1"/>
                </a:solidFill>
                <a:latin typeface="Arial"/>
                <a:ea typeface="Arial"/>
                <a:cs typeface="Arial"/>
                <a:sym typeface="Arial"/>
              </a:defRPr>
            </a:lvl7pPr>
            <a:lvl8pPr marL="0" marR="0" lvl="7" indent="0" algn="l">
              <a:spcBef>
                <a:spcPts val="0"/>
              </a:spcBef>
              <a:buNone/>
              <a:defRPr sz="2000" b="0" i="0" u="none" strike="noStrike" cap="none">
                <a:solidFill>
                  <a:schemeClr val="dk1"/>
                </a:solidFill>
                <a:latin typeface="Arial"/>
                <a:ea typeface="Arial"/>
                <a:cs typeface="Arial"/>
                <a:sym typeface="Arial"/>
              </a:defRPr>
            </a:lvl8pPr>
            <a:lvl9pPr marL="0" marR="0" lvl="8" indent="0" algn="l">
              <a:spcBef>
                <a:spcPts val="0"/>
              </a:spcBef>
              <a:buNone/>
              <a:defRPr sz="2000" b="0" i="0" u="none" strike="noStrike" cap="none">
                <a:solidFill>
                  <a:schemeClr val="dk1"/>
                </a:solidFill>
                <a:latin typeface="Arial"/>
                <a:ea typeface="Arial"/>
                <a:cs typeface="Arial"/>
                <a:sym typeface="Arial"/>
              </a:defRPr>
            </a:lvl9pPr>
          </a:lstStyle>
          <a:p>
            <a:pPr marL="0" lvl="0" indent="0" algn="l" rtl="0">
              <a:spcBef>
                <a:spcPts val="0"/>
              </a:spcBef>
              <a:spcAft>
                <a:spcPts val="0"/>
              </a:spcAft>
              <a:buNone/>
            </a:pPr>
            <a:r>
              <a:rPr lang="en-US"/>
              <a:t>2.</a:t>
            </a: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6.xml"/><Relationship Id="rId13" Type="http://schemas.openxmlformats.org/officeDocument/2006/relationships/theme" Target="../theme/theme2.xml"/><Relationship Id="rId3" Type="http://schemas.openxmlformats.org/officeDocument/2006/relationships/slideLayout" Target="../slideLayouts/slideLayout21.xml"/><Relationship Id="rId7" Type="http://schemas.openxmlformats.org/officeDocument/2006/relationships/slideLayout" Target="../slideLayouts/slideLayout25.xml"/><Relationship Id="rId12" Type="http://schemas.openxmlformats.org/officeDocument/2006/relationships/slideLayout" Target="../slideLayouts/slideLayout30.xml"/><Relationship Id="rId2" Type="http://schemas.openxmlformats.org/officeDocument/2006/relationships/slideLayout" Target="../slideLayouts/slideLayout20.xml"/><Relationship Id="rId1" Type="http://schemas.openxmlformats.org/officeDocument/2006/relationships/slideLayout" Target="../slideLayouts/slideLayout19.xml"/><Relationship Id="rId6" Type="http://schemas.openxmlformats.org/officeDocument/2006/relationships/slideLayout" Target="../slideLayouts/slideLayout24.xml"/><Relationship Id="rId11" Type="http://schemas.openxmlformats.org/officeDocument/2006/relationships/slideLayout" Target="../slideLayouts/slideLayout29.xml"/><Relationship Id="rId5" Type="http://schemas.openxmlformats.org/officeDocument/2006/relationships/slideLayout" Target="../slideLayouts/slideLayout23.xml"/><Relationship Id="rId10" Type="http://schemas.openxmlformats.org/officeDocument/2006/relationships/slideLayout" Target="../slideLayouts/slideLayout28.xml"/><Relationship Id="rId4" Type="http://schemas.openxmlformats.org/officeDocument/2006/relationships/slideLayout" Target="../slideLayouts/slideLayout22.xml"/><Relationship Id="rId9"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04"/>
          <p:cNvSpPr txBox="1">
            <a:spLocks noGrp="1"/>
          </p:cNvSpPr>
          <p:nvPr>
            <p:ph type="title"/>
          </p:nvPr>
        </p:nvSpPr>
        <p:spPr>
          <a:xfrm>
            <a:off x="838200" y="365125"/>
            <a:ext cx="108204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Trebuchet MS"/>
              <a:buNone/>
              <a:defRPr sz="4400" b="0" i="0" u="none" strike="noStrike" cap="none">
                <a:solidFill>
                  <a:schemeClr val="dk1"/>
                </a:solidFill>
                <a:latin typeface="Trebuchet MS"/>
                <a:ea typeface="Trebuchet MS"/>
                <a:cs typeface="Trebuchet MS"/>
                <a:sym typeface="Trebuchet MS"/>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104"/>
          <p:cNvSpPr txBox="1">
            <a:spLocks noGrp="1"/>
          </p:cNvSpPr>
          <p:nvPr>
            <p:ph type="body" idx="1"/>
          </p:nvPr>
        </p:nvSpPr>
        <p:spPr>
          <a:xfrm>
            <a:off x="838200" y="1825625"/>
            <a:ext cx="108204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accent2"/>
              </a:buClr>
              <a:buSzPts val="2800"/>
              <a:buFont typeface="Arial"/>
              <a:buChar char="•"/>
              <a:defRPr sz="2800" b="0" i="0" u="none" strike="noStrike" cap="none">
                <a:solidFill>
                  <a:schemeClr val="dk1"/>
                </a:solidFill>
                <a:latin typeface="Arial"/>
                <a:ea typeface="Arial"/>
                <a:cs typeface="Arial"/>
                <a:sym typeface="Arial"/>
              </a:defRPr>
            </a:lvl1pPr>
            <a:lvl2pPr marL="914400" marR="0" lvl="1" indent="-381000" algn="l" rtl="0">
              <a:lnSpc>
                <a:spcPct val="90000"/>
              </a:lnSpc>
              <a:spcBef>
                <a:spcPts val="500"/>
              </a:spcBef>
              <a:spcAft>
                <a:spcPts val="0"/>
              </a:spcAft>
              <a:buClr>
                <a:schemeClr val="accent2"/>
              </a:buClr>
              <a:buSzPts val="2400"/>
              <a:buFont typeface="Arial"/>
              <a:buChar char="•"/>
              <a:defRPr sz="2400" b="0" i="0" u="none" strike="noStrike" cap="none">
                <a:solidFill>
                  <a:schemeClr val="dk1"/>
                </a:solidFill>
                <a:latin typeface="Arial"/>
                <a:ea typeface="Arial"/>
                <a:cs typeface="Arial"/>
                <a:sym typeface="Arial"/>
              </a:defRPr>
            </a:lvl2pPr>
            <a:lvl3pPr marL="1371600" marR="0" lvl="2" indent="-355600" algn="l" rtl="0">
              <a:lnSpc>
                <a:spcPct val="90000"/>
              </a:lnSpc>
              <a:spcBef>
                <a:spcPts val="500"/>
              </a:spcBef>
              <a:spcAft>
                <a:spcPts val="0"/>
              </a:spcAft>
              <a:buClr>
                <a:schemeClr val="accent2"/>
              </a:buClr>
              <a:buSzPts val="2000"/>
              <a:buFont typeface="Arial"/>
              <a:buChar char="•"/>
              <a:defRPr sz="20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accent2"/>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accent2"/>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12" name="Google Shape;12;p104"/>
          <p:cNvSpPr txBox="1">
            <a:spLocks noGrp="1"/>
          </p:cNvSpPr>
          <p:nvPr>
            <p:ph type="sldNum" idx="12"/>
          </p:nvPr>
        </p:nvSpPr>
        <p:spPr>
          <a:xfrm>
            <a:off x="11112500" y="6356350"/>
            <a:ext cx="6604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Arial"/>
                <a:ea typeface="Arial"/>
                <a:cs typeface="Arial"/>
                <a:sym typeface="Arial"/>
              </a:defRPr>
            </a:lvl1pPr>
            <a:lvl2pPr marL="0" marR="0" lvl="1" indent="0" algn="r" rtl="0">
              <a:spcBef>
                <a:spcPts val="0"/>
              </a:spcBef>
              <a:buNone/>
              <a:defRPr sz="1200" b="0" i="0" u="none" strike="noStrike" cap="none">
                <a:solidFill>
                  <a:srgbClr val="888888"/>
                </a:solidFill>
                <a:latin typeface="Arial"/>
                <a:ea typeface="Arial"/>
                <a:cs typeface="Arial"/>
                <a:sym typeface="Arial"/>
              </a:defRPr>
            </a:lvl2pPr>
            <a:lvl3pPr marL="0" marR="0" lvl="2" indent="0" algn="r" rtl="0">
              <a:spcBef>
                <a:spcPts val="0"/>
              </a:spcBef>
              <a:buNone/>
              <a:defRPr sz="1200" b="0" i="0" u="none" strike="noStrike" cap="none">
                <a:solidFill>
                  <a:srgbClr val="888888"/>
                </a:solidFill>
                <a:latin typeface="Arial"/>
                <a:ea typeface="Arial"/>
                <a:cs typeface="Arial"/>
                <a:sym typeface="Arial"/>
              </a:defRPr>
            </a:lvl3pPr>
            <a:lvl4pPr marL="0" marR="0" lvl="3" indent="0" algn="r" rtl="0">
              <a:spcBef>
                <a:spcPts val="0"/>
              </a:spcBef>
              <a:buNone/>
              <a:defRPr sz="1200" b="0" i="0" u="none" strike="noStrike" cap="none">
                <a:solidFill>
                  <a:srgbClr val="888888"/>
                </a:solidFill>
                <a:latin typeface="Arial"/>
                <a:ea typeface="Arial"/>
                <a:cs typeface="Arial"/>
                <a:sym typeface="Arial"/>
              </a:defRPr>
            </a:lvl4pPr>
            <a:lvl5pPr marL="0" marR="0" lvl="4" indent="0" algn="r" rtl="0">
              <a:spcBef>
                <a:spcPts val="0"/>
              </a:spcBef>
              <a:buNone/>
              <a:defRPr sz="1200" b="0" i="0" u="none" strike="noStrike" cap="none">
                <a:solidFill>
                  <a:srgbClr val="888888"/>
                </a:solidFill>
                <a:latin typeface="Arial"/>
                <a:ea typeface="Arial"/>
                <a:cs typeface="Arial"/>
                <a:sym typeface="Arial"/>
              </a:defRPr>
            </a:lvl5pPr>
            <a:lvl6pPr marL="0" marR="0" lvl="5" indent="0" algn="r" rtl="0">
              <a:spcBef>
                <a:spcPts val="0"/>
              </a:spcBef>
              <a:buNone/>
              <a:defRPr sz="1200" b="0" i="0" u="none" strike="noStrike" cap="none">
                <a:solidFill>
                  <a:srgbClr val="888888"/>
                </a:solidFill>
                <a:latin typeface="Arial"/>
                <a:ea typeface="Arial"/>
                <a:cs typeface="Arial"/>
                <a:sym typeface="Arial"/>
              </a:defRPr>
            </a:lvl6pPr>
            <a:lvl7pPr marL="0" marR="0" lvl="6" indent="0" algn="r" rtl="0">
              <a:spcBef>
                <a:spcPts val="0"/>
              </a:spcBef>
              <a:buNone/>
              <a:defRPr sz="1200" b="0" i="0" u="none" strike="noStrike" cap="none">
                <a:solidFill>
                  <a:srgbClr val="888888"/>
                </a:solidFill>
                <a:latin typeface="Arial"/>
                <a:ea typeface="Arial"/>
                <a:cs typeface="Arial"/>
                <a:sym typeface="Arial"/>
              </a:defRPr>
            </a:lvl7pPr>
            <a:lvl8pPr marL="0" marR="0" lvl="7" indent="0" algn="r" rtl="0">
              <a:spcBef>
                <a:spcPts val="0"/>
              </a:spcBef>
              <a:buNone/>
              <a:defRPr sz="1200" b="0" i="0" u="none" strike="noStrike" cap="none">
                <a:solidFill>
                  <a:srgbClr val="888888"/>
                </a:solidFill>
                <a:latin typeface="Arial"/>
                <a:ea typeface="Arial"/>
                <a:cs typeface="Arial"/>
                <a:sym typeface="Arial"/>
              </a:defRPr>
            </a:lvl8pPr>
            <a:lvl9pPr marL="0" marR="0" lvl="8" indent="0" algn="r" rtl="0">
              <a:spcBef>
                <a:spcPts val="0"/>
              </a:spcBef>
              <a:buNone/>
              <a:defRPr sz="12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
        <p:nvSpPr>
          <p:cNvPr id="13" name="Google Shape;13;p104"/>
          <p:cNvSpPr/>
          <p:nvPr/>
        </p:nvSpPr>
        <p:spPr>
          <a:xfrm>
            <a:off x="0" y="1"/>
            <a:ext cx="12192000" cy="6857999"/>
          </a:xfrm>
          <a:prstGeom prst="rect">
            <a:avLst/>
          </a:prstGeom>
          <a:solidFill>
            <a:srgbClr val="289BA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14" name="Google Shape;14;p104"/>
          <p:cNvSpPr/>
          <p:nvPr/>
        </p:nvSpPr>
        <p:spPr>
          <a:xfrm>
            <a:off x="0" y="1"/>
            <a:ext cx="12192001" cy="6857999"/>
          </a:xfrm>
          <a:custGeom>
            <a:avLst/>
            <a:gdLst/>
            <a:ahLst/>
            <a:cxnLst/>
            <a:rect l="l" t="t" r="r" b="b"/>
            <a:pathLst>
              <a:path w="12192001" h="6884191" extrusionOk="0">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3725"/>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15" name="Google Shape;15;p104"/>
          <p:cNvSpPr/>
          <p:nvPr/>
        </p:nvSpPr>
        <p:spPr>
          <a:xfrm rot="5400000" flipH="1">
            <a:off x="2964809" y="-2364446"/>
            <a:ext cx="6862744" cy="11591639"/>
          </a:xfrm>
          <a:custGeom>
            <a:avLst/>
            <a:gdLst/>
            <a:ahLst/>
            <a:cxnLst/>
            <a:rect l="l" t="t" r="r" b="b"/>
            <a:pathLst>
              <a:path w="6862744" h="11591639" extrusionOk="0">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solidFill>
            <a:srgbClr val="289BA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16" name="Google Shape;16;p104"/>
          <p:cNvSpPr/>
          <p:nvPr/>
        </p:nvSpPr>
        <p:spPr>
          <a:xfrm rot="5400000" flipH="1">
            <a:off x="2664629" y="-2669372"/>
            <a:ext cx="6862744" cy="12192000"/>
          </a:xfrm>
          <a:custGeom>
            <a:avLst/>
            <a:gdLst/>
            <a:ahLst/>
            <a:cxnLst/>
            <a:rect l="l" t="t" r="r" b="b"/>
            <a:pathLst>
              <a:path w="6849744" h="12192000" extrusionOk="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rgbClr val="1B677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17" name="Google Shape;17;p104"/>
          <p:cNvSpPr/>
          <p:nvPr/>
        </p:nvSpPr>
        <p:spPr>
          <a:xfrm rot="5400000" flipH="1">
            <a:off x="2664629" y="-2669372"/>
            <a:ext cx="6862744" cy="12192000"/>
          </a:xfrm>
          <a:custGeom>
            <a:avLst/>
            <a:gdLst/>
            <a:ahLst/>
            <a:cxnLst/>
            <a:rect l="l" t="t" r="r" b="b"/>
            <a:pathLst>
              <a:path w="6849744" h="12192000" extrusionOk="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rgbClr val="003252">
              <a:alpha val="89803"/>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18" name="Google Shape;18;p104"/>
          <p:cNvSpPr txBox="1"/>
          <p:nvPr/>
        </p:nvSpPr>
        <p:spPr>
          <a:xfrm>
            <a:off x="444500" y="542925"/>
            <a:ext cx="11214100" cy="535531"/>
          </a:xfrm>
          <a:prstGeom prst="rect">
            <a:avLst/>
          </a:prstGeom>
          <a:noFill/>
          <a:ln>
            <a:noFill/>
          </a:ln>
        </p:spPr>
        <p:txBody>
          <a:bodyPr spcFirstLastPara="1" wrap="square" lIns="91425" tIns="45700" rIns="91425" bIns="45700" anchor="t" anchorCtr="0">
            <a:spAutoFit/>
          </a:bodyPr>
          <a:lstStyle/>
          <a:p>
            <a:pPr marL="0" marR="0" lvl="0" indent="0" algn="l" rtl="0">
              <a:lnSpc>
                <a:spcPct val="90000"/>
              </a:lnSpc>
              <a:spcBef>
                <a:spcPts val="0"/>
              </a:spcBef>
              <a:spcAft>
                <a:spcPts val="0"/>
              </a:spcAft>
              <a:buClr>
                <a:schemeClr val="lt1"/>
              </a:buClr>
              <a:buSzPts val="3200"/>
              <a:buFont typeface="Trebuchet MS"/>
              <a:buNone/>
            </a:pPr>
            <a:r>
              <a:rPr lang="en-US" sz="3200" b="1" i="0" u="none" strike="noStrike" cap="none">
                <a:solidFill>
                  <a:schemeClr val="lt1"/>
                </a:solidFill>
                <a:latin typeface="Trebuchet MS"/>
                <a:ea typeface="Trebuchet MS"/>
                <a:cs typeface="Trebuchet MS"/>
                <a:sym typeface="Trebuchet MS"/>
              </a:rPr>
              <a:t>Click to edit Master title style</a:t>
            </a:r>
            <a:endParaRPr/>
          </a:p>
        </p:txBody>
      </p:sp>
      <p:grpSp>
        <p:nvGrpSpPr>
          <p:cNvPr id="19" name="Google Shape;19;p104"/>
          <p:cNvGrpSpPr/>
          <p:nvPr/>
        </p:nvGrpSpPr>
        <p:grpSpPr>
          <a:xfrm rot="-5400000">
            <a:off x="390304" y="-431739"/>
            <a:ext cx="757355" cy="863476"/>
            <a:chOff x="10431417" y="6819549"/>
            <a:chExt cx="3512798" cy="4005019"/>
          </a:xfrm>
        </p:grpSpPr>
        <p:sp>
          <p:nvSpPr>
            <p:cNvPr id="20" name="Google Shape;20;p104"/>
            <p:cNvSpPr/>
            <p:nvPr/>
          </p:nvSpPr>
          <p:spPr>
            <a:xfrm rot="2700000">
              <a:off x="10945855" y="7826207"/>
              <a:ext cx="2483923" cy="2483924"/>
            </a:xfrm>
            <a:custGeom>
              <a:avLst/>
              <a:gdLst/>
              <a:ahLst/>
              <a:cxnLst/>
              <a:rect l="l" t="t" r="r" b="b"/>
              <a:pathLst>
                <a:path w="754341" h="754341" extrusionOk="0">
                  <a:moveTo>
                    <a:pt x="754341" y="754341"/>
                  </a:moveTo>
                  <a:lnTo>
                    <a:pt x="0" y="754341"/>
                  </a:lnTo>
                  <a:lnTo>
                    <a:pt x="0" y="0"/>
                  </a:lnTo>
                  <a:close/>
                </a:path>
              </a:pathLst>
            </a:custGeom>
            <a:solidFill>
              <a:srgbClr val="00325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21" name="Google Shape;21;p104"/>
            <p:cNvSpPr/>
            <p:nvPr/>
          </p:nvSpPr>
          <p:spPr>
            <a:xfrm rot="8100000" flipH="1">
              <a:off x="10986797" y="7317026"/>
              <a:ext cx="2402031" cy="2402032"/>
            </a:xfrm>
            <a:custGeom>
              <a:avLst/>
              <a:gdLst/>
              <a:ahLst/>
              <a:cxnLst/>
              <a:rect l="l" t="t" r="r" b="b"/>
              <a:pathLst>
                <a:path w="754341" h="754341" extrusionOk="0">
                  <a:moveTo>
                    <a:pt x="754341" y="754341"/>
                  </a:moveTo>
                  <a:lnTo>
                    <a:pt x="0" y="754341"/>
                  </a:lnTo>
                  <a:lnTo>
                    <a:pt x="0" y="0"/>
                  </a:lnTo>
                  <a:close/>
                </a:path>
              </a:pathLst>
            </a:custGeom>
            <a:solidFill>
              <a:srgbClr val="1B677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grpSp>
      <p:grpSp>
        <p:nvGrpSpPr>
          <p:cNvPr id="22" name="Google Shape;22;p104"/>
          <p:cNvGrpSpPr/>
          <p:nvPr/>
        </p:nvGrpSpPr>
        <p:grpSpPr>
          <a:xfrm>
            <a:off x="-1" y="1357409"/>
            <a:ext cx="12192001" cy="4846320"/>
            <a:chOff x="-1" y="1357409"/>
            <a:chExt cx="12192001" cy="4917518"/>
          </a:xfrm>
        </p:grpSpPr>
        <p:sp>
          <p:nvSpPr>
            <p:cNvPr id="23" name="Google Shape;23;p104"/>
            <p:cNvSpPr/>
            <p:nvPr/>
          </p:nvSpPr>
          <p:spPr>
            <a:xfrm rot="10800000" flipH="1">
              <a:off x="-1" y="1357409"/>
              <a:ext cx="12192000" cy="4917518"/>
            </a:xfrm>
            <a:prstGeom prst="snip1Rect">
              <a:avLst>
                <a:gd name="adj" fmla="val 0"/>
              </a:avLst>
            </a:prstGeom>
            <a:solidFill>
              <a:srgbClr val="1B677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24" name="Google Shape;24;p104"/>
            <p:cNvSpPr/>
            <p:nvPr/>
          </p:nvSpPr>
          <p:spPr>
            <a:xfrm rot="10800000" flipH="1">
              <a:off x="-1" y="1357409"/>
              <a:ext cx="12192001" cy="4917518"/>
            </a:xfrm>
            <a:prstGeom prst="snip1Rect">
              <a:avLst>
                <a:gd name="adj" fmla="val 19670"/>
              </a:avLst>
            </a:prstGeom>
            <a:solidFill>
              <a:srgbClr val="00325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grpSp>
      <p:sp>
        <p:nvSpPr>
          <p:cNvPr id="25" name="Google Shape;25;p104"/>
          <p:cNvSpPr/>
          <p:nvPr/>
        </p:nvSpPr>
        <p:spPr>
          <a:xfrm flipH="1">
            <a:off x="10782300" y="5448297"/>
            <a:ext cx="1409700" cy="1409703"/>
          </a:xfrm>
          <a:custGeom>
            <a:avLst/>
            <a:gdLst/>
            <a:ahLst/>
            <a:cxnLst/>
            <a:rect l="l" t="t" r="r" b="b"/>
            <a:pathLst>
              <a:path w="754341" h="754341" extrusionOk="0">
                <a:moveTo>
                  <a:pt x="754341" y="754341"/>
                </a:moveTo>
                <a:lnTo>
                  <a:pt x="0" y="754341"/>
                </a:lnTo>
                <a:lnTo>
                  <a:pt x="0" y="0"/>
                </a:lnTo>
                <a:close/>
              </a:path>
            </a:pathLst>
          </a:cu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26" name="Google Shape;26;p104"/>
          <p:cNvSpPr txBox="1"/>
          <p:nvPr/>
        </p:nvSpPr>
        <p:spPr>
          <a:xfrm>
            <a:off x="11252200" y="6315075"/>
            <a:ext cx="406400" cy="365125"/>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000" b="0" i="0" u="none" strike="noStrike" cap="none">
                <a:solidFill>
                  <a:schemeClr val="lt1"/>
                </a:solidFill>
                <a:latin typeface="Oswald"/>
                <a:ea typeface="Oswald"/>
                <a:cs typeface="Oswald"/>
                <a:sym typeface="Oswald"/>
              </a:rPr>
              <a:t>‹#›</a:t>
            </a:fld>
            <a:endParaRPr sz="1000" b="0" i="0" u="none" strike="noStrike" cap="none">
              <a:solidFill>
                <a:schemeClr val="lt1"/>
              </a:solidFill>
              <a:latin typeface="Oswald"/>
              <a:ea typeface="Oswald"/>
              <a:cs typeface="Oswald"/>
              <a:sym typeface="Oswa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guide id="3" pos="336">
          <p15:clr>
            <a:srgbClr val="F26B43"/>
          </p15:clr>
        </p15:guide>
        <p15:guide id="4" orient="horz" pos="336">
          <p15:clr>
            <a:srgbClr val="F26B43"/>
          </p15:clr>
        </p15:guide>
        <p15:guide id="5" pos="7344">
          <p15:clr>
            <a:srgbClr val="F26B43"/>
          </p15:clr>
        </p15:guide>
        <p15:guide id="6" orient="horz" pos="3984">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312"/>
        <p:cNvGrpSpPr/>
        <p:nvPr/>
      </p:nvGrpSpPr>
      <p:grpSpPr>
        <a:xfrm>
          <a:off x="0" y="0"/>
          <a:ext cx="0" cy="0"/>
          <a:chOff x="0" y="0"/>
          <a:chExt cx="0" cy="0"/>
        </a:xfrm>
      </p:grpSpPr>
      <p:sp>
        <p:nvSpPr>
          <p:cNvPr id="313" name="Google Shape;313;p108"/>
          <p:cNvSpPr txBox="1">
            <a:spLocks noGrp="1"/>
          </p:cNvSpPr>
          <p:nvPr>
            <p:ph type="sldNum" idx="12"/>
          </p:nvPr>
        </p:nvSpPr>
        <p:spPr>
          <a:xfrm>
            <a:off x="0" y="6400800"/>
            <a:ext cx="2540000" cy="457200"/>
          </a:xfrm>
          <a:prstGeom prst="rect">
            <a:avLst/>
          </a:prstGeom>
          <a:noFill/>
          <a:ln>
            <a:noFill/>
          </a:ln>
        </p:spPr>
        <p:txBody>
          <a:bodyPr spcFirstLastPara="1" wrap="square" lIns="91425" tIns="45700" rIns="91425" bIns="45700" anchor="b" anchorCtr="0">
            <a:noAutofit/>
          </a:bodyPr>
          <a:lstStyle>
            <a:lvl1pPr marL="0" marR="0" lvl="0" indent="0" algn="l" rtl="0">
              <a:spcBef>
                <a:spcPts val="0"/>
              </a:spcBef>
              <a:buNone/>
              <a:defRPr sz="2000" b="0" i="0" u="none" strike="noStrike" cap="none">
                <a:solidFill>
                  <a:schemeClr val="dk1"/>
                </a:solidFill>
                <a:latin typeface="Arial"/>
                <a:ea typeface="Arial"/>
                <a:cs typeface="Arial"/>
                <a:sym typeface="Arial"/>
              </a:defRPr>
            </a:lvl1pPr>
            <a:lvl2pPr marL="0" marR="0" lvl="1" indent="0" algn="l" rtl="0">
              <a:spcBef>
                <a:spcPts val="0"/>
              </a:spcBef>
              <a:buNone/>
              <a:defRPr sz="2000" b="0" i="0" u="none" strike="noStrike" cap="none">
                <a:solidFill>
                  <a:schemeClr val="dk1"/>
                </a:solidFill>
                <a:latin typeface="Arial"/>
                <a:ea typeface="Arial"/>
                <a:cs typeface="Arial"/>
                <a:sym typeface="Arial"/>
              </a:defRPr>
            </a:lvl2pPr>
            <a:lvl3pPr marL="0" marR="0" lvl="2" indent="0" algn="l" rtl="0">
              <a:spcBef>
                <a:spcPts val="0"/>
              </a:spcBef>
              <a:buNone/>
              <a:defRPr sz="2000" b="0" i="0" u="none" strike="noStrike" cap="none">
                <a:solidFill>
                  <a:schemeClr val="dk1"/>
                </a:solidFill>
                <a:latin typeface="Arial"/>
                <a:ea typeface="Arial"/>
                <a:cs typeface="Arial"/>
                <a:sym typeface="Arial"/>
              </a:defRPr>
            </a:lvl3pPr>
            <a:lvl4pPr marL="0" marR="0" lvl="3" indent="0" algn="l" rtl="0">
              <a:spcBef>
                <a:spcPts val="0"/>
              </a:spcBef>
              <a:buNone/>
              <a:defRPr sz="2000" b="0" i="0" u="none" strike="noStrike" cap="none">
                <a:solidFill>
                  <a:schemeClr val="dk1"/>
                </a:solidFill>
                <a:latin typeface="Arial"/>
                <a:ea typeface="Arial"/>
                <a:cs typeface="Arial"/>
                <a:sym typeface="Arial"/>
              </a:defRPr>
            </a:lvl4pPr>
            <a:lvl5pPr marL="0" marR="0" lvl="4" indent="0" algn="l" rtl="0">
              <a:spcBef>
                <a:spcPts val="0"/>
              </a:spcBef>
              <a:buNone/>
              <a:defRPr sz="2000" b="0" i="0" u="none" strike="noStrike" cap="none">
                <a:solidFill>
                  <a:schemeClr val="dk1"/>
                </a:solidFill>
                <a:latin typeface="Arial"/>
                <a:ea typeface="Arial"/>
                <a:cs typeface="Arial"/>
                <a:sym typeface="Arial"/>
              </a:defRPr>
            </a:lvl5pPr>
            <a:lvl6pPr marL="0" marR="0" lvl="5" indent="0" algn="l" rtl="0">
              <a:spcBef>
                <a:spcPts val="0"/>
              </a:spcBef>
              <a:buNone/>
              <a:defRPr sz="2000" b="0" i="0" u="none" strike="noStrike" cap="none">
                <a:solidFill>
                  <a:schemeClr val="dk1"/>
                </a:solidFill>
                <a:latin typeface="Arial"/>
                <a:ea typeface="Arial"/>
                <a:cs typeface="Arial"/>
                <a:sym typeface="Arial"/>
              </a:defRPr>
            </a:lvl6pPr>
            <a:lvl7pPr marL="0" marR="0" lvl="6" indent="0" algn="l" rtl="0">
              <a:spcBef>
                <a:spcPts val="0"/>
              </a:spcBef>
              <a:buNone/>
              <a:defRPr sz="2000" b="0" i="0" u="none" strike="noStrike" cap="none">
                <a:solidFill>
                  <a:schemeClr val="dk1"/>
                </a:solidFill>
                <a:latin typeface="Arial"/>
                <a:ea typeface="Arial"/>
                <a:cs typeface="Arial"/>
                <a:sym typeface="Arial"/>
              </a:defRPr>
            </a:lvl7pPr>
            <a:lvl8pPr marL="0" marR="0" lvl="7" indent="0" algn="l" rtl="0">
              <a:spcBef>
                <a:spcPts val="0"/>
              </a:spcBef>
              <a:buNone/>
              <a:defRPr sz="2000" b="0" i="0" u="none" strike="noStrike" cap="none">
                <a:solidFill>
                  <a:schemeClr val="dk1"/>
                </a:solidFill>
                <a:latin typeface="Arial"/>
                <a:ea typeface="Arial"/>
                <a:cs typeface="Arial"/>
                <a:sym typeface="Arial"/>
              </a:defRPr>
            </a:lvl8pPr>
            <a:lvl9pPr marL="0" marR="0" lvl="8" indent="0" algn="l" rtl="0">
              <a:spcBef>
                <a:spcPts val="0"/>
              </a:spcBef>
              <a:buNone/>
              <a:defRPr sz="2000" b="0" i="0" u="none" strike="noStrike" cap="none">
                <a:solidFill>
                  <a:schemeClr val="dk1"/>
                </a:solidFill>
                <a:latin typeface="Arial"/>
                <a:ea typeface="Arial"/>
                <a:cs typeface="Arial"/>
                <a:sym typeface="Arial"/>
              </a:defRPr>
            </a:lvl9pPr>
          </a:lstStyle>
          <a:p>
            <a:pPr marL="0" lvl="0" indent="0" algn="l" rtl="0">
              <a:spcBef>
                <a:spcPts val="0"/>
              </a:spcBef>
              <a:spcAft>
                <a:spcPts val="0"/>
              </a:spcAft>
              <a:buNone/>
            </a:pPr>
            <a:r>
              <a:rPr lang="en-US"/>
              <a:t>2.</a:t>
            </a: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68" r:id="rId1"/>
    <p:sldLayoutId id="2147483669" r:id="rId2"/>
    <p:sldLayoutId id="2147483670" r:id="rId3"/>
    <p:sldLayoutId id="2147483671" r:id="rId4"/>
    <p:sldLayoutId id="2147483672" r:id="rId5"/>
    <p:sldLayoutId id="2147483673" r:id="rId6"/>
    <p:sldLayoutId id="2147483674" r:id="rId7"/>
    <p:sldLayoutId id="2147483675" r:id="rId8"/>
    <p:sldLayoutId id="2147483676" r:id="rId9"/>
    <p:sldLayoutId id="2147483677" r:id="rId10"/>
    <p:sldLayoutId id="2147483678" r:id="rId11"/>
    <p:sldLayoutId id="2147483679" r:id="rId12"/>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9.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9.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19.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19.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19.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19.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0.xml"/></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5.xml"/><Relationship Id="rId1" Type="http://schemas.openxmlformats.org/officeDocument/2006/relationships/slideLayout" Target="../slideLayouts/slideLayout19.xml"/></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6.xml"/><Relationship Id="rId1" Type="http://schemas.openxmlformats.org/officeDocument/2006/relationships/slideLayout" Target="../slideLayouts/slideLayout19.xml"/></Relationships>
</file>

<file path=ppt/slides/_rels/slide1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7.xml"/><Relationship Id="rId1" Type="http://schemas.openxmlformats.org/officeDocument/2006/relationships/slideLayout" Target="../slideLayouts/slideLayout19.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0.xml"/></Relationships>
</file>

<file path=ppt/slides/_rels/slide1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9.xml"/><Relationship Id="rId1" Type="http://schemas.openxmlformats.org/officeDocument/2006/relationships/slideLayout" Target="../slideLayouts/slideLayout19.xml"/></Relationships>
</file>

<file path=ppt/slides/_rels/slide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0.xml"/><Relationship Id="rId1" Type="http://schemas.openxmlformats.org/officeDocument/2006/relationships/slideLayout" Target="../slideLayouts/slideLayout19.xml"/></Relationships>
</file>

<file path=ppt/slides/_rels/slide2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1.xml"/><Relationship Id="rId1" Type="http://schemas.openxmlformats.org/officeDocument/2006/relationships/slideLayout" Target="../slideLayouts/slideLayout19.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0.xml"/></Relationships>
</file>

<file path=ppt/slides/_rels/slide2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3.xml"/><Relationship Id="rId1" Type="http://schemas.openxmlformats.org/officeDocument/2006/relationships/slideLayout" Target="../slideLayouts/slideLayout19.xml"/></Relationships>
</file>

<file path=ppt/slides/_rels/slide2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4.xml"/><Relationship Id="rId1" Type="http://schemas.openxmlformats.org/officeDocument/2006/relationships/slideLayout" Target="../slideLayouts/slideLayout19.xml"/></Relationships>
</file>

<file path=ppt/slides/_rels/slide2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5.xml"/><Relationship Id="rId1" Type="http://schemas.openxmlformats.org/officeDocument/2006/relationships/slideLayout" Target="../slideLayouts/slideLayout19.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0.xml"/></Relationships>
</file>

<file path=ppt/slides/_rels/slide2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7.xml"/><Relationship Id="rId1" Type="http://schemas.openxmlformats.org/officeDocument/2006/relationships/slideLayout" Target="../slideLayouts/slideLayout19.xml"/></Relationships>
</file>

<file path=ppt/slides/_rels/slide2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8.xml"/><Relationship Id="rId1" Type="http://schemas.openxmlformats.org/officeDocument/2006/relationships/slideLayout" Target="../slideLayouts/slideLayout19.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0.xml"/></Relationships>
</file>

<file path=ppt/slides/_rels/slide3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0.xml"/><Relationship Id="rId1" Type="http://schemas.openxmlformats.org/officeDocument/2006/relationships/slideLayout" Target="../slideLayouts/slideLayout19.xml"/></Relationships>
</file>

<file path=ppt/slides/_rels/slide3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1.xml"/><Relationship Id="rId1" Type="http://schemas.openxmlformats.org/officeDocument/2006/relationships/slideLayout" Target="../slideLayouts/slideLayout19.xml"/></Relationships>
</file>

<file path=ppt/slides/_rels/slide3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2.xml"/><Relationship Id="rId1" Type="http://schemas.openxmlformats.org/officeDocument/2006/relationships/slideLayout" Target="../slideLayouts/slideLayout19.xml"/></Relationships>
</file>

<file path=ppt/slides/_rels/slide3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3.xml"/><Relationship Id="rId1" Type="http://schemas.openxmlformats.org/officeDocument/2006/relationships/slideLayout" Target="../slideLayouts/slideLayout19.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0.xml"/></Relationships>
</file>

<file path=ppt/slides/_rels/slide3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35.xml"/><Relationship Id="rId1" Type="http://schemas.openxmlformats.org/officeDocument/2006/relationships/slideLayout" Target="../slideLayouts/slideLayout19.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9.xml"/></Relationships>
</file>

<file path=ppt/slides/_rels/slide3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7.xml"/><Relationship Id="rId1" Type="http://schemas.openxmlformats.org/officeDocument/2006/relationships/slideLayout" Target="../slideLayouts/slideLayout19.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9.xml"/></Relationships>
</file>

<file path=ppt/slides/_rels/slide3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9.xml"/><Relationship Id="rId1" Type="http://schemas.openxmlformats.org/officeDocument/2006/relationships/slideLayout" Target="../slideLayouts/slideLayout19.xml"/></Relationships>
</file>

<file path=ppt/slides/_rels/slide4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40.xml"/><Relationship Id="rId1" Type="http://schemas.openxmlformats.org/officeDocument/2006/relationships/slideLayout" Target="../slideLayouts/slideLayout19.xml"/></Relationships>
</file>

<file path=ppt/slides/_rels/slide4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41.xml"/><Relationship Id="rId1" Type="http://schemas.openxmlformats.org/officeDocument/2006/relationships/slideLayout" Target="../slideLayouts/slideLayout19.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9.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9.xml"/></Relationships>
</file>

<file path=ppt/slides/_rels/slide4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44.xml"/><Relationship Id="rId1" Type="http://schemas.openxmlformats.org/officeDocument/2006/relationships/slideLayout" Target="../slideLayouts/slideLayout19.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9.xml"/></Relationships>
</file>

<file path=ppt/slides/_rels/slide4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46.xml"/><Relationship Id="rId1" Type="http://schemas.openxmlformats.org/officeDocument/2006/relationships/slideLayout" Target="../slideLayouts/slideLayout19.xml"/></Relationships>
</file>

<file path=ppt/slides/_rels/slide4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7.xml"/><Relationship Id="rId1" Type="http://schemas.openxmlformats.org/officeDocument/2006/relationships/slideLayout" Target="../slideLayouts/slideLayout19.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9.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3.xml"/></Relationships>
</file>

<file path=ppt/slides/_rels/slide5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51.xml"/><Relationship Id="rId1" Type="http://schemas.openxmlformats.org/officeDocument/2006/relationships/slideLayout" Target="../slideLayouts/slideLayout4.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3.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3.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3.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3.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3.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3.xml"/></Relationships>
</file>

<file path=ppt/slides/_rels/slide5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58.xml"/><Relationship Id="rId1" Type="http://schemas.openxmlformats.org/officeDocument/2006/relationships/slideLayout" Target="../slideLayouts/slideLayout4.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3.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3.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3.xml"/></Relationships>
</file>

<file path=ppt/slides/_rels/slide6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63.xml"/><Relationship Id="rId1" Type="http://schemas.openxmlformats.org/officeDocument/2006/relationships/slideLayout" Target="../slideLayouts/slideLayout3.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3.xml"/></Relationships>
</file>

<file path=ppt/slides/_rels/slide65.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65.xml"/><Relationship Id="rId1" Type="http://schemas.openxmlformats.org/officeDocument/2006/relationships/slideLayout" Target="../slideLayouts/slideLayout3.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2"/>
        </a:solidFill>
        <a:effectLst/>
      </p:bgPr>
    </p:bg>
    <p:spTree>
      <p:nvGrpSpPr>
        <p:cNvPr id="1" name="Shape 381"/>
        <p:cNvGrpSpPr/>
        <p:nvPr/>
      </p:nvGrpSpPr>
      <p:grpSpPr>
        <a:xfrm>
          <a:off x="0" y="0"/>
          <a:ext cx="0" cy="0"/>
          <a:chOff x="0" y="0"/>
          <a:chExt cx="0" cy="0"/>
        </a:xfrm>
      </p:grpSpPr>
      <p:sp>
        <p:nvSpPr>
          <p:cNvPr id="382" name="Google Shape;382;p1"/>
          <p:cNvSpPr txBox="1">
            <a:spLocks noGrp="1"/>
          </p:cNvSpPr>
          <p:nvPr>
            <p:ph type="ctrTitle"/>
          </p:nvPr>
        </p:nvSpPr>
        <p:spPr>
          <a:xfrm>
            <a:off x="1950098" y="2395728"/>
            <a:ext cx="7888846" cy="1243584"/>
          </a:xfrm>
          <a:prstGeom prst="rect">
            <a:avLst/>
          </a:prstGeom>
          <a:noFill/>
          <a:ln>
            <a:noFill/>
          </a:ln>
        </p:spPr>
        <p:txBody>
          <a:bodyPr spcFirstLastPara="1" wrap="square" lIns="91425" tIns="45700" rIns="91425" bIns="45700" anchor="b" anchorCtr="0">
            <a:noAutofit/>
          </a:bodyPr>
          <a:lstStyle/>
          <a:p>
            <a:pPr marL="0" lvl="0" indent="0" algn="l" rtl="0">
              <a:lnSpc>
                <a:spcPct val="90000"/>
              </a:lnSpc>
              <a:spcBef>
                <a:spcPts val="0"/>
              </a:spcBef>
              <a:spcAft>
                <a:spcPts val="0"/>
              </a:spcAft>
              <a:buClr>
                <a:schemeClr val="accent2"/>
              </a:buClr>
              <a:buSzPts val="7200"/>
              <a:buFont typeface="Trebuchet MS"/>
              <a:buNone/>
            </a:pPr>
            <a:r>
              <a:rPr lang="en-US" sz="7200"/>
              <a:t>Web Technologies </a:t>
            </a:r>
            <a:endParaRPr/>
          </a:p>
        </p:txBody>
      </p:sp>
      <p:sp>
        <p:nvSpPr>
          <p:cNvPr id="383" name="Google Shape;383;p1"/>
          <p:cNvSpPr txBox="1">
            <a:spLocks noGrp="1"/>
          </p:cNvSpPr>
          <p:nvPr>
            <p:ph type="subTitle" idx="1"/>
          </p:nvPr>
        </p:nvSpPr>
        <p:spPr>
          <a:xfrm>
            <a:off x="2089683" y="3788602"/>
            <a:ext cx="7077456" cy="868680"/>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SzPts val="2800"/>
              <a:buNone/>
            </a:pPr>
            <a:r>
              <a:rPr lang="en-US" sz="2800"/>
              <a:t>By : Arpita Tiwari</a:t>
            </a:r>
            <a:endParaRPr/>
          </a:p>
        </p:txBody>
      </p:sp>
    </p:spTree>
  </p:cSld>
  <p:clrMapOvr>
    <a:masterClrMapping/>
  </p:clrMapOvr>
  <p:transition spd="slow">
    <p:wipe/>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387"/>
        <p:cNvGrpSpPr/>
        <p:nvPr/>
      </p:nvGrpSpPr>
      <p:grpSpPr>
        <a:xfrm>
          <a:off x="0" y="0"/>
          <a:ext cx="0" cy="0"/>
          <a:chOff x="0" y="0"/>
          <a:chExt cx="0" cy="0"/>
        </a:xfrm>
      </p:grpSpPr>
      <p:sp>
        <p:nvSpPr>
          <p:cNvPr id="388" name="Google Shape;388;p2"/>
          <p:cNvSpPr txBox="1">
            <a:spLocks noGrp="1"/>
          </p:cNvSpPr>
          <p:nvPr>
            <p:ph type="title"/>
          </p:nvPr>
        </p:nvSpPr>
        <p:spPr>
          <a:xfrm>
            <a:off x="396885" y="433180"/>
            <a:ext cx="7342726" cy="1423851"/>
          </a:xfrm>
          <a:prstGeom prst="rect">
            <a:avLst/>
          </a:prstGeom>
          <a:noFill/>
          <a:ln>
            <a:noFill/>
          </a:ln>
        </p:spPr>
        <p:txBody>
          <a:bodyPr spcFirstLastPara="1" wrap="square" lIns="91425" tIns="45700" rIns="91425" bIns="45700" anchor="b" anchorCtr="0">
            <a:normAutofit/>
          </a:bodyPr>
          <a:lstStyle/>
          <a:p>
            <a:pPr marL="0" lvl="0" indent="0" algn="l" rtl="0">
              <a:lnSpc>
                <a:spcPct val="90000"/>
              </a:lnSpc>
              <a:spcBef>
                <a:spcPts val="0"/>
              </a:spcBef>
              <a:spcAft>
                <a:spcPts val="0"/>
              </a:spcAft>
              <a:buClr>
                <a:schemeClr val="lt1"/>
              </a:buClr>
              <a:buSzPts val="6000"/>
              <a:buFont typeface="Trebuchet MS"/>
              <a:buNone/>
            </a:pPr>
            <a:r>
              <a:rPr lang="en-US" sz="6000"/>
              <a:t>Introduction</a:t>
            </a:r>
            <a:endParaRPr/>
          </a:p>
        </p:txBody>
      </p:sp>
      <p:sp>
        <p:nvSpPr>
          <p:cNvPr id="389" name="Google Shape;389;p2"/>
          <p:cNvSpPr txBox="1">
            <a:spLocks noGrp="1"/>
          </p:cNvSpPr>
          <p:nvPr>
            <p:ph type="body" idx="1"/>
          </p:nvPr>
        </p:nvSpPr>
        <p:spPr>
          <a:xfrm>
            <a:off x="309336" y="2130357"/>
            <a:ext cx="8274827" cy="4549843"/>
          </a:xfrm>
          <a:prstGeom prst="rect">
            <a:avLst/>
          </a:prstGeom>
          <a:noFill/>
          <a:ln>
            <a:noFill/>
          </a:ln>
        </p:spPr>
        <p:txBody>
          <a:bodyPr spcFirstLastPara="1" wrap="square" lIns="91425" tIns="45700" rIns="91425" bIns="45700" anchor="t" anchorCtr="0">
            <a:normAutofit/>
          </a:bodyPr>
          <a:lstStyle/>
          <a:p>
            <a:pPr marL="0" lvl="0" indent="0" algn="just" rtl="0">
              <a:lnSpc>
                <a:spcPct val="120000"/>
              </a:lnSpc>
              <a:spcBef>
                <a:spcPts val="0"/>
              </a:spcBef>
              <a:spcAft>
                <a:spcPts val="0"/>
              </a:spcAft>
              <a:buSzPct val="100000"/>
              <a:buNone/>
            </a:pPr>
            <a:r>
              <a:rPr lang="en-US" sz="2400">
                <a:latin typeface="Aharoni"/>
                <a:ea typeface="Aharoni"/>
                <a:cs typeface="Aharoni"/>
                <a:sym typeface="Aharoni"/>
              </a:rPr>
              <a:t>Web Technology refers to the various tools and techniques that are utilized in the process of communication between different types of devices over the internet. </a:t>
            </a:r>
            <a:endParaRPr/>
          </a:p>
          <a:p>
            <a:pPr marL="0" lvl="0" indent="0" algn="just" rtl="0">
              <a:lnSpc>
                <a:spcPct val="120000"/>
              </a:lnSpc>
              <a:spcBef>
                <a:spcPts val="1000"/>
              </a:spcBef>
              <a:spcAft>
                <a:spcPts val="0"/>
              </a:spcAft>
              <a:buSzPct val="100000"/>
              <a:buNone/>
            </a:pPr>
            <a:r>
              <a:rPr lang="en-US" sz="2400">
                <a:latin typeface="Aharoni"/>
                <a:ea typeface="Aharoni"/>
                <a:cs typeface="Aharoni"/>
                <a:sym typeface="Aharoni"/>
              </a:rPr>
              <a:t>A web browser is used to access web pages. Web browsers can be defined as programs that display text, data, pictures, animation, and video on the Internet. </a:t>
            </a:r>
            <a:endParaRPr/>
          </a:p>
          <a:p>
            <a:pPr marL="0" lvl="0" indent="0" algn="just" rtl="0">
              <a:lnSpc>
                <a:spcPct val="120000"/>
              </a:lnSpc>
              <a:spcBef>
                <a:spcPts val="1000"/>
              </a:spcBef>
              <a:spcAft>
                <a:spcPts val="0"/>
              </a:spcAft>
              <a:buSzPct val="100000"/>
              <a:buNone/>
            </a:pPr>
            <a:r>
              <a:rPr lang="en-US" sz="2400">
                <a:latin typeface="Aharoni"/>
                <a:ea typeface="Aharoni"/>
                <a:cs typeface="Aharoni"/>
                <a:sym typeface="Aharoni"/>
              </a:rPr>
              <a:t>Hyperlinked resources on the World Wide Web can be accessed using software interfaces provided by Web browsers.</a:t>
            </a:r>
            <a:endParaRPr/>
          </a:p>
        </p:txBody>
      </p:sp>
      <p:sp>
        <p:nvSpPr>
          <p:cNvPr id="390" name="Google Shape;390;p2"/>
          <p:cNvSpPr txBox="1">
            <a:spLocks noGrp="1"/>
          </p:cNvSpPr>
          <p:nvPr>
            <p:ph type="sldNum" idx="12"/>
          </p:nvPr>
        </p:nvSpPr>
        <p:spPr>
          <a:xfrm>
            <a:off x="11252200" y="6315075"/>
            <a:ext cx="4064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sz="2000"/>
              <a:t>2</a:t>
            </a:fld>
            <a:endParaRPr sz="200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394"/>
        <p:cNvGrpSpPr/>
        <p:nvPr/>
      </p:nvGrpSpPr>
      <p:grpSpPr>
        <a:xfrm>
          <a:off x="0" y="0"/>
          <a:ext cx="0" cy="0"/>
          <a:chOff x="0" y="0"/>
          <a:chExt cx="0" cy="0"/>
        </a:xfrm>
      </p:grpSpPr>
      <p:sp>
        <p:nvSpPr>
          <p:cNvPr id="395" name="Google Shape;395;p3"/>
          <p:cNvSpPr txBox="1">
            <a:spLocks noGrp="1"/>
          </p:cNvSpPr>
          <p:nvPr>
            <p:ph type="title"/>
          </p:nvPr>
        </p:nvSpPr>
        <p:spPr>
          <a:xfrm>
            <a:off x="444500" y="542925"/>
            <a:ext cx="11214100" cy="535531"/>
          </a:xfrm>
          <a:prstGeom prst="rect">
            <a:avLst/>
          </a:prstGeom>
          <a:noFill/>
          <a:ln>
            <a:noFill/>
          </a:ln>
        </p:spPr>
        <p:txBody>
          <a:bodyPr spcFirstLastPara="1" wrap="square" lIns="91425" tIns="45700" rIns="91425" bIns="45700" anchor="t" anchorCtr="0">
            <a:spAutoFit/>
          </a:bodyPr>
          <a:lstStyle/>
          <a:p>
            <a:pPr marL="0" lvl="0" indent="0" algn="l" rtl="0">
              <a:lnSpc>
                <a:spcPct val="90000"/>
              </a:lnSpc>
              <a:spcBef>
                <a:spcPts val="0"/>
              </a:spcBef>
              <a:spcAft>
                <a:spcPts val="0"/>
              </a:spcAft>
              <a:buClr>
                <a:schemeClr val="lt1"/>
              </a:buClr>
              <a:buSzPts val="3200"/>
              <a:buFont typeface="Trebuchet MS"/>
              <a:buNone/>
            </a:pPr>
            <a:r>
              <a:rPr lang="en-US"/>
              <a:t>Network</a:t>
            </a:r>
            <a:endParaRPr/>
          </a:p>
        </p:txBody>
      </p:sp>
      <p:sp>
        <p:nvSpPr>
          <p:cNvPr id="396" name="Google Shape;396;p3"/>
          <p:cNvSpPr txBox="1">
            <a:spLocks noGrp="1"/>
          </p:cNvSpPr>
          <p:nvPr>
            <p:ph type="sldNum" idx="12"/>
          </p:nvPr>
        </p:nvSpPr>
        <p:spPr>
          <a:xfrm>
            <a:off x="11252200" y="6315075"/>
            <a:ext cx="4064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a:t>
            </a:fld>
            <a:endParaRPr/>
          </a:p>
        </p:txBody>
      </p:sp>
      <p:sp>
        <p:nvSpPr>
          <p:cNvPr id="397" name="Google Shape;397;p3"/>
          <p:cNvSpPr txBox="1">
            <a:spLocks noGrp="1"/>
          </p:cNvSpPr>
          <p:nvPr>
            <p:ph type="body" idx="1"/>
          </p:nvPr>
        </p:nvSpPr>
        <p:spPr>
          <a:xfrm>
            <a:off x="443365" y="1825625"/>
            <a:ext cx="11215235" cy="4351338"/>
          </a:xfrm>
          <a:prstGeom prst="rect">
            <a:avLst/>
          </a:prstGeom>
          <a:noFill/>
          <a:ln>
            <a:noFill/>
          </a:ln>
        </p:spPr>
        <p:txBody>
          <a:bodyPr spcFirstLastPara="1" wrap="square" lIns="91425" tIns="45700" rIns="91425" bIns="45700" anchor="t" anchorCtr="0">
            <a:normAutofit/>
          </a:bodyPr>
          <a:lstStyle/>
          <a:p>
            <a:pPr marL="228600" lvl="0" indent="-228600" algn="just" rtl="0">
              <a:lnSpc>
                <a:spcPct val="90000"/>
              </a:lnSpc>
              <a:spcBef>
                <a:spcPts val="0"/>
              </a:spcBef>
              <a:spcAft>
                <a:spcPts val="0"/>
              </a:spcAft>
              <a:buSzPts val="2800"/>
              <a:buChar char="•"/>
            </a:pPr>
            <a:r>
              <a:rPr lang="en-US"/>
              <a:t>A network is a group of connected, communicating devices such as computers and printers. An internet (note the lowercase i) is two or more networks that can communicate with each other. </a:t>
            </a:r>
            <a:endParaRPr/>
          </a:p>
          <a:p>
            <a:pPr marL="228600" lvl="0" indent="-228600" algn="just" rtl="0">
              <a:lnSpc>
                <a:spcPct val="90000"/>
              </a:lnSpc>
              <a:spcBef>
                <a:spcPts val="1000"/>
              </a:spcBef>
              <a:spcAft>
                <a:spcPts val="0"/>
              </a:spcAft>
              <a:buSzPts val="2800"/>
              <a:buChar char="•"/>
            </a:pPr>
            <a:r>
              <a:rPr lang="en-US"/>
              <a:t>The most notable internet is called the Internet (uppercase I ), composed of hundreds of thousands of interconnected networks. Private individuals as well as various organizations such as government agencies, schools, research facilities, corporations, and libraries in more than 100 countries use the Internet. </a:t>
            </a:r>
            <a:endParaRPr/>
          </a:p>
          <a:p>
            <a:pPr marL="228600" lvl="0" indent="-228600" algn="just" rtl="0">
              <a:lnSpc>
                <a:spcPct val="90000"/>
              </a:lnSpc>
              <a:spcBef>
                <a:spcPts val="1000"/>
              </a:spcBef>
              <a:spcAft>
                <a:spcPts val="0"/>
              </a:spcAft>
              <a:buSzPts val="2800"/>
              <a:buChar char="•"/>
            </a:pPr>
            <a:r>
              <a:rPr lang="en-US"/>
              <a:t>Millions of people are users. Yet this extraordinary communication system only came into being in 1969.</a:t>
            </a:r>
            <a:endParaRP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402"/>
        <p:cNvGrpSpPr/>
        <p:nvPr/>
      </p:nvGrpSpPr>
      <p:grpSpPr>
        <a:xfrm>
          <a:off x="0" y="0"/>
          <a:ext cx="0" cy="0"/>
          <a:chOff x="0" y="0"/>
          <a:chExt cx="0" cy="0"/>
        </a:xfrm>
      </p:grpSpPr>
      <p:sp>
        <p:nvSpPr>
          <p:cNvPr id="403" name="Google Shape;403;p4"/>
          <p:cNvSpPr txBox="1">
            <a:spLocks noGrp="1"/>
          </p:cNvSpPr>
          <p:nvPr>
            <p:ph type="sldNum" idx="12"/>
          </p:nvPr>
        </p:nvSpPr>
        <p:spPr>
          <a:xfrm>
            <a:off x="0" y="6400800"/>
            <a:ext cx="2540000" cy="457200"/>
          </a:xfrm>
          <a:prstGeom prst="rect">
            <a:avLst/>
          </a:prstGeom>
          <a:noFill/>
          <a:ln>
            <a:noFill/>
          </a:ln>
        </p:spPr>
        <p:txBody>
          <a:bodyPr spcFirstLastPara="1" wrap="square" lIns="91425" tIns="45700" rIns="91425" bIns="45700" anchor="b" anchorCtr="0">
            <a:noAutofit/>
          </a:bodyPr>
          <a:lstStyle/>
          <a:p>
            <a:pPr marL="0" marR="0" lvl="0" indent="0" algn="l" rtl="0">
              <a:spcBef>
                <a:spcPts val="0"/>
              </a:spcBef>
              <a:spcAft>
                <a:spcPts val="0"/>
              </a:spcAft>
              <a:buNone/>
            </a:pPr>
            <a:r>
              <a:rPr lang="en-US" sz="2000" b="1" i="0" u="none" strike="noStrike" cap="none">
                <a:solidFill>
                  <a:srgbClr val="000000"/>
                </a:solidFill>
                <a:latin typeface="Arial"/>
                <a:ea typeface="Arial"/>
                <a:cs typeface="Arial"/>
                <a:sym typeface="Arial"/>
              </a:rPr>
              <a:t>2.</a:t>
            </a:r>
            <a:fld id="{00000000-1234-1234-1234-123412341234}" type="slidenum">
              <a:rPr lang="en-US" sz="2000" b="1" i="0" u="none" strike="noStrike" cap="none">
                <a:solidFill>
                  <a:srgbClr val="000000"/>
                </a:solidFill>
                <a:latin typeface="Arial"/>
                <a:ea typeface="Arial"/>
                <a:cs typeface="Arial"/>
                <a:sym typeface="Arial"/>
              </a:rPr>
              <a:t>4</a:t>
            </a:fld>
            <a:endParaRPr sz="2000" b="1" i="0" u="none" strike="noStrike" cap="none">
              <a:solidFill>
                <a:srgbClr val="000000"/>
              </a:solidFill>
              <a:latin typeface="Arial"/>
              <a:ea typeface="Arial"/>
              <a:cs typeface="Arial"/>
              <a:sym typeface="Arial"/>
            </a:endParaRPr>
          </a:p>
        </p:txBody>
      </p:sp>
      <p:sp>
        <p:nvSpPr>
          <p:cNvPr id="404" name="Google Shape;404;p4"/>
          <p:cNvSpPr/>
          <p:nvPr/>
        </p:nvSpPr>
        <p:spPr>
          <a:xfrm>
            <a:off x="1633538" y="655638"/>
            <a:ext cx="9144000" cy="838200"/>
          </a:xfrm>
          <a:prstGeom prst="rect">
            <a:avLst/>
          </a:prstGeom>
          <a:solidFill>
            <a:srgbClr val="33CCFF"/>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3200" b="1" i="0" u="none" strike="noStrike" cap="none">
              <a:solidFill>
                <a:srgbClr val="000000"/>
              </a:solidFill>
              <a:latin typeface="Times New Roman"/>
              <a:ea typeface="Times New Roman"/>
              <a:cs typeface="Times New Roman"/>
              <a:sym typeface="Times New Roman"/>
            </a:endParaRPr>
          </a:p>
        </p:txBody>
      </p:sp>
      <p:sp>
        <p:nvSpPr>
          <p:cNvPr id="405" name="Google Shape;405;p4"/>
          <p:cNvSpPr txBox="1"/>
          <p:nvPr/>
        </p:nvSpPr>
        <p:spPr>
          <a:xfrm>
            <a:off x="1970882" y="708307"/>
            <a:ext cx="4452938" cy="579438"/>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200" b="1" i="0" u="none" strike="noStrike" cap="none">
                <a:solidFill>
                  <a:srgbClr val="000000"/>
                </a:solidFill>
                <a:latin typeface="Times"/>
                <a:ea typeface="Times"/>
                <a:cs typeface="Times"/>
                <a:sym typeface="Times"/>
              </a:rPr>
              <a:t>2-1   LAYERED TASKS</a:t>
            </a:r>
            <a:endParaRPr/>
          </a:p>
        </p:txBody>
      </p:sp>
      <p:sp>
        <p:nvSpPr>
          <p:cNvPr id="406" name="Google Shape;406;p4"/>
          <p:cNvSpPr txBox="1"/>
          <p:nvPr/>
        </p:nvSpPr>
        <p:spPr>
          <a:xfrm>
            <a:off x="9753600" y="6400801"/>
            <a:ext cx="184150" cy="36671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endParaRPr sz="1800" b="1" i="0" u="none" strike="noStrike" cap="none">
              <a:solidFill>
                <a:srgbClr val="000000"/>
              </a:solidFill>
              <a:latin typeface="Times New Roman"/>
              <a:ea typeface="Times New Roman"/>
              <a:cs typeface="Times New Roman"/>
              <a:sym typeface="Times New Roman"/>
            </a:endParaRPr>
          </a:p>
        </p:txBody>
      </p:sp>
      <p:sp>
        <p:nvSpPr>
          <p:cNvPr id="407" name="Google Shape;407;p4"/>
          <p:cNvSpPr/>
          <p:nvPr/>
        </p:nvSpPr>
        <p:spPr>
          <a:xfrm>
            <a:off x="1524000" y="1773426"/>
            <a:ext cx="8610600" cy="2227263"/>
          </a:xfrm>
          <a:prstGeom prst="rect">
            <a:avLst/>
          </a:prstGeom>
          <a:noFill/>
          <a:ln>
            <a:noFill/>
          </a:ln>
        </p:spPr>
        <p:txBody>
          <a:bodyPr spcFirstLastPara="1" wrap="square" lIns="91425" tIns="45700" rIns="91425" bIns="45700" anchor="ctr" anchorCtr="0">
            <a:spAutoFit/>
          </a:bodyPr>
          <a:lstStyle/>
          <a:p>
            <a:pPr marL="0" marR="0" lvl="0" indent="0" algn="just" rtl="0">
              <a:spcBef>
                <a:spcPts val="0"/>
              </a:spcBef>
              <a:spcAft>
                <a:spcPts val="0"/>
              </a:spcAft>
              <a:buNone/>
            </a:pPr>
            <a:r>
              <a:rPr lang="en-US" sz="2800" b="1" i="1" u="none" strike="noStrike" cap="none">
                <a:solidFill>
                  <a:srgbClr val="000000"/>
                </a:solidFill>
                <a:latin typeface="Times New Roman"/>
                <a:ea typeface="Times New Roman"/>
                <a:cs typeface="Times New Roman"/>
                <a:sym typeface="Times New Roman"/>
              </a:rPr>
              <a:t>We use the concept of </a:t>
            </a:r>
            <a:r>
              <a:rPr lang="en-US" sz="2800" b="1" i="1" u="none" strike="noStrike" cap="none">
                <a:solidFill>
                  <a:srgbClr val="FF0000"/>
                </a:solidFill>
                <a:latin typeface="Times New Roman"/>
                <a:ea typeface="Times New Roman"/>
                <a:cs typeface="Times New Roman"/>
                <a:sym typeface="Times New Roman"/>
              </a:rPr>
              <a:t>layers</a:t>
            </a:r>
            <a:r>
              <a:rPr lang="en-US" sz="2800" b="1" i="1" u="none" strike="noStrike" cap="none">
                <a:solidFill>
                  <a:srgbClr val="000000"/>
                </a:solidFill>
                <a:latin typeface="Times New Roman"/>
                <a:ea typeface="Times New Roman"/>
                <a:cs typeface="Times New Roman"/>
                <a:sym typeface="Times New Roman"/>
              </a:rPr>
              <a:t> in our daily life. As an example, let us consider two friends who communicate through postal mail. The process of sending a letter to a friend would be complex if there were no services available from the post office. </a:t>
            </a:r>
            <a:endParaRPr/>
          </a:p>
        </p:txBody>
      </p:sp>
      <p:sp>
        <p:nvSpPr>
          <p:cNvPr id="408" name="Google Shape;408;p4"/>
          <p:cNvSpPr/>
          <p:nvPr/>
        </p:nvSpPr>
        <p:spPr>
          <a:xfrm>
            <a:off x="1752600" y="4972051"/>
            <a:ext cx="5715000" cy="83099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1" i="0" u="none" strike="noStrike" cap="none">
                <a:solidFill>
                  <a:srgbClr val="0033CC"/>
                </a:solidFill>
                <a:latin typeface="Times New Roman"/>
                <a:ea typeface="Times New Roman"/>
                <a:cs typeface="Times New Roman"/>
                <a:sym typeface="Times New Roman"/>
              </a:rPr>
              <a:t>Sender, Receiver, and Carrier</a:t>
            </a:r>
            <a:br>
              <a:rPr lang="en-US" sz="2400" b="1" i="0" u="none" strike="noStrike" cap="none">
                <a:solidFill>
                  <a:srgbClr val="0033CC"/>
                </a:solidFill>
                <a:latin typeface="Times New Roman"/>
                <a:ea typeface="Times New Roman"/>
                <a:cs typeface="Times New Roman"/>
                <a:sym typeface="Times New Roman"/>
              </a:rPr>
            </a:br>
            <a:r>
              <a:rPr lang="en-US" sz="2400" b="1" i="0" u="none" strike="noStrike" cap="none">
                <a:solidFill>
                  <a:srgbClr val="0033CC"/>
                </a:solidFill>
                <a:latin typeface="Times New Roman"/>
                <a:ea typeface="Times New Roman"/>
                <a:cs typeface="Times New Roman"/>
                <a:sym typeface="Times New Roman"/>
              </a:rPr>
              <a:t>Hierarchy</a:t>
            </a:r>
            <a:endParaRPr sz="2400" b="1" i="0" u="none" strike="noStrike" cap="none">
              <a:solidFill>
                <a:srgbClr val="0033CC"/>
              </a:solidFill>
              <a:latin typeface="Times New Roman"/>
              <a:ea typeface="Times New Roman"/>
              <a:cs typeface="Times New Roman"/>
              <a:sym typeface="Times New Roman"/>
            </a:endParaRPr>
          </a:p>
        </p:txBody>
      </p:sp>
      <p:sp>
        <p:nvSpPr>
          <p:cNvPr id="409" name="Google Shape;409;p4"/>
          <p:cNvSpPr txBox="1"/>
          <p:nvPr/>
        </p:nvSpPr>
        <p:spPr>
          <a:xfrm>
            <a:off x="1763714" y="4495801"/>
            <a:ext cx="4867275" cy="519113"/>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800" b="1" i="1" u="sng" strike="noStrike" cap="none">
                <a:solidFill>
                  <a:srgbClr val="FF0000"/>
                </a:solidFill>
                <a:latin typeface="Times New Roman"/>
                <a:ea typeface="Times New Roman"/>
                <a:cs typeface="Times New Roman"/>
                <a:sym typeface="Times New Roman"/>
              </a:rPr>
              <a:t>Topics discussed in this section:</a:t>
            </a:r>
            <a:endParaRP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414"/>
        <p:cNvGrpSpPr/>
        <p:nvPr/>
      </p:nvGrpSpPr>
      <p:grpSpPr>
        <a:xfrm>
          <a:off x="0" y="0"/>
          <a:ext cx="0" cy="0"/>
          <a:chOff x="0" y="0"/>
          <a:chExt cx="0" cy="0"/>
        </a:xfrm>
      </p:grpSpPr>
      <p:sp>
        <p:nvSpPr>
          <p:cNvPr id="415" name="Google Shape;415;p5"/>
          <p:cNvSpPr txBox="1">
            <a:spLocks noGrp="1"/>
          </p:cNvSpPr>
          <p:nvPr>
            <p:ph type="sldNum" idx="12"/>
          </p:nvPr>
        </p:nvSpPr>
        <p:spPr>
          <a:xfrm>
            <a:off x="0" y="6400800"/>
            <a:ext cx="2540000" cy="457200"/>
          </a:xfrm>
          <a:prstGeom prst="rect">
            <a:avLst/>
          </a:prstGeom>
          <a:noFill/>
          <a:ln>
            <a:noFill/>
          </a:ln>
        </p:spPr>
        <p:txBody>
          <a:bodyPr spcFirstLastPara="1" wrap="square" lIns="91425" tIns="45700" rIns="91425" bIns="45700" anchor="b" anchorCtr="0">
            <a:noAutofit/>
          </a:bodyPr>
          <a:lstStyle/>
          <a:p>
            <a:pPr marL="0" marR="0" lvl="0" indent="0" algn="l" rtl="0">
              <a:spcBef>
                <a:spcPts val="0"/>
              </a:spcBef>
              <a:spcAft>
                <a:spcPts val="0"/>
              </a:spcAft>
              <a:buNone/>
            </a:pPr>
            <a:r>
              <a:rPr lang="en-US" sz="2000" b="1" i="0" u="none" strike="noStrike" cap="none">
                <a:solidFill>
                  <a:srgbClr val="000000"/>
                </a:solidFill>
                <a:latin typeface="Arial"/>
                <a:ea typeface="Arial"/>
                <a:cs typeface="Arial"/>
                <a:sym typeface="Arial"/>
              </a:rPr>
              <a:t>2.</a:t>
            </a:r>
            <a:fld id="{00000000-1234-1234-1234-123412341234}" type="slidenum">
              <a:rPr lang="en-US" sz="2000" b="1" i="0" u="none" strike="noStrike" cap="none">
                <a:solidFill>
                  <a:srgbClr val="000000"/>
                </a:solidFill>
                <a:latin typeface="Arial"/>
                <a:ea typeface="Arial"/>
                <a:cs typeface="Arial"/>
                <a:sym typeface="Arial"/>
              </a:rPr>
              <a:t>5</a:t>
            </a:fld>
            <a:endParaRPr sz="2000" b="1" i="0" u="none" strike="noStrike" cap="none">
              <a:solidFill>
                <a:srgbClr val="000000"/>
              </a:solidFill>
              <a:latin typeface="Arial"/>
              <a:ea typeface="Arial"/>
              <a:cs typeface="Arial"/>
              <a:sym typeface="Arial"/>
            </a:endParaRPr>
          </a:p>
        </p:txBody>
      </p:sp>
      <p:cxnSp>
        <p:nvCxnSpPr>
          <p:cNvPr id="416" name="Google Shape;416;p5"/>
          <p:cNvCxnSpPr/>
          <p:nvPr/>
        </p:nvCxnSpPr>
        <p:spPr>
          <a:xfrm>
            <a:off x="1676400" y="152400"/>
            <a:ext cx="8763000" cy="0"/>
          </a:xfrm>
          <a:prstGeom prst="straightConnector1">
            <a:avLst/>
          </a:prstGeom>
          <a:noFill/>
          <a:ln w="76200" cap="flat" cmpd="sng">
            <a:solidFill>
              <a:schemeClr val="hlink"/>
            </a:solidFill>
            <a:prstDash val="solid"/>
            <a:round/>
            <a:headEnd type="none" w="med" len="med"/>
            <a:tailEnd type="none" w="med" len="med"/>
          </a:ln>
        </p:spPr>
      </p:cxnSp>
      <p:cxnSp>
        <p:nvCxnSpPr>
          <p:cNvPr id="417" name="Google Shape;417;p5"/>
          <p:cNvCxnSpPr/>
          <p:nvPr/>
        </p:nvCxnSpPr>
        <p:spPr>
          <a:xfrm>
            <a:off x="1676400" y="990600"/>
            <a:ext cx="8763000" cy="0"/>
          </a:xfrm>
          <a:prstGeom prst="straightConnector1">
            <a:avLst/>
          </a:prstGeom>
          <a:noFill/>
          <a:ln w="19050" cap="flat" cmpd="sng">
            <a:solidFill>
              <a:schemeClr val="hlink"/>
            </a:solidFill>
            <a:prstDash val="solid"/>
            <a:round/>
            <a:headEnd type="none" w="med" len="med"/>
            <a:tailEnd type="none" w="med" len="med"/>
          </a:ln>
        </p:spPr>
      </p:cxnSp>
      <p:sp>
        <p:nvSpPr>
          <p:cNvPr id="418" name="Google Shape;418;p5"/>
          <p:cNvSpPr txBox="1"/>
          <p:nvPr/>
        </p:nvSpPr>
        <p:spPr>
          <a:xfrm>
            <a:off x="1828800" y="381000"/>
            <a:ext cx="4914900" cy="4572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1" i="0" u="none" strike="noStrike" cap="none">
                <a:solidFill>
                  <a:srgbClr val="3333CC"/>
                </a:solidFill>
                <a:latin typeface="Times New Roman"/>
                <a:ea typeface="Times New Roman"/>
                <a:cs typeface="Times New Roman"/>
                <a:sym typeface="Times New Roman"/>
              </a:rPr>
              <a:t>Figure 2.1  </a:t>
            </a:r>
            <a:r>
              <a:rPr lang="en-US" sz="1800" b="1" i="0" u="none" strike="noStrike" cap="none">
                <a:solidFill>
                  <a:srgbClr val="000000"/>
                </a:solidFill>
                <a:latin typeface="Times New Roman"/>
                <a:ea typeface="Times New Roman"/>
                <a:cs typeface="Times New Roman"/>
                <a:sym typeface="Times New Roman"/>
              </a:rPr>
              <a:t>Tasks involved in sending a letter</a:t>
            </a:r>
            <a:endParaRPr sz="2000" b="1" i="1" u="none" strike="noStrike" cap="none">
              <a:solidFill>
                <a:srgbClr val="000000"/>
              </a:solidFill>
              <a:latin typeface="Times New Roman"/>
              <a:ea typeface="Times New Roman"/>
              <a:cs typeface="Times New Roman"/>
              <a:sym typeface="Times New Roman"/>
            </a:endParaRPr>
          </a:p>
        </p:txBody>
      </p:sp>
      <p:cxnSp>
        <p:nvCxnSpPr>
          <p:cNvPr id="419" name="Google Shape;419;p5"/>
          <p:cNvCxnSpPr/>
          <p:nvPr/>
        </p:nvCxnSpPr>
        <p:spPr>
          <a:xfrm>
            <a:off x="1676400" y="6248400"/>
            <a:ext cx="8763000" cy="0"/>
          </a:xfrm>
          <a:prstGeom prst="straightConnector1">
            <a:avLst/>
          </a:prstGeom>
          <a:noFill/>
          <a:ln w="76200" cap="flat" cmpd="sng">
            <a:solidFill>
              <a:schemeClr val="hlink"/>
            </a:solidFill>
            <a:prstDash val="solid"/>
            <a:round/>
            <a:headEnd type="none" w="med" len="med"/>
            <a:tailEnd type="none" w="med" len="med"/>
          </a:ln>
        </p:spPr>
      </p:cxnSp>
      <p:pic>
        <p:nvPicPr>
          <p:cNvPr id="420" name="Google Shape;420;p5"/>
          <p:cNvPicPr preferRelativeResize="0"/>
          <p:nvPr/>
        </p:nvPicPr>
        <p:blipFill rotWithShape="1">
          <a:blip r:embed="rId3">
            <a:alphaModFix/>
          </a:blip>
          <a:srcRect/>
          <a:stretch/>
        </p:blipFill>
        <p:spPr>
          <a:xfrm>
            <a:off x="3276600" y="1219201"/>
            <a:ext cx="5575300" cy="4799013"/>
          </a:xfrm>
          <a:prstGeom prst="rect">
            <a:avLst/>
          </a:prstGeom>
          <a:noFill/>
          <a:ln>
            <a:noFill/>
          </a:ln>
        </p:spPr>
      </p:pic>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425"/>
        <p:cNvGrpSpPr/>
        <p:nvPr/>
      </p:nvGrpSpPr>
      <p:grpSpPr>
        <a:xfrm>
          <a:off x="0" y="0"/>
          <a:ext cx="0" cy="0"/>
          <a:chOff x="0" y="0"/>
          <a:chExt cx="0" cy="0"/>
        </a:xfrm>
      </p:grpSpPr>
      <p:sp>
        <p:nvSpPr>
          <p:cNvPr id="426" name="Google Shape;426;p6"/>
          <p:cNvSpPr txBox="1">
            <a:spLocks noGrp="1"/>
          </p:cNvSpPr>
          <p:nvPr>
            <p:ph type="sldNum" idx="12"/>
          </p:nvPr>
        </p:nvSpPr>
        <p:spPr>
          <a:xfrm>
            <a:off x="0" y="6400800"/>
            <a:ext cx="2540000" cy="457200"/>
          </a:xfrm>
          <a:prstGeom prst="rect">
            <a:avLst/>
          </a:prstGeom>
          <a:noFill/>
          <a:ln>
            <a:noFill/>
          </a:ln>
        </p:spPr>
        <p:txBody>
          <a:bodyPr spcFirstLastPara="1" wrap="square" lIns="91425" tIns="45700" rIns="91425" bIns="45700" anchor="b" anchorCtr="0">
            <a:noAutofit/>
          </a:bodyPr>
          <a:lstStyle/>
          <a:p>
            <a:pPr marL="0" marR="0" lvl="0" indent="0" algn="l" rtl="0">
              <a:spcBef>
                <a:spcPts val="0"/>
              </a:spcBef>
              <a:spcAft>
                <a:spcPts val="0"/>
              </a:spcAft>
              <a:buNone/>
            </a:pPr>
            <a:r>
              <a:rPr lang="en-US" sz="2000" b="1" i="0" u="none" strike="noStrike" cap="none">
                <a:solidFill>
                  <a:srgbClr val="000000"/>
                </a:solidFill>
                <a:latin typeface="Arial"/>
                <a:ea typeface="Arial"/>
                <a:cs typeface="Arial"/>
                <a:sym typeface="Arial"/>
              </a:rPr>
              <a:t>2.</a:t>
            </a:r>
            <a:fld id="{00000000-1234-1234-1234-123412341234}" type="slidenum">
              <a:rPr lang="en-US" sz="2000" b="1" i="0" u="none" strike="noStrike" cap="none">
                <a:solidFill>
                  <a:srgbClr val="000000"/>
                </a:solidFill>
                <a:latin typeface="Arial"/>
                <a:ea typeface="Arial"/>
                <a:cs typeface="Arial"/>
                <a:sym typeface="Arial"/>
              </a:rPr>
              <a:t>6</a:t>
            </a:fld>
            <a:endParaRPr sz="2000" b="1" i="0" u="none" strike="noStrike" cap="none">
              <a:solidFill>
                <a:srgbClr val="000000"/>
              </a:solidFill>
              <a:latin typeface="Arial"/>
              <a:ea typeface="Arial"/>
              <a:cs typeface="Arial"/>
              <a:sym typeface="Arial"/>
            </a:endParaRPr>
          </a:p>
        </p:txBody>
      </p:sp>
      <p:sp>
        <p:nvSpPr>
          <p:cNvPr id="427" name="Google Shape;427;p6"/>
          <p:cNvSpPr/>
          <p:nvPr/>
        </p:nvSpPr>
        <p:spPr>
          <a:xfrm>
            <a:off x="1524000" y="272111"/>
            <a:ext cx="9144000" cy="838200"/>
          </a:xfrm>
          <a:prstGeom prst="rect">
            <a:avLst/>
          </a:prstGeom>
          <a:solidFill>
            <a:srgbClr val="33CCFF"/>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3200" b="1" i="0" u="none" strike="noStrike" cap="none">
              <a:solidFill>
                <a:srgbClr val="000000"/>
              </a:solidFill>
              <a:latin typeface="Times New Roman"/>
              <a:ea typeface="Times New Roman"/>
              <a:cs typeface="Times New Roman"/>
              <a:sym typeface="Times New Roman"/>
            </a:endParaRPr>
          </a:p>
        </p:txBody>
      </p:sp>
      <p:sp>
        <p:nvSpPr>
          <p:cNvPr id="428" name="Google Shape;428;p6"/>
          <p:cNvSpPr txBox="1"/>
          <p:nvPr/>
        </p:nvSpPr>
        <p:spPr>
          <a:xfrm>
            <a:off x="1762761" y="419431"/>
            <a:ext cx="6588759" cy="579438"/>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200" b="1" i="0" u="none" strike="noStrike" cap="none" dirty="0">
                <a:solidFill>
                  <a:srgbClr val="000000"/>
                </a:solidFill>
                <a:latin typeface="Times"/>
                <a:ea typeface="Times"/>
                <a:cs typeface="Times"/>
                <a:sym typeface="Times"/>
              </a:rPr>
              <a:t>2-2   THE OSI MODEL</a:t>
            </a:r>
            <a:endParaRPr dirty="0"/>
          </a:p>
        </p:txBody>
      </p:sp>
      <p:sp>
        <p:nvSpPr>
          <p:cNvPr id="429" name="Google Shape;429;p6"/>
          <p:cNvSpPr txBox="1"/>
          <p:nvPr/>
        </p:nvSpPr>
        <p:spPr>
          <a:xfrm>
            <a:off x="9753600" y="6400801"/>
            <a:ext cx="184150" cy="36671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endParaRPr sz="1800" b="1" i="0" u="none" strike="noStrike" cap="none">
              <a:solidFill>
                <a:srgbClr val="000000"/>
              </a:solidFill>
              <a:latin typeface="Times New Roman"/>
              <a:ea typeface="Times New Roman"/>
              <a:cs typeface="Times New Roman"/>
              <a:sym typeface="Times New Roman"/>
            </a:endParaRPr>
          </a:p>
        </p:txBody>
      </p:sp>
      <p:sp>
        <p:nvSpPr>
          <p:cNvPr id="430" name="Google Shape;430;p6"/>
          <p:cNvSpPr/>
          <p:nvPr/>
        </p:nvSpPr>
        <p:spPr>
          <a:xfrm>
            <a:off x="1524000" y="1685926"/>
            <a:ext cx="8610600" cy="3046413"/>
          </a:xfrm>
          <a:prstGeom prst="rect">
            <a:avLst/>
          </a:prstGeom>
          <a:noFill/>
          <a:ln>
            <a:noFill/>
          </a:ln>
        </p:spPr>
        <p:txBody>
          <a:bodyPr spcFirstLastPara="1" wrap="square" lIns="91425" tIns="45700" rIns="91425" bIns="45700" anchor="ctr" anchorCtr="0">
            <a:spAutoFit/>
          </a:bodyPr>
          <a:lstStyle/>
          <a:p>
            <a:pPr marL="0" marR="0" lvl="0" indent="0" algn="just" rtl="0">
              <a:spcBef>
                <a:spcPts val="0"/>
              </a:spcBef>
              <a:spcAft>
                <a:spcPts val="0"/>
              </a:spcAft>
              <a:buNone/>
            </a:pPr>
            <a:r>
              <a:rPr lang="en-US" sz="2400" b="1" i="1" u="none" strike="noStrike" cap="none">
                <a:solidFill>
                  <a:srgbClr val="000000"/>
                </a:solidFill>
                <a:latin typeface="Times New Roman"/>
                <a:ea typeface="Times New Roman"/>
                <a:cs typeface="Times New Roman"/>
                <a:sym typeface="Times New Roman"/>
              </a:rPr>
              <a:t>Established in 1947, the International Standards Organization (</a:t>
            </a:r>
            <a:r>
              <a:rPr lang="en-US" sz="2400" b="1" i="1" u="none" strike="noStrike" cap="none">
                <a:solidFill>
                  <a:srgbClr val="FF0000"/>
                </a:solidFill>
                <a:latin typeface="Times New Roman"/>
                <a:ea typeface="Times New Roman"/>
                <a:cs typeface="Times New Roman"/>
                <a:sym typeface="Times New Roman"/>
              </a:rPr>
              <a:t>ISO</a:t>
            </a:r>
            <a:r>
              <a:rPr lang="en-US" sz="2400" b="1" i="1" u="none" strike="noStrike" cap="none">
                <a:solidFill>
                  <a:srgbClr val="000000"/>
                </a:solidFill>
                <a:latin typeface="Times New Roman"/>
                <a:ea typeface="Times New Roman"/>
                <a:cs typeface="Times New Roman"/>
                <a:sym typeface="Times New Roman"/>
              </a:rPr>
              <a:t>) is a multinational body dedicated to worldwide </a:t>
            </a:r>
            <a:r>
              <a:rPr lang="en-US" sz="2400" b="1" i="1" u="none" strike="noStrike" cap="none">
                <a:solidFill>
                  <a:srgbClr val="FF0000"/>
                </a:solidFill>
                <a:latin typeface="Times New Roman"/>
                <a:ea typeface="Times New Roman"/>
                <a:cs typeface="Times New Roman"/>
                <a:sym typeface="Times New Roman"/>
              </a:rPr>
              <a:t>agreement on international standards</a:t>
            </a:r>
            <a:r>
              <a:rPr lang="en-US" sz="2400" b="1" i="1" u="none" strike="noStrike" cap="none">
                <a:solidFill>
                  <a:srgbClr val="000000"/>
                </a:solidFill>
                <a:latin typeface="Times New Roman"/>
                <a:ea typeface="Times New Roman"/>
                <a:cs typeface="Times New Roman"/>
                <a:sym typeface="Times New Roman"/>
              </a:rPr>
              <a:t>. An ISO standard that covers all aspects of network communications is the Open Systems Interconnection (</a:t>
            </a:r>
            <a:r>
              <a:rPr lang="en-US" sz="2400" b="1" i="1" u="none" strike="noStrike" cap="none">
                <a:solidFill>
                  <a:srgbClr val="FF0000"/>
                </a:solidFill>
                <a:latin typeface="Times New Roman"/>
                <a:ea typeface="Times New Roman"/>
                <a:cs typeface="Times New Roman"/>
                <a:sym typeface="Times New Roman"/>
              </a:rPr>
              <a:t>OSI</a:t>
            </a:r>
            <a:r>
              <a:rPr lang="en-US" sz="2400" b="1" i="1" u="none" strike="noStrike" cap="none">
                <a:solidFill>
                  <a:srgbClr val="000000"/>
                </a:solidFill>
                <a:latin typeface="Times New Roman"/>
                <a:ea typeface="Times New Roman"/>
                <a:cs typeface="Times New Roman"/>
                <a:sym typeface="Times New Roman"/>
              </a:rPr>
              <a:t>) model. It was first introduced in the late 1970s.  </a:t>
            </a:r>
            <a:r>
              <a:rPr lang="en-US" sz="2400" b="1" i="0" u="none" strike="noStrike" cap="none">
                <a:solidFill>
                  <a:srgbClr val="000000"/>
                </a:solidFill>
                <a:latin typeface="Times New Roman"/>
                <a:ea typeface="Times New Roman"/>
                <a:cs typeface="Times New Roman"/>
                <a:sym typeface="Times New Roman"/>
              </a:rPr>
              <a:t>The OSI model is not a protocol; it is a model for understanding and designing a network architecture that is flexible, robust, and interoperable.</a:t>
            </a:r>
            <a:endParaRPr sz="2400" b="1" i="1" u="none" strike="noStrike" cap="none">
              <a:solidFill>
                <a:srgbClr val="000000"/>
              </a:solidFill>
              <a:latin typeface="Times New Roman"/>
              <a:ea typeface="Times New Roman"/>
              <a:cs typeface="Times New Roman"/>
              <a:sym typeface="Times New Roman"/>
            </a:endParaRPr>
          </a:p>
        </p:txBody>
      </p:sp>
      <p:sp>
        <p:nvSpPr>
          <p:cNvPr id="431" name="Google Shape;431;p6"/>
          <p:cNvSpPr/>
          <p:nvPr/>
        </p:nvSpPr>
        <p:spPr>
          <a:xfrm>
            <a:off x="1640632" y="5307954"/>
            <a:ext cx="5715000" cy="120032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1" i="0" u="none" strike="noStrike" cap="none">
                <a:solidFill>
                  <a:srgbClr val="0033CC"/>
                </a:solidFill>
                <a:latin typeface="Times New Roman"/>
                <a:ea typeface="Times New Roman"/>
                <a:cs typeface="Times New Roman"/>
                <a:sym typeface="Times New Roman"/>
              </a:rPr>
              <a:t>Layered Architecture</a:t>
            </a:r>
            <a:br>
              <a:rPr lang="en-US" sz="2400" b="1" i="0" u="none" strike="noStrike" cap="none">
                <a:solidFill>
                  <a:srgbClr val="0033CC"/>
                </a:solidFill>
                <a:latin typeface="Times New Roman"/>
                <a:ea typeface="Times New Roman"/>
                <a:cs typeface="Times New Roman"/>
                <a:sym typeface="Times New Roman"/>
              </a:rPr>
            </a:br>
            <a:r>
              <a:rPr lang="en-US" sz="2400" b="1" i="0" u="none" strike="noStrike" cap="none">
                <a:solidFill>
                  <a:srgbClr val="0033CC"/>
                </a:solidFill>
                <a:latin typeface="Times New Roman"/>
                <a:ea typeface="Times New Roman"/>
                <a:cs typeface="Times New Roman"/>
                <a:sym typeface="Times New Roman"/>
              </a:rPr>
              <a:t>Peer-to-Peer Processes</a:t>
            </a:r>
            <a:endParaRPr sz="2400" b="1" i="0" u="none" strike="noStrike" cap="none">
              <a:solidFill>
                <a:srgbClr val="0033CC"/>
              </a:solidFill>
              <a:latin typeface="Times New Roman"/>
              <a:ea typeface="Times New Roman"/>
              <a:cs typeface="Times New Roman"/>
              <a:sym typeface="Times New Roman"/>
            </a:endParaRPr>
          </a:p>
          <a:p>
            <a:pPr marL="0" marR="0" lvl="0" indent="0" algn="l" rtl="0">
              <a:spcBef>
                <a:spcPts val="0"/>
              </a:spcBef>
              <a:spcAft>
                <a:spcPts val="0"/>
              </a:spcAft>
              <a:buNone/>
            </a:pPr>
            <a:r>
              <a:rPr lang="en-US" sz="2400" b="1" i="0" u="none" strike="noStrike" cap="none">
                <a:solidFill>
                  <a:srgbClr val="0033CC"/>
                </a:solidFill>
                <a:latin typeface="Times New Roman"/>
                <a:ea typeface="Times New Roman"/>
                <a:cs typeface="Times New Roman"/>
                <a:sym typeface="Times New Roman"/>
              </a:rPr>
              <a:t>Encapsulation</a:t>
            </a:r>
            <a:endParaRPr/>
          </a:p>
        </p:txBody>
      </p:sp>
      <p:sp>
        <p:nvSpPr>
          <p:cNvPr id="432" name="Google Shape;432;p6"/>
          <p:cNvSpPr txBox="1"/>
          <p:nvPr/>
        </p:nvSpPr>
        <p:spPr>
          <a:xfrm>
            <a:off x="1640632" y="4802469"/>
            <a:ext cx="4867275" cy="519113"/>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800" b="1" i="1" u="sng" strike="noStrike" cap="none">
                <a:solidFill>
                  <a:srgbClr val="FF0000"/>
                </a:solidFill>
                <a:latin typeface="Times New Roman"/>
                <a:ea typeface="Times New Roman"/>
                <a:cs typeface="Times New Roman"/>
                <a:sym typeface="Times New Roman"/>
              </a:rPr>
              <a:t>Topics discussed in this section:</a:t>
            </a:r>
            <a:endParaRP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437"/>
        <p:cNvGrpSpPr/>
        <p:nvPr/>
      </p:nvGrpSpPr>
      <p:grpSpPr>
        <a:xfrm>
          <a:off x="0" y="0"/>
          <a:ext cx="0" cy="0"/>
          <a:chOff x="0" y="0"/>
          <a:chExt cx="0" cy="0"/>
        </a:xfrm>
      </p:grpSpPr>
      <p:sp>
        <p:nvSpPr>
          <p:cNvPr id="438" name="Google Shape;438;p7"/>
          <p:cNvSpPr txBox="1">
            <a:spLocks noGrp="1"/>
          </p:cNvSpPr>
          <p:nvPr>
            <p:ph type="sldNum" idx="12"/>
          </p:nvPr>
        </p:nvSpPr>
        <p:spPr>
          <a:xfrm>
            <a:off x="0" y="6400800"/>
            <a:ext cx="2540000" cy="457200"/>
          </a:xfrm>
          <a:prstGeom prst="rect">
            <a:avLst/>
          </a:prstGeom>
          <a:noFill/>
          <a:ln>
            <a:noFill/>
          </a:ln>
        </p:spPr>
        <p:txBody>
          <a:bodyPr spcFirstLastPara="1" wrap="square" lIns="91425" tIns="45700" rIns="91425" bIns="45700" anchor="b" anchorCtr="0">
            <a:noAutofit/>
          </a:bodyPr>
          <a:lstStyle/>
          <a:p>
            <a:pPr marL="0" marR="0" lvl="0" indent="0" algn="l" rtl="0">
              <a:spcBef>
                <a:spcPts val="0"/>
              </a:spcBef>
              <a:spcAft>
                <a:spcPts val="0"/>
              </a:spcAft>
              <a:buNone/>
            </a:pPr>
            <a:r>
              <a:rPr lang="en-US" sz="2000" b="1" i="0" u="none" strike="noStrike" cap="none">
                <a:solidFill>
                  <a:srgbClr val="000000"/>
                </a:solidFill>
                <a:latin typeface="Arial"/>
                <a:ea typeface="Arial"/>
                <a:cs typeface="Arial"/>
                <a:sym typeface="Arial"/>
              </a:rPr>
              <a:t>2.</a:t>
            </a:r>
            <a:fld id="{00000000-1234-1234-1234-123412341234}" type="slidenum">
              <a:rPr lang="en-US" sz="2000" b="1" i="0" u="none" strike="noStrike" cap="none">
                <a:solidFill>
                  <a:srgbClr val="000000"/>
                </a:solidFill>
                <a:latin typeface="Arial"/>
                <a:ea typeface="Arial"/>
                <a:cs typeface="Arial"/>
                <a:sym typeface="Arial"/>
              </a:rPr>
              <a:t>7</a:t>
            </a:fld>
            <a:endParaRPr sz="2000" b="1" i="0" u="none" strike="noStrike" cap="none">
              <a:solidFill>
                <a:srgbClr val="000000"/>
              </a:solidFill>
              <a:latin typeface="Arial"/>
              <a:ea typeface="Arial"/>
              <a:cs typeface="Arial"/>
              <a:sym typeface="Arial"/>
            </a:endParaRPr>
          </a:p>
        </p:txBody>
      </p:sp>
      <p:sp>
        <p:nvSpPr>
          <p:cNvPr id="439" name="Google Shape;439;p7"/>
          <p:cNvSpPr/>
          <p:nvPr/>
        </p:nvSpPr>
        <p:spPr>
          <a:xfrm>
            <a:off x="1890713" y="107951"/>
            <a:ext cx="438150" cy="474663"/>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0" i="0" u="none" strike="noStrike" cap="none">
              <a:solidFill>
                <a:srgbClr val="000000"/>
              </a:solidFill>
              <a:latin typeface="Tahoma"/>
              <a:ea typeface="Tahoma"/>
              <a:cs typeface="Tahoma"/>
              <a:sym typeface="Tahoma"/>
            </a:endParaRPr>
          </a:p>
        </p:txBody>
      </p:sp>
      <p:sp>
        <p:nvSpPr>
          <p:cNvPr id="440" name="Google Shape;440;p7"/>
          <p:cNvSpPr/>
          <p:nvPr/>
        </p:nvSpPr>
        <p:spPr>
          <a:xfrm>
            <a:off x="2273301" y="107951"/>
            <a:ext cx="328613" cy="474663"/>
          </a:xfrm>
          <a:prstGeom prst="rect">
            <a:avLst/>
          </a:prstGeom>
          <a:gradFill>
            <a:gsLst>
              <a:gs pos="0">
                <a:schemeClr val="accent2"/>
              </a:gs>
              <a:gs pos="100000">
                <a:schemeClr val="lt1"/>
              </a:gs>
            </a:gsLst>
            <a:lin ang="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0" i="0" u="none" strike="noStrike" cap="none">
              <a:solidFill>
                <a:srgbClr val="000000"/>
              </a:solidFill>
              <a:latin typeface="Tahoma"/>
              <a:ea typeface="Tahoma"/>
              <a:cs typeface="Tahoma"/>
              <a:sym typeface="Tahoma"/>
            </a:endParaRPr>
          </a:p>
        </p:txBody>
      </p:sp>
      <p:sp>
        <p:nvSpPr>
          <p:cNvPr id="441" name="Google Shape;441;p7"/>
          <p:cNvSpPr/>
          <p:nvPr/>
        </p:nvSpPr>
        <p:spPr>
          <a:xfrm>
            <a:off x="2014539" y="530226"/>
            <a:ext cx="422275" cy="474663"/>
          </a:xfrm>
          <a:prstGeom prst="rect">
            <a:avLst/>
          </a:prstGeom>
          <a:solidFill>
            <a:schemeClr val="folHlink"/>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0" i="0" u="none" strike="noStrike" cap="none">
              <a:solidFill>
                <a:srgbClr val="000000"/>
              </a:solidFill>
              <a:latin typeface="Tahoma"/>
              <a:ea typeface="Tahoma"/>
              <a:cs typeface="Tahoma"/>
              <a:sym typeface="Tahoma"/>
            </a:endParaRPr>
          </a:p>
        </p:txBody>
      </p:sp>
      <p:sp>
        <p:nvSpPr>
          <p:cNvPr id="442" name="Google Shape;442;p7"/>
          <p:cNvSpPr/>
          <p:nvPr/>
        </p:nvSpPr>
        <p:spPr>
          <a:xfrm>
            <a:off x="2384425" y="530226"/>
            <a:ext cx="368300" cy="474663"/>
          </a:xfrm>
          <a:prstGeom prst="rect">
            <a:avLst/>
          </a:prstGeom>
          <a:gradFill>
            <a:gsLst>
              <a:gs pos="0">
                <a:schemeClr val="folHlink"/>
              </a:gs>
              <a:gs pos="100000">
                <a:schemeClr val="lt1"/>
              </a:gs>
            </a:gsLst>
            <a:lin ang="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0" i="0" u="none" strike="noStrike" cap="none">
              <a:solidFill>
                <a:srgbClr val="000000"/>
              </a:solidFill>
              <a:latin typeface="Tahoma"/>
              <a:ea typeface="Tahoma"/>
              <a:cs typeface="Tahoma"/>
              <a:sym typeface="Tahoma"/>
            </a:endParaRPr>
          </a:p>
        </p:txBody>
      </p:sp>
      <p:sp>
        <p:nvSpPr>
          <p:cNvPr id="443" name="Google Shape;443;p7"/>
          <p:cNvSpPr/>
          <p:nvPr/>
        </p:nvSpPr>
        <p:spPr>
          <a:xfrm>
            <a:off x="1600200" y="457201"/>
            <a:ext cx="560388" cy="422275"/>
          </a:xfrm>
          <a:prstGeom prst="rect">
            <a:avLst/>
          </a:prstGeom>
          <a:gradFill>
            <a:gsLst>
              <a:gs pos="0">
                <a:schemeClr val="lt1"/>
              </a:gs>
              <a:gs pos="100000">
                <a:schemeClr val="hlink"/>
              </a:gs>
            </a:gsLst>
            <a:lin ang="189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0" i="0" u="none" strike="noStrike" cap="none">
              <a:solidFill>
                <a:srgbClr val="000000"/>
              </a:solidFill>
              <a:latin typeface="Tahoma"/>
              <a:ea typeface="Tahoma"/>
              <a:cs typeface="Tahoma"/>
              <a:sym typeface="Tahoma"/>
            </a:endParaRPr>
          </a:p>
        </p:txBody>
      </p:sp>
      <p:sp>
        <p:nvSpPr>
          <p:cNvPr id="444" name="Google Shape;444;p7"/>
          <p:cNvSpPr/>
          <p:nvPr/>
        </p:nvSpPr>
        <p:spPr>
          <a:xfrm>
            <a:off x="2235200" y="1"/>
            <a:ext cx="31750" cy="1052513"/>
          </a:xfrm>
          <a:prstGeom prst="rect">
            <a:avLst/>
          </a:prstGeom>
          <a:solidFill>
            <a:schemeClr val="l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0" i="0" u="none" strike="noStrike" cap="none">
              <a:solidFill>
                <a:srgbClr val="000000"/>
              </a:solidFill>
              <a:latin typeface="Tahoma"/>
              <a:ea typeface="Tahoma"/>
              <a:cs typeface="Tahoma"/>
              <a:sym typeface="Tahoma"/>
            </a:endParaRPr>
          </a:p>
        </p:txBody>
      </p:sp>
      <p:sp>
        <p:nvSpPr>
          <p:cNvPr id="445" name="Google Shape;445;p7"/>
          <p:cNvSpPr/>
          <p:nvPr/>
        </p:nvSpPr>
        <p:spPr>
          <a:xfrm>
            <a:off x="1966914" y="533400"/>
            <a:ext cx="8226425" cy="31750"/>
          </a:xfrm>
          <a:prstGeom prst="rect">
            <a:avLst/>
          </a:prstGeom>
          <a:gradFill>
            <a:gsLst>
              <a:gs pos="0">
                <a:schemeClr val="lt2"/>
              </a:gs>
              <a:gs pos="100000">
                <a:schemeClr val="lt1"/>
              </a:gs>
            </a:gsLst>
            <a:lin ang="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0" i="0" u="none" strike="noStrike" cap="none">
              <a:solidFill>
                <a:srgbClr val="000000"/>
              </a:solidFill>
              <a:latin typeface="Tahoma"/>
              <a:ea typeface="Tahoma"/>
              <a:cs typeface="Tahoma"/>
              <a:sym typeface="Tahoma"/>
            </a:endParaRPr>
          </a:p>
        </p:txBody>
      </p:sp>
      <p:cxnSp>
        <p:nvCxnSpPr>
          <p:cNvPr id="446" name="Google Shape;446;p7"/>
          <p:cNvCxnSpPr/>
          <p:nvPr/>
        </p:nvCxnSpPr>
        <p:spPr>
          <a:xfrm>
            <a:off x="1981200" y="2819400"/>
            <a:ext cx="8153400" cy="0"/>
          </a:xfrm>
          <a:prstGeom prst="straightConnector1">
            <a:avLst/>
          </a:prstGeom>
          <a:noFill/>
          <a:ln w="76200" cap="flat" cmpd="sng">
            <a:solidFill>
              <a:srgbClr val="009900"/>
            </a:solidFill>
            <a:prstDash val="solid"/>
            <a:round/>
            <a:headEnd type="none" w="med" len="med"/>
            <a:tailEnd type="none" w="med" len="med"/>
          </a:ln>
        </p:spPr>
      </p:cxnSp>
      <p:cxnSp>
        <p:nvCxnSpPr>
          <p:cNvPr id="447" name="Google Shape;447;p7"/>
          <p:cNvCxnSpPr/>
          <p:nvPr/>
        </p:nvCxnSpPr>
        <p:spPr>
          <a:xfrm>
            <a:off x="1982788" y="3810000"/>
            <a:ext cx="8153400" cy="0"/>
          </a:xfrm>
          <a:prstGeom prst="straightConnector1">
            <a:avLst/>
          </a:prstGeom>
          <a:noFill/>
          <a:ln w="76200" cap="flat" cmpd="sng">
            <a:solidFill>
              <a:srgbClr val="009900"/>
            </a:solidFill>
            <a:prstDash val="solid"/>
            <a:round/>
            <a:headEnd type="none" w="med" len="med"/>
            <a:tailEnd type="none" w="med" len="med"/>
          </a:ln>
        </p:spPr>
      </p:cxnSp>
      <p:sp>
        <p:nvSpPr>
          <p:cNvPr id="448" name="Google Shape;448;p7"/>
          <p:cNvSpPr/>
          <p:nvPr/>
        </p:nvSpPr>
        <p:spPr>
          <a:xfrm>
            <a:off x="2019300" y="2911476"/>
            <a:ext cx="8077200" cy="830997"/>
          </a:xfrm>
          <a:prstGeom prst="rect">
            <a:avLst/>
          </a:prstGeom>
          <a:solidFill>
            <a:srgbClr val="99FF33"/>
          </a:solid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400" b="1" i="0" u="none" strike="noStrike" cap="none">
                <a:solidFill>
                  <a:srgbClr val="000000"/>
                </a:solidFill>
                <a:latin typeface="Times New Roman"/>
                <a:ea typeface="Times New Roman"/>
                <a:cs typeface="Times New Roman"/>
                <a:sym typeface="Times New Roman"/>
              </a:rPr>
              <a:t>ISO is the organization.</a:t>
            </a:r>
            <a:br>
              <a:rPr lang="en-US" sz="2400" b="1" i="0" u="none" strike="noStrike" cap="none">
                <a:solidFill>
                  <a:srgbClr val="000000"/>
                </a:solidFill>
                <a:latin typeface="Times New Roman"/>
                <a:ea typeface="Times New Roman"/>
                <a:cs typeface="Times New Roman"/>
                <a:sym typeface="Times New Roman"/>
              </a:rPr>
            </a:br>
            <a:r>
              <a:rPr lang="en-US" sz="2400" b="1" i="0" u="none" strike="noStrike" cap="none">
                <a:solidFill>
                  <a:srgbClr val="000000"/>
                </a:solidFill>
                <a:latin typeface="Times New Roman"/>
                <a:ea typeface="Times New Roman"/>
                <a:cs typeface="Times New Roman"/>
                <a:sym typeface="Times New Roman"/>
              </a:rPr>
              <a:t>OSI is the model.</a:t>
            </a:r>
            <a:endParaRPr/>
          </a:p>
        </p:txBody>
      </p:sp>
      <p:grpSp>
        <p:nvGrpSpPr>
          <p:cNvPr id="449" name="Google Shape;449;p7"/>
          <p:cNvGrpSpPr/>
          <p:nvPr/>
        </p:nvGrpSpPr>
        <p:grpSpPr>
          <a:xfrm>
            <a:off x="1981200" y="2133600"/>
            <a:ext cx="1143000" cy="566738"/>
            <a:chOff x="1200" y="1248"/>
            <a:chExt cx="720" cy="357"/>
          </a:xfrm>
        </p:grpSpPr>
        <p:pic>
          <p:nvPicPr>
            <p:cNvPr id="450" name="Google Shape;450;p7"/>
            <p:cNvPicPr preferRelativeResize="0"/>
            <p:nvPr/>
          </p:nvPicPr>
          <p:blipFill rotWithShape="1">
            <a:blip r:embed="rId3">
              <a:alphaModFix/>
            </a:blip>
            <a:srcRect/>
            <a:stretch/>
          </p:blipFill>
          <p:spPr>
            <a:xfrm>
              <a:off x="1200" y="1248"/>
              <a:ext cx="720" cy="357"/>
            </a:xfrm>
            <a:prstGeom prst="rect">
              <a:avLst/>
            </a:prstGeom>
            <a:noFill/>
            <a:ln>
              <a:noFill/>
            </a:ln>
          </p:spPr>
        </p:pic>
        <p:sp>
          <p:nvSpPr>
            <p:cNvPr id="451" name="Google Shape;451;p7"/>
            <p:cNvSpPr txBox="1"/>
            <p:nvPr/>
          </p:nvSpPr>
          <p:spPr>
            <a:xfrm>
              <a:off x="1284" y="1248"/>
              <a:ext cx="551" cy="32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b="1" i="1" u="none" strike="noStrike" cap="none">
                  <a:solidFill>
                    <a:srgbClr val="FF0000"/>
                  </a:solidFill>
                  <a:latin typeface="Times New Roman"/>
                  <a:ea typeface="Times New Roman"/>
                  <a:cs typeface="Times New Roman"/>
                  <a:sym typeface="Times New Roman"/>
                </a:rPr>
                <a:t>Note</a:t>
              </a:r>
              <a:endParaRPr/>
            </a:p>
          </p:txBody>
        </p:sp>
      </p:gr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456"/>
        <p:cNvGrpSpPr/>
        <p:nvPr/>
      </p:nvGrpSpPr>
      <p:grpSpPr>
        <a:xfrm>
          <a:off x="0" y="0"/>
          <a:ext cx="0" cy="0"/>
          <a:chOff x="0" y="0"/>
          <a:chExt cx="0" cy="0"/>
        </a:xfrm>
      </p:grpSpPr>
      <p:sp>
        <p:nvSpPr>
          <p:cNvPr id="457" name="Google Shape;457;p8"/>
          <p:cNvSpPr txBox="1">
            <a:spLocks noGrp="1"/>
          </p:cNvSpPr>
          <p:nvPr>
            <p:ph type="sldNum" idx="12"/>
          </p:nvPr>
        </p:nvSpPr>
        <p:spPr>
          <a:xfrm>
            <a:off x="0" y="6400800"/>
            <a:ext cx="2540000" cy="457200"/>
          </a:xfrm>
          <a:prstGeom prst="rect">
            <a:avLst/>
          </a:prstGeom>
          <a:noFill/>
          <a:ln>
            <a:noFill/>
          </a:ln>
        </p:spPr>
        <p:txBody>
          <a:bodyPr spcFirstLastPara="1" wrap="square" lIns="91425" tIns="45700" rIns="91425" bIns="45700" anchor="b" anchorCtr="0">
            <a:noAutofit/>
          </a:bodyPr>
          <a:lstStyle/>
          <a:p>
            <a:pPr marL="0" marR="0" lvl="0" indent="0" algn="l" rtl="0">
              <a:spcBef>
                <a:spcPts val="0"/>
              </a:spcBef>
              <a:spcAft>
                <a:spcPts val="0"/>
              </a:spcAft>
              <a:buNone/>
            </a:pPr>
            <a:r>
              <a:rPr lang="en-US" sz="2000" b="1" i="0" u="none" strike="noStrike" cap="none">
                <a:solidFill>
                  <a:srgbClr val="000000"/>
                </a:solidFill>
                <a:latin typeface="Arial"/>
                <a:ea typeface="Arial"/>
                <a:cs typeface="Arial"/>
                <a:sym typeface="Arial"/>
              </a:rPr>
              <a:t>2.</a:t>
            </a:r>
            <a:fld id="{00000000-1234-1234-1234-123412341234}" type="slidenum">
              <a:rPr lang="en-US" sz="2000" b="1" i="0" u="none" strike="noStrike" cap="none">
                <a:solidFill>
                  <a:srgbClr val="000000"/>
                </a:solidFill>
                <a:latin typeface="Arial"/>
                <a:ea typeface="Arial"/>
                <a:cs typeface="Arial"/>
                <a:sym typeface="Arial"/>
              </a:rPr>
              <a:t>8</a:t>
            </a:fld>
            <a:endParaRPr sz="2000" b="1" i="0" u="none" strike="noStrike" cap="none">
              <a:solidFill>
                <a:srgbClr val="000000"/>
              </a:solidFill>
              <a:latin typeface="Arial"/>
              <a:ea typeface="Arial"/>
              <a:cs typeface="Arial"/>
              <a:sym typeface="Arial"/>
            </a:endParaRPr>
          </a:p>
        </p:txBody>
      </p:sp>
      <p:cxnSp>
        <p:nvCxnSpPr>
          <p:cNvPr id="458" name="Google Shape;458;p8"/>
          <p:cNvCxnSpPr/>
          <p:nvPr/>
        </p:nvCxnSpPr>
        <p:spPr>
          <a:xfrm>
            <a:off x="1676400" y="228600"/>
            <a:ext cx="8763000" cy="0"/>
          </a:xfrm>
          <a:prstGeom prst="straightConnector1">
            <a:avLst/>
          </a:prstGeom>
          <a:noFill/>
          <a:ln w="76200" cap="flat" cmpd="sng">
            <a:solidFill>
              <a:schemeClr val="hlink"/>
            </a:solidFill>
            <a:prstDash val="solid"/>
            <a:round/>
            <a:headEnd type="none" w="med" len="med"/>
            <a:tailEnd type="none" w="med" len="med"/>
          </a:ln>
        </p:spPr>
      </p:cxnSp>
      <p:cxnSp>
        <p:nvCxnSpPr>
          <p:cNvPr id="459" name="Google Shape;459;p8"/>
          <p:cNvCxnSpPr/>
          <p:nvPr/>
        </p:nvCxnSpPr>
        <p:spPr>
          <a:xfrm>
            <a:off x="1676400" y="1066800"/>
            <a:ext cx="8763000" cy="0"/>
          </a:xfrm>
          <a:prstGeom prst="straightConnector1">
            <a:avLst/>
          </a:prstGeom>
          <a:noFill/>
          <a:ln w="19050" cap="flat" cmpd="sng">
            <a:solidFill>
              <a:schemeClr val="hlink"/>
            </a:solidFill>
            <a:prstDash val="solid"/>
            <a:round/>
            <a:headEnd type="none" w="med" len="med"/>
            <a:tailEnd type="none" w="med" len="med"/>
          </a:ln>
        </p:spPr>
      </p:cxnSp>
      <p:sp>
        <p:nvSpPr>
          <p:cNvPr id="460" name="Google Shape;460;p8"/>
          <p:cNvSpPr txBox="1"/>
          <p:nvPr/>
        </p:nvSpPr>
        <p:spPr>
          <a:xfrm>
            <a:off x="1828801" y="457200"/>
            <a:ext cx="4810125" cy="4572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1" i="0" u="none" strike="noStrike" cap="none">
                <a:solidFill>
                  <a:srgbClr val="3333CC"/>
                </a:solidFill>
                <a:latin typeface="Times New Roman"/>
                <a:ea typeface="Times New Roman"/>
                <a:cs typeface="Times New Roman"/>
                <a:sym typeface="Times New Roman"/>
              </a:rPr>
              <a:t>Figure 2.2  </a:t>
            </a:r>
            <a:r>
              <a:rPr lang="en-US" sz="2000" b="1" i="1" u="none" strike="noStrike" cap="none">
                <a:solidFill>
                  <a:srgbClr val="000000"/>
                </a:solidFill>
                <a:latin typeface="Times New Roman"/>
                <a:ea typeface="Times New Roman"/>
                <a:cs typeface="Times New Roman"/>
                <a:sym typeface="Times New Roman"/>
              </a:rPr>
              <a:t>Seven layers of the OSI model</a:t>
            </a:r>
            <a:endParaRPr/>
          </a:p>
        </p:txBody>
      </p:sp>
      <p:cxnSp>
        <p:nvCxnSpPr>
          <p:cNvPr id="461" name="Google Shape;461;p8"/>
          <p:cNvCxnSpPr/>
          <p:nvPr/>
        </p:nvCxnSpPr>
        <p:spPr>
          <a:xfrm>
            <a:off x="1676400" y="6248400"/>
            <a:ext cx="8763000" cy="0"/>
          </a:xfrm>
          <a:prstGeom prst="straightConnector1">
            <a:avLst/>
          </a:prstGeom>
          <a:noFill/>
          <a:ln w="76200" cap="flat" cmpd="sng">
            <a:solidFill>
              <a:schemeClr val="hlink"/>
            </a:solidFill>
            <a:prstDash val="solid"/>
            <a:round/>
            <a:headEnd type="none" w="med" len="med"/>
            <a:tailEnd type="none" w="med" len="med"/>
          </a:ln>
        </p:spPr>
      </p:cxnSp>
      <p:pic>
        <p:nvPicPr>
          <p:cNvPr id="462" name="Google Shape;462;p8"/>
          <p:cNvPicPr preferRelativeResize="0"/>
          <p:nvPr/>
        </p:nvPicPr>
        <p:blipFill rotWithShape="1">
          <a:blip r:embed="rId3">
            <a:alphaModFix/>
          </a:blip>
          <a:srcRect/>
          <a:stretch/>
        </p:blipFill>
        <p:spPr>
          <a:xfrm>
            <a:off x="3673476" y="1427164"/>
            <a:ext cx="4251325" cy="4364037"/>
          </a:xfrm>
          <a:prstGeom prst="rect">
            <a:avLst/>
          </a:prstGeom>
          <a:noFill/>
          <a:ln>
            <a:noFill/>
          </a:ln>
        </p:spPr>
      </p:pic>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467"/>
        <p:cNvGrpSpPr/>
        <p:nvPr/>
      </p:nvGrpSpPr>
      <p:grpSpPr>
        <a:xfrm>
          <a:off x="0" y="0"/>
          <a:ext cx="0" cy="0"/>
          <a:chOff x="0" y="0"/>
          <a:chExt cx="0" cy="0"/>
        </a:xfrm>
      </p:grpSpPr>
      <p:sp>
        <p:nvSpPr>
          <p:cNvPr id="468" name="Google Shape;468;p9"/>
          <p:cNvSpPr txBox="1">
            <a:spLocks noGrp="1"/>
          </p:cNvSpPr>
          <p:nvPr>
            <p:ph type="sldNum" idx="12"/>
          </p:nvPr>
        </p:nvSpPr>
        <p:spPr>
          <a:xfrm>
            <a:off x="0" y="6400800"/>
            <a:ext cx="2540000" cy="457200"/>
          </a:xfrm>
          <a:prstGeom prst="rect">
            <a:avLst/>
          </a:prstGeom>
          <a:noFill/>
          <a:ln>
            <a:noFill/>
          </a:ln>
        </p:spPr>
        <p:txBody>
          <a:bodyPr spcFirstLastPara="1" wrap="square" lIns="91425" tIns="45700" rIns="91425" bIns="45700" anchor="b" anchorCtr="0">
            <a:noAutofit/>
          </a:bodyPr>
          <a:lstStyle/>
          <a:p>
            <a:pPr marL="0" marR="0" lvl="0" indent="0" algn="l" rtl="0">
              <a:spcBef>
                <a:spcPts val="0"/>
              </a:spcBef>
              <a:spcAft>
                <a:spcPts val="0"/>
              </a:spcAft>
              <a:buNone/>
            </a:pPr>
            <a:r>
              <a:rPr lang="en-US" sz="2000" b="1" i="0" u="none" strike="noStrike" cap="none">
                <a:solidFill>
                  <a:srgbClr val="000000"/>
                </a:solidFill>
                <a:latin typeface="Arial"/>
                <a:ea typeface="Arial"/>
                <a:cs typeface="Arial"/>
                <a:sym typeface="Arial"/>
              </a:rPr>
              <a:t>2.</a:t>
            </a:r>
            <a:fld id="{00000000-1234-1234-1234-123412341234}" type="slidenum">
              <a:rPr lang="en-US" sz="2000" b="1" i="0" u="none" strike="noStrike" cap="none">
                <a:solidFill>
                  <a:srgbClr val="000000"/>
                </a:solidFill>
                <a:latin typeface="Arial"/>
                <a:ea typeface="Arial"/>
                <a:cs typeface="Arial"/>
                <a:sym typeface="Arial"/>
              </a:rPr>
              <a:t>9</a:t>
            </a:fld>
            <a:endParaRPr sz="2000" b="1" i="0" u="none" strike="noStrike" cap="none">
              <a:solidFill>
                <a:srgbClr val="000000"/>
              </a:solidFill>
              <a:latin typeface="Arial"/>
              <a:ea typeface="Arial"/>
              <a:cs typeface="Arial"/>
              <a:sym typeface="Arial"/>
            </a:endParaRPr>
          </a:p>
        </p:txBody>
      </p:sp>
      <p:cxnSp>
        <p:nvCxnSpPr>
          <p:cNvPr id="469" name="Google Shape;469;p9"/>
          <p:cNvCxnSpPr/>
          <p:nvPr/>
        </p:nvCxnSpPr>
        <p:spPr>
          <a:xfrm>
            <a:off x="1676400" y="152400"/>
            <a:ext cx="8763000" cy="0"/>
          </a:xfrm>
          <a:prstGeom prst="straightConnector1">
            <a:avLst/>
          </a:prstGeom>
          <a:noFill/>
          <a:ln w="76200" cap="flat" cmpd="sng">
            <a:solidFill>
              <a:schemeClr val="hlink"/>
            </a:solidFill>
            <a:prstDash val="solid"/>
            <a:round/>
            <a:headEnd type="none" w="med" len="med"/>
            <a:tailEnd type="none" w="med" len="med"/>
          </a:ln>
        </p:spPr>
      </p:cxnSp>
      <p:cxnSp>
        <p:nvCxnSpPr>
          <p:cNvPr id="470" name="Google Shape;470;p9"/>
          <p:cNvCxnSpPr/>
          <p:nvPr/>
        </p:nvCxnSpPr>
        <p:spPr>
          <a:xfrm>
            <a:off x="1676400" y="990600"/>
            <a:ext cx="8763000" cy="0"/>
          </a:xfrm>
          <a:prstGeom prst="straightConnector1">
            <a:avLst/>
          </a:prstGeom>
          <a:noFill/>
          <a:ln w="19050" cap="flat" cmpd="sng">
            <a:solidFill>
              <a:schemeClr val="hlink"/>
            </a:solidFill>
            <a:prstDash val="solid"/>
            <a:round/>
            <a:headEnd type="none" w="med" len="med"/>
            <a:tailEnd type="none" w="med" len="med"/>
          </a:ln>
        </p:spPr>
      </p:cxnSp>
      <p:sp>
        <p:nvSpPr>
          <p:cNvPr id="471" name="Google Shape;471;p9"/>
          <p:cNvSpPr txBox="1"/>
          <p:nvPr/>
        </p:nvSpPr>
        <p:spPr>
          <a:xfrm>
            <a:off x="1828801" y="381000"/>
            <a:ext cx="6715125" cy="4572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1" i="0" u="none" strike="noStrike" cap="none">
                <a:solidFill>
                  <a:srgbClr val="3333CC"/>
                </a:solidFill>
                <a:latin typeface="Times New Roman"/>
                <a:ea typeface="Times New Roman"/>
                <a:cs typeface="Times New Roman"/>
                <a:sym typeface="Times New Roman"/>
              </a:rPr>
              <a:t>Figure 2.3  </a:t>
            </a:r>
            <a:r>
              <a:rPr lang="en-US" sz="2000" b="1" i="1" u="none" strike="noStrike" cap="none">
                <a:solidFill>
                  <a:srgbClr val="000000"/>
                </a:solidFill>
                <a:latin typeface="Times New Roman"/>
                <a:ea typeface="Times New Roman"/>
                <a:cs typeface="Times New Roman"/>
                <a:sym typeface="Times New Roman"/>
              </a:rPr>
              <a:t>The interaction between layers in the OSI model</a:t>
            </a:r>
            <a:endParaRPr/>
          </a:p>
        </p:txBody>
      </p:sp>
      <p:cxnSp>
        <p:nvCxnSpPr>
          <p:cNvPr id="472" name="Google Shape;472;p9"/>
          <p:cNvCxnSpPr/>
          <p:nvPr/>
        </p:nvCxnSpPr>
        <p:spPr>
          <a:xfrm>
            <a:off x="1676400" y="6324600"/>
            <a:ext cx="8763000" cy="0"/>
          </a:xfrm>
          <a:prstGeom prst="straightConnector1">
            <a:avLst/>
          </a:prstGeom>
          <a:noFill/>
          <a:ln w="76200" cap="flat" cmpd="sng">
            <a:solidFill>
              <a:schemeClr val="hlink"/>
            </a:solidFill>
            <a:prstDash val="solid"/>
            <a:round/>
            <a:headEnd type="none" w="med" len="med"/>
            <a:tailEnd type="none" w="med" len="med"/>
          </a:ln>
        </p:spPr>
      </p:cxnSp>
      <p:pic>
        <p:nvPicPr>
          <p:cNvPr id="473" name="Google Shape;473;p9"/>
          <p:cNvPicPr preferRelativeResize="0"/>
          <p:nvPr/>
        </p:nvPicPr>
        <p:blipFill rotWithShape="1">
          <a:blip r:embed="rId3">
            <a:alphaModFix/>
          </a:blip>
          <a:srcRect/>
          <a:stretch/>
        </p:blipFill>
        <p:spPr>
          <a:xfrm>
            <a:off x="2406650" y="1066801"/>
            <a:ext cx="6965950" cy="5160963"/>
          </a:xfrm>
          <a:prstGeom prst="rect">
            <a:avLst/>
          </a:prstGeom>
          <a:noFill/>
          <a:ln>
            <a:noFill/>
          </a:ln>
        </p:spPr>
      </p:pic>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478"/>
        <p:cNvGrpSpPr/>
        <p:nvPr/>
      </p:nvGrpSpPr>
      <p:grpSpPr>
        <a:xfrm>
          <a:off x="0" y="0"/>
          <a:ext cx="0" cy="0"/>
          <a:chOff x="0" y="0"/>
          <a:chExt cx="0" cy="0"/>
        </a:xfrm>
      </p:grpSpPr>
      <p:sp>
        <p:nvSpPr>
          <p:cNvPr id="479" name="Google Shape;479;p10"/>
          <p:cNvSpPr txBox="1">
            <a:spLocks noGrp="1"/>
          </p:cNvSpPr>
          <p:nvPr>
            <p:ph type="sldNum" idx="12"/>
          </p:nvPr>
        </p:nvSpPr>
        <p:spPr>
          <a:xfrm>
            <a:off x="0" y="6400800"/>
            <a:ext cx="2540000" cy="457200"/>
          </a:xfrm>
          <a:prstGeom prst="rect">
            <a:avLst/>
          </a:prstGeom>
          <a:noFill/>
          <a:ln>
            <a:noFill/>
          </a:ln>
        </p:spPr>
        <p:txBody>
          <a:bodyPr spcFirstLastPara="1" wrap="square" lIns="91425" tIns="45700" rIns="91425" bIns="45700" anchor="b" anchorCtr="0">
            <a:noAutofit/>
          </a:bodyPr>
          <a:lstStyle/>
          <a:p>
            <a:pPr marL="0" marR="0" lvl="0" indent="0" algn="l" rtl="0">
              <a:spcBef>
                <a:spcPts val="0"/>
              </a:spcBef>
              <a:spcAft>
                <a:spcPts val="0"/>
              </a:spcAft>
              <a:buNone/>
            </a:pPr>
            <a:r>
              <a:rPr lang="en-US" sz="2000" b="1" i="0" u="none" strike="noStrike" cap="none">
                <a:solidFill>
                  <a:srgbClr val="000000"/>
                </a:solidFill>
                <a:latin typeface="Arial"/>
                <a:ea typeface="Arial"/>
                <a:cs typeface="Arial"/>
                <a:sym typeface="Arial"/>
              </a:rPr>
              <a:t>2.</a:t>
            </a:r>
            <a:fld id="{00000000-1234-1234-1234-123412341234}" type="slidenum">
              <a:rPr lang="en-US" sz="2000" b="1" i="0" u="none" strike="noStrike" cap="none">
                <a:solidFill>
                  <a:srgbClr val="000000"/>
                </a:solidFill>
                <a:latin typeface="Arial"/>
                <a:ea typeface="Arial"/>
                <a:cs typeface="Arial"/>
                <a:sym typeface="Arial"/>
              </a:rPr>
              <a:t>10</a:t>
            </a:fld>
            <a:endParaRPr sz="2000" b="1" i="0" u="none" strike="noStrike" cap="none">
              <a:solidFill>
                <a:srgbClr val="000000"/>
              </a:solidFill>
              <a:latin typeface="Arial"/>
              <a:ea typeface="Arial"/>
              <a:cs typeface="Arial"/>
              <a:sym typeface="Arial"/>
            </a:endParaRPr>
          </a:p>
        </p:txBody>
      </p:sp>
      <p:cxnSp>
        <p:nvCxnSpPr>
          <p:cNvPr id="480" name="Google Shape;480;p10"/>
          <p:cNvCxnSpPr/>
          <p:nvPr/>
        </p:nvCxnSpPr>
        <p:spPr>
          <a:xfrm>
            <a:off x="1676400" y="152400"/>
            <a:ext cx="8763000" cy="0"/>
          </a:xfrm>
          <a:prstGeom prst="straightConnector1">
            <a:avLst/>
          </a:prstGeom>
          <a:noFill/>
          <a:ln w="76200" cap="flat" cmpd="sng">
            <a:solidFill>
              <a:schemeClr val="hlink"/>
            </a:solidFill>
            <a:prstDash val="solid"/>
            <a:round/>
            <a:headEnd type="none" w="med" len="med"/>
            <a:tailEnd type="none" w="med" len="med"/>
          </a:ln>
        </p:spPr>
      </p:cxnSp>
      <p:cxnSp>
        <p:nvCxnSpPr>
          <p:cNvPr id="481" name="Google Shape;481;p10"/>
          <p:cNvCxnSpPr/>
          <p:nvPr/>
        </p:nvCxnSpPr>
        <p:spPr>
          <a:xfrm>
            <a:off x="1676400" y="990600"/>
            <a:ext cx="8763000" cy="0"/>
          </a:xfrm>
          <a:prstGeom prst="straightConnector1">
            <a:avLst/>
          </a:prstGeom>
          <a:noFill/>
          <a:ln w="19050" cap="flat" cmpd="sng">
            <a:solidFill>
              <a:schemeClr val="hlink"/>
            </a:solidFill>
            <a:prstDash val="solid"/>
            <a:round/>
            <a:headEnd type="none" w="med" len="med"/>
            <a:tailEnd type="none" w="med" len="med"/>
          </a:ln>
        </p:spPr>
      </p:cxnSp>
      <p:sp>
        <p:nvSpPr>
          <p:cNvPr id="482" name="Google Shape;482;p10"/>
          <p:cNvSpPr txBox="1"/>
          <p:nvPr/>
        </p:nvSpPr>
        <p:spPr>
          <a:xfrm>
            <a:off x="1828801" y="381000"/>
            <a:ext cx="5248275" cy="4572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1" i="0" u="none" strike="noStrike" cap="none">
                <a:solidFill>
                  <a:srgbClr val="3333CC"/>
                </a:solidFill>
                <a:latin typeface="Times New Roman"/>
                <a:ea typeface="Times New Roman"/>
                <a:cs typeface="Times New Roman"/>
                <a:sym typeface="Times New Roman"/>
              </a:rPr>
              <a:t>Figure 2.4  </a:t>
            </a:r>
            <a:r>
              <a:rPr lang="en-US" sz="2000" b="1" i="1" u="none" strike="noStrike" cap="none">
                <a:solidFill>
                  <a:srgbClr val="000000"/>
                </a:solidFill>
                <a:latin typeface="Times New Roman"/>
                <a:ea typeface="Times New Roman"/>
                <a:cs typeface="Times New Roman"/>
                <a:sym typeface="Times New Roman"/>
              </a:rPr>
              <a:t>An exchange using the OSI model</a:t>
            </a:r>
            <a:endParaRPr/>
          </a:p>
        </p:txBody>
      </p:sp>
      <p:cxnSp>
        <p:nvCxnSpPr>
          <p:cNvPr id="483" name="Google Shape;483;p10"/>
          <p:cNvCxnSpPr/>
          <p:nvPr/>
        </p:nvCxnSpPr>
        <p:spPr>
          <a:xfrm>
            <a:off x="1676400" y="6248400"/>
            <a:ext cx="8763000" cy="0"/>
          </a:xfrm>
          <a:prstGeom prst="straightConnector1">
            <a:avLst/>
          </a:prstGeom>
          <a:noFill/>
          <a:ln w="76200" cap="flat" cmpd="sng">
            <a:solidFill>
              <a:schemeClr val="hlink"/>
            </a:solidFill>
            <a:prstDash val="solid"/>
            <a:round/>
            <a:headEnd type="none" w="med" len="med"/>
            <a:tailEnd type="none" w="med" len="med"/>
          </a:ln>
        </p:spPr>
      </p:cxnSp>
      <p:pic>
        <p:nvPicPr>
          <p:cNvPr id="484" name="Google Shape;484;p10"/>
          <p:cNvPicPr preferRelativeResize="0"/>
          <p:nvPr/>
        </p:nvPicPr>
        <p:blipFill rotWithShape="1">
          <a:blip r:embed="rId3">
            <a:alphaModFix/>
          </a:blip>
          <a:srcRect/>
          <a:stretch/>
        </p:blipFill>
        <p:spPr>
          <a:xfrm>
            <a:off x="2078038" y="1200150"/>
            <a:ext cx="7523162" cy="4819650"/>
          </a:xfrm>
          <a:prstGeom prst="rect">
            <a:avLst/>
          </a:prstGeom>
          <a:noFill/>
          <a:ln>
            <a:noFill/>
          </a:ln>
        </p:spPr>
      </p:pic>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489"/>
        <p:cNvGrpSpPr/>
        <p:nvPr/>
      </p:nvGrpSpPr>
      <p:grpSpPr>
        <a:xfrm>
          <a:off x="0" y="0"/>
          <a:ext cx="0" cy="0"/>
          <a:chOff x="0" y="0"/>
          <a:chExt cx="0" cy="0"/>
        </a:xfrm>
      </p:grpSpPr>
      <p:sp>
        <p:nvSpPr>
          <p:cNvPr id="490" name="Google Shape;490;p11"/>
          <p:cNvSpPr txBox="1">
            <a:spLocks noGrp="1"/>
          </p:cNvSpPr>
          <p:nvPr>
            <p:ph type="sldNum" idx="12"/>
          </p:nvPr>
        </p:nvSpPr>
        <p:spPr>
          <a:xfrm>
            <a:off x="0" y="6400800"/>
            <a:ext cx="2540000" cy="457200"/>
          </a:xfrm>
          <a:prstGeom prst="rect">
            <a:avLst/>
          </a:prstGeom>
          <a:noFill/>
          <a:ln>
            <a:noFill/>
          </a:ln>
        </p:spPr>
        <p:txBody>
          <a:bodyPr spcFirstLastPara="1" wrap="square" lIns="91425" tIns="45700" rIns="91425" bIns="45700" anchor="b" anchorCtr="0">
            <a:noAutofit/>
          </a:bodyPr>
          <a:lstStyle/>
          <a:p>
            <a:pPr marL="0" marR="0" lvl="0" indent="0" algn="l" rtl="0">
              <a:spcBef>
                <a:spcPts val="0"/>
              </a:spcBef>
              <a:spcAft>
                <a:spcPts val="0"/>
              </a:spcAft>
              <a:buNone/>
            </a:pPr>
            <a:r>
              <a:rPr lang="en-US" sz="2000" b="1" i="0" u="none" strike="noStrike" cap="none">
                <a:solidFill>
                  <a:srgbClr val="000000"/>
                </a:solidFill>
                <a:latin typeface="Arial"/>
                <a:ea typeface="Arial"/>
                <a:cs typeface="Arial"/>
                <a:sym typeface="Arial"/>
              </a:rPr>
              <a:t>2.</a:t>
            </a:r>
            <a:fld id="{00000000-1234-1234-1234-123412341234}" type="slidenum">
              <a:rPr lang="en-US" sz="2000" b="1" i="0" u="none" strike="noStrike" cap="none">
                <a:solidFill>
                  <a:srgbClr val="000000"/>
                </a:solidFill>
                <a:latin typeface="Arial"/>
                <a:ea typeface="Arial"/>
                <a:cs typeface="Arial"/>
                <a:sym typeface="Arial"/>
              </a:rPr>
              <a:t>11</a:t>
            </a:fld>
            <a:endParaRPr sz="2000" b="1" i="0" u="none" strike="noStrike" cap="none">
              <a:solidFill>
                <a:srgbClr val="000000"/>
              </a:solidFill>
              <a:latin typeface="Arial"/>
              <a:ea typeface="Arial"/>
              <a:cs typeface="Arial"/>
              <a:sym typeface="Arial"/>
            </a:endParaRPr>
          </a:p>
        </p:txBody>
      </p:sp>
      <p:sp>
        <p:nvSpPr>
          <p:cNvPr id="491" name="Google Shape;491;p11"/>
          <p:cNvSpPr/>
          <p:nvPr/>
        </p:nvSpPr>
        <p:spPr>
          <a:xfrm>
            <a:off x="1579984" y="877625"/>
            <a:ext cx="9144000" cy="838200"/>
          </a:xfrm>
          <a:prstGeom prst="rect">
            <a:avLst/>
          </a:prstGeom>
          <a:solidFill>
            <a:srgbClr val="33CCFF"/>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3200" b="1" i="0" u="none" strike="noStrike" cap="none">
              <a:solidFill>
                <a:srgbClr val="000000"/>
              </a:solidFill>
              <a:latin typeface="Times New Roman"/>
              <a:ea typeface="Times New Roman"/>
              <a:cs typeface="Times New Roman"/>
              <a:sym typeface="Times New Roman"/>
            </a:endParaRPr>
          </a:p>
        </p:txBody>
      </p:sp>
      <p:sp>
        <p:nvSpPr>
          <p:cNvPr id="492" name="Google Shape;492;p11"/>
          <p:cNvSpPr txBox="1"/>
          <p:nvPr/>
        </p:nvSpPr>
        <p:spPr>
          <a:xfrm>
            <a:off x="1808584" y="994465"/>
            <a:ext cx="7772296" cy="579438"/>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200" b="1" i="0" u="none" strike="noStrike" cap="none" dirty="0">
                <a:solidFill>
                  <a:srgbClr val="000000"/>
                </a:solidFill>
                <a:latin typeface="Times"/>
                <a:ea typeface="Times"/>
                <a:cs typeface="Times"/>
                <a:sym typeface="Times"/>
              </a:rPr>
              <a:t>2-3   LAYERS IN THE OSI MODEL</a:t>
            </a:r>
            <a:endParaRPr dirty="0"/>
          </a:p>
        </p:txBody>
      </p:sp>
      <p:sp>
        <p:nvSpPr>
          <p:cNvPr id="493" name="Google Shape;493;p11"/>
          <p:cNvSpPr txBox="1"/>
          <p:nvPr/>
        </p:nvSpPr>
        <p:spPr>
          <a:xfrm>
            <a:off x="9753600" y="6400801"/>
            <a:ext cx="184150" cy="36671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endParaRPr sz="1800" b="1" i="0" u="none" strike="noStrike" cap="none">
              <a:solidFill>
                <a:srgbClr val="000000"/>
              </a:solidFill>
              <a:latin typeface="Times New Roman"/>
              <a:ea typeface="Times New Roman"/>
              <a:cs typeface="Times New Roman"/>
              <a:sym typeface="Times New Roman"/>
            </a:endParaRPr>
          </a:p>
        </p:txBody>
      </p:sp>
      <p:sp>
        <p:nvSpPr>
          <p:cNvPr id="494" name="Google Shape;494;p11"/>
          <p:cNvSpPr/>
          <p:nvPr/>
        </p:nvSpPr>
        <p:spPr>
          <a:xfrm>
            <a:off x="1656184" y="1865050"/>
            <a:ext cx="8610600" cy="946150"/>
          </a:xfrm>
          <a:prstGeom prst="rect">
            <a:avLst/>
          </a:prstGeom>
          <a:noFill/>
          <a:ln>
            <a:noFill/>
          </a:ln>
        </p:spPr>
        <p:txBody>
          <a:bodyPr spcFirstLastPara="1" wrap="square" lIns="91425" tIns="45700" rIns="91425" bIns="45700" anchor="ctr" anchorCtr="0">
            <a:spAutoFit/>
          </a:bodyPr>
          <a:lstStyle/>
          <a:p>
            <a:pPr marL="0" marR="0" lvl="0" indent="0" algn="just" rtl="0">
              <a:spcBef>
                <a:spcPts val="0"/>
              </a:spcBef>
              <a:spcAft>
                <a:spcPts val="0"/>
              </a:spcAft>
              <a:buNone/>
            </a:pPr>
            <a:r>
              <a:rPr lang="en-US" sz="2800" b="1" i="1" u="none" strike="noStrike" cap="none">
                <a:solidFill>
                  <a:srgbClr val="000000"/>
                </a:solidFill>
                <a:latin typeface="Times New Roman"/>
                <a:ea typeface="Times New Roman"/>
                <a:cs typeface="Times New Roman"/>
                <a:sym typeface="Times New Roman"/>
              </a:rPr>
              <a:t>In this section we briefly describe the functions of each layer in the OSI model.</a:t>
            </a:r>
            <a:endParaRPr/>
          </a:p>
        </p:txBody>
      </p:sp>
      <p:sp>
        <p:nvSpPr>
          <p:cNvPr id="495" name="Google Shape;495;p11"/>
          <p:cNvSpPr/>
          <p:nvPr/>
        </p:nvSpPr>
        <p:spPr>
          <a:xfrm>
            <a:off x="1752600" y="3723144"/>
            <a:ext cx="5715000" cy="267765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1" i="0" u="none" strike="noStrike" cap="none">
                <a:solidFill>
                  <a:srgbClr val="0033CC"/>
                </a:solidFill>
                <a:latin typeface="Times New Roman"/>
                <a:ea typeface="Times New Roman"/>
                <a:cs typeface="Times New Roman"/>
                <a:sym typeface="Times New Roman"/>
              </a:rPr>
              <a:t>Physical Layer</a:t>
            </a:r>
            <a:br>
              <a:rPr lang="en-US" sz="2400" b="1" i="0" u="none" strike="noStrike" cap="none">
                <a:solidFill>
                  <a:srgbClr val="0033CC"/>
                </a:solidFill>
                <a:latin typeface="Times New Roman"/>
                <a:ea typeface="Times New Roman"/>
                <a:cs typeface="Times New Roman"/>
                <a:sym typeface="Times New Roman"/>
              </a:rPr>
            </a:br>
            <a:r>
              <a:rPr lang="en-US" sz="2400" b="1" i="0" u="none" strike="noStrike" cap="none">
                <a:solidFill>
                  <a:srgbClr val="0033CC"/>
                </a:solidFill>
                <a:latin typeface="Times New Roman"/>
                <a:ea typeface="Times New Roman"/>
                <a:cs typeface="Times New Roman"/>
                <a:sym typeface="Times New Roman"/>
              </a:rPr>
              <a:t>Data Link Layer</a:t>
            </a:r>
            <a:endParaRPr/>
          </a:p>
          <a:p>
            <a:pPr marL="0" marR="0" lvl="0" indent="0" algn="l" rtl="0">
              <a:spcBef>
                <a:spcPts val="0"/>
              </a:spcBef>
              <a:spcAft>
                <a:spcPts val="0"/>
              </a:spcAft>
              <a:buNone/>
            </a:pPr>
            <a:r>
              <a:rPr lang="en-US" sz="2400" b="1" i="0" u="none" strike="noStrike" cap="none">
                <a:solidFill>
                  <a:srgbClr val="0033CC"/>
                </a:solidFill>
                <a:latin typeface="Times New Roman"/>
                <a:ea typeface="Times New Roman"/>
                <a:cs typeface="Times New Roman"/>
                <a:sym typeface="Times New Roman"/>
              </a:rPr>
              <a:t>Network Layer</a:t>
            </a:r>
            <a:endParaRPr/>
          </a:p>
          <a:p>
            <a:pPr marL="0" marR="0" lvl="0" indent="0" algn="l" rtl="0">
              <a:spcBef>
                <a:spcPts val="0"/>
              </a:spcBef>
              <a:spcAft>
                <a:spcPts val="0"/>
              </a:spcAft>
              <a:buNone/>
            </a:pPr>
            <a:r>
              <a:rPr lang="en-US" sz="2400" b="1" i="0" u="none" strike="noStrike" cap="none">
                <a:solidFill>
                  <a:srgbClr val="0033CC"/>
                </a:solidFill>
                <a:latin typeface="Times New Roman"/>
                <a:ea typeface="Times New Roman"/>
                <a:cs typeface="Times New Roman"/>
                <a:sym typeface="Times New Roman"/>
              </a:rPr>
              <a:t>Transport Layer</a:t>
            </a:r>
            <a:endParaRPr/>
          </a:p>
          <a:p>
            <a:pPr marL="0" marR="0" lvl="0" indent="0" algn="l" rtl="0">
              <a:spcBef>
                <a:spcPts val="0"/>
              </a:spcBef>
              <a:spcAft>
                <a:spcPts val="0"/>
              </a:spcAft>
              <a:buNone/>
            </a:pPr>
            <a:r>
              <a:rPr lang="en-US" sz="2400" b="1" i="0" u="none" strike="noStrike" cap="none">
                <a:solidFill>
                  <a:srgbClr val="0033CC"/>
                </a:solidFill>
                <a:latin typeface="Times New Roman"/>
                <a:ea typeface="Times New Roman"/>
                <a:cs typeface="Times New Roman"/>
                <a:sym typeface="Times New Roman"/>
              </a:rPr>
              <a:t>Session Layer</a:t>
            </a:r>
            <a:endParaRPr/>
          </a:p>
          <a:p>
            <a:pPr marL="0" marR="0" lvl="0" indent="0" algn="l" rtl="0">
              <a:spcBef>
                <a:spcPts val="0"/>
              </a:spcBef>
              <a:spcAft>
                <a:spcPts val="0"/>
              </a:spcAft>
              <a:buNone/>
            </a:pPr>
            <a:r>
              <a:rPr lang="en-US" sz="2400" b="1" i="0" u="none" strike="noStrike" cap="none">
                <a:solidFill>
                  <a:srgbClr val="0033CC"/>
                </a:solidFill>
                <a:latin typeface="Times New Roman"/>
                <a:ea typeface="Times New Roman"/>
                <a:cs typeface="Times New Roman"/>
                <a:sym typeface="Times New Roman"/>
              </a:rPr>
              <a:t>Presentation Layer</a:t>
            </a:r>
            <a:endParaRPr/>
          </a:p>
          <a:p>
            <a:pPr marL="0" marR="0" lvl="0" indent="0" algn="l" rtl="0">
              <a:spcBef>
                <a:spcPts val="0"/>
              </a:spcBef>
              <a:spcAft>
                <a:spcPts val="0"/>
              </a:spcAft>
              <a:buNone/>
            </a:pPr>
            <a:r>
              <a:rPr lang="en-US" sz="2400" b="1" i="0" u="none" strike="noStrike" cap="none">
                <a:solidFill>
                  <a:srgbClr val="0033CC"/>
                </a:solidFill>
                <a:latin typeface="Times New Roman"/>
                <a:ea typeface="Times New Roman"/>
                <a:cs typeface="Times New Roman"/>
                <a:sym typeface="Times New Roman"/>
              </a:rPr>
              <a:t>Application Layer</a:t>
            </a:r>
            <a:endParaRPr/>
          </a:p>
        </p:txBody>
      </p:sp>
      <p:sp>
        <p:nvSpPr>
          <p:cNvPr id="496" name="Google Shape;496;p11"/>
          <p:cNvSpPr txBox="1"/>
          <p:nvPr/>
        </p:nvSpPr>
        <p:spPr>
          <a:xfrm>
            <a:off x="1763714" y="3246895"/>
            <a:ext cx="4867275" cy="519113"/>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800" b="1" i="1" u="sng" strike="noStrike" cap="none">
                <a:solidFill>
                  <a:srgbClr val="FF0000"/>
                </a:solidFill>
                <a:latin typeface="Times New Roman"/>
                <a:ea typeface="Times New Roman"/>
                <a:cs typeface="Times New Roman"/>
                <a:sym typeface="Times New Roman"/>
              </a:rPr>
              <a:t>Topics discussed in this section:</a:t>
            </a:r>
            <a:endParaRP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501"/>
        <p:cNvGrpSpPr/>
        <p:nvPr/>
      </p:nvGrpSpPr>
      <p:grpSpPr>
        <a:xfrm>
          <a:off x="0" y="0"/>
          <a:ext cx="0" cy="0"/>
          <a:chOff x="0" y="0"/>
          <a:chExt cx="0" cy="0"/>
        </a:xfrm>
      </p:grpSpPr>
      <p:sp>
        <p:nvSpPr>
          <p:cNvPr id="502" name="Google Shape;502;p12"/>
          <p:cNvSpPr txBox="1">
            <a:spLocks noGrp="1"/>
          </p:cNvSpPr>
          <p:nvPr>
            <p:ph type="sldNum" idx="12"/>
          </p:nvPr>
        </p:nvSpPr>
        <p:spPr>
          <a:xfrm>
            <a:off x="0" y="6400800"/>
            <a:ext cx="2540000" cy="457200"/>
          </a:xfrm>
          <a:prstGeom prst="rect">
            <a:avLst/>
          </a:prstGeom>
          <a:noFill/>
          <a:ln>
            <a:noFill/>
          </a:ln>
        </p:spPr>
        <p:txBody>
          <a:bodyPr spcFirstLastPara="1" wrap="square" lIns="91425" tIns="45700" rIns="91425" bIns="45700" anchor="b" anchorCtr="0">
            <a:noAutofit/>
          </a:bodyPr>
          <a:lstStyle/>
          <a:p>
            <a:pPr marL="0" marR="0" lvl="0" indent="0" algn="l" rtl="0">
              <a:spcBef>
                <a:spcPts val="0"/>
              </a:spcBef>
              <a:spcAft>
                <a:spcPts val="0"/>
              </a:spcAft>
              <a:buNone/>
            </a:pPr>
            <a:r>
              <a:rPr lang="en-US" sz="2000" b="1" i="0" u="none" strike="noStrike" cap="none">
                <a:solidFill>
                  <a:srgbClr val="000000"/>
                </a:solidFill>
                <a:latin typeface="Arial"/>
                <a:ea typeface="Arial"/>
                <a:cs typeface="Arial"/>
                <a:sym typeface="Arial"/>
              </a:rPr>
              <a:t>2.</a:t>
            </a:r>
            <a:fld id="{00000000-1234-1234-1234-123412341234}" type="slidenum">
              <a:rPr lang="en-US" sz="2000" b="1" i="0" u="none" strike="noStrike" cap="none">
                <a:solidFill>
                  <a:srgbClr val="000000"/>
                </a:solidFill>
                <a:latin typeface="Arial"/>
                <a:ea typeface="Arial"/>
                <a:cs typeface="Arial"/>
                <a:sym typeface="Arial"/>
              </a:rPr>
              <a:t>12</a:t>
            </a:fld>
            <a:endParaRPr sz="2000" b="1" i="0" u="none" strike="noStrike" cap="none">
              <a:solidFill>
                <a:srgbClr val="000000"/>
              </a:solidFill>
              <a:latin typeface="Arial"/>
              <a:ea typeface="Arial"/>
              <a:cs typeface="Arial"/>
              <a:sym typeface="Arial"/>
            </a:endParaRPr>
          </a:p>
        </p:txBody>
      </p:sp>
      <p:cxnSp>
        <p:nvCxnSpPr>
          <p:cNvPr id="503" name="Google Shape;503;p12"/>
          <p:cNvCxnSpPr/>
          <p:nvPr/>
        </p:nvCxnSpPr>
        <p:spPr>
          <a:xfrm>
            <a:off x="1676400" y="152400"/>
            <a:ext cx="8763000" cy="0"/>
          </a:xfrm>
          <a:prstGeom prst="straightConnector1">
            <a:avLst/>
          </a:prstGeom>
          <a:noFill/>
          <a:ln w="76200" cap="flat" cmpd="sng">
            <a:solidFill>
              <a:schemeClr val="hlink"/>
            </a:solidFill>
            <a:prstDash val="solid"/>
            <a:round/>
            <a:headEnd type="none" w="med" len="med"/>
            <a:tailEnd type="none" w="med" len="med"/>
          </a:ln>
        </p:spPr>
      </p:cxnSp>
      <p:cxnSp>
        <p:nvCxnSpPr>
          <p:cNvPr id="504" name="Google Shape;504;p12"/>
          <p:cNvCxnSpPr/>
          <p:nvPr/>
        </p:nvCxnSpPr>
        <p:spPr>
          <a:xfrm>
            <a:off x="1676400" y="990600"/>
            <a:ext cx="8763000" cy="0"/>
          </a:xfrm>
          <a:prstGeom prst="straightConnector1">
            <a:avLst/>
          </a:prstGeom>
          <a:noFill/>
          <a:ln w="19050" cap="flat" cmpd="sng">
            <a:solidFill>
              <a:schemeClr val="hlink"/>
            </a:solidFill>
            <a:prstDash val="solid"/>
            <a:round/>
            <a:headEnd type="none" w="med" len="med"/>
            <a:tailEnd type="none" w="med" len="med"/>
          </a:ln>
        </p:spPr>
      </p:cxnSp>
      <p:sp>
        <p:nvSpPr>
          <p:cNvPr id="505" name="Google Shape;505;p12"/>
          <p:cNvSpPr txBox="1"/>
          <p:nvPr/>
        </p:nvSpPr>
        <p:spPr>
          <a:xfrm>
            <a:off x="1828800" y="381000"/>
            <a:ext cx="3132138" cy="4572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1" i="0" u="none" strike="noStrike" cap="none">
                <a:solidFill>
                  <a:srgbClr val="3333CC"/>
                </a:solidFill>
                <a:latin typeface="Times New Roman"/>
                <a:ea typeface="Times New Roman"/>
                <a:cs typeface="Times New Roman"/>
                <a:sym typeface="Times New Roman"/>
              </a:rPr>
              <a:t>Figure 2.5  </a:t>
            </a:r>
            <a:r>
              <a:rPr lang="en-US" sz="2000" b="1" i="1" u="none" strike="noStrike" cap="none">
                <a:solidFill>
                  <a:srgbClr val="000000"/>
                </a:solidFill>
                <a:latin typeface="Times New Roman"/>
                <a:ea typeface="Times New Roman"/>
                <a:cs typeface="Times New Roman"/>
                <a:sym typeface="Times New Roman"/>
              </a:rPr>
              <a:t>Physical layer</a:t>
            </a:r>
            <a:endParaRPr/>
          </a:p>
        </p:txBody>
      </p:sp>
      <p:cxnSp>
        <p:nvCxnSpPr>
          <p:cNvPr id="506" name="Google Shape;506;p12"/>
          <p:cNvCxnSpPr/>
          <p:nvPr/>
        </p:nvCxnSpPr>
        <p:spPr>
          <a:xfrm>
            <a:off x="1676400" y="6172200"/>
            <a:ext cx="8763000" cy="0"/>
          </a:xfrm>
          <a:prstGeom prst="straightConnector1">
            <a:avLst/>
          </a:prstGeom>
          <a:noFill/>
          <a:ln w="76200" cap="flat" cmpd="sng">
            <a:solidFill>
              <a:schemeClr val="hlink"/>
            </a:solidFill>
            <a:prstDash val="solid"/>
            <a:round/>
            <a:headEnd type="none" w="med" len="med"/>
            <a:tailEnd type="none" w="med" len="med"/>
          </a:ln>
        </p:spPr>
      </p:cxnSp>
      <p:pic>
        <p:nvPicPr>
          <p:cNvPr id="507" name="Google Shape;507;p12"/>
          <p:cNvPicPr preferRelativeResize="0"/>
          <p:nvPr/>
        </p:nvPicPr>
        <p:blipFill rotWithShape="1">
          <a:blip r:embed="rId3">
            <a:alphaModFix/>
          </a:blip>
          <a:srcRect/>
          <a:stretch/>
        </p:blipFill>
        <p:spPr>
          <a:xfrm>
            <a:off x="1733550" y="2349500"/>
            <a:ext cx="8629650" cy="2755900"/>
          </a:xfrm>
          <a:prstGeom prst="rect">
            <a:avLst/>
          </a:prstGeom>
          <a:noFill/>
          <a:ln>
            <a:noFill/>
          </a:ln>
        </p:spPr>
      </p:pic>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512"/>
        <p:cNvGrpSpPr/>
        <p:nvPr/>
      </p:nvGrpSpPr>
      <p:grpSpPr>
        <a:xfrm>
          <a:off x="0" y="0"/>
          <a:ext cx="0" cy="0"/>
          <a:chOff x="0" y="0"/>
          <a:chExt cx="0" cy="0"/>
        </a:xfrm>
      </p:grpSpPr>
      <p:sp>
        <p:nvSpPr>
          <p:cNvPr id="513" name="Google Shape;513;p13"/>
          <p:cNvSpPr txBox="1">
            <a:spLocks noGrp="1"/>
          </p:cNvSpPr>
          <p:nvPr>
            <p:ph type="sldNum" idx="12"/>
          </p:nvPr>
        </p:nvSpPr>
        <p:spPr>
          <a:xfrm>
            <a:off x="0" y="6400800"/>
            <a:ext cx="2540000" cy="457200"/>
          </a:xfrm>
          <a:prstGeom prst="rect">
            <a:avLst/>
          </a:prstGeom>
          <a:noFill/>
          <a:ln>
            <a:noFill/>
          </a:ln>
        </p:spPr>
        <p:txBody>
          <a:bodyPr spcFirstLastPara="1" wrap="square" lIns="91425" tIns="45700" rIns="91425" bIns="45700" anchor="b" anchorCtr="0">
            <a:noAutofit/>
          </a:bodyPr>
          <a:lstStyle/>
          <a:p>
            <a:pPr marL="0" marR="0" lvl="0" indent="0" algn="l" rtl="0">
              <a:spcBef>
                <a:spcPts val="0"/>
              </a:spcBef>
              <a:spcAft>
                <a:spcPts val="0"/>
              </a:spcAft>
              <a:buNone/>
            </a:pPr>
            <a:r>
              <a:rPr lang="en-US" sz="2000" b="1" i="0" u="none" strike="noStrike" cap="none">
                <a:solidFill>
                  <a:srgbClr val="000000"/>
                </a:solidFill>
                <a:latin typeface="Arial"/>
                <a:ea typeface="Arial"/>
                <a:cs typeface="Arial"/>
                <a:sym typeface="Arial"/>
              </a:rPr>
              <a:t>2.</a:t>
            </a:r>
            <a:fld id="{00000000-1234-1234-1234-123412341234}" type="slidenum">
              <a:rPr lang="en-US" sz="2000" b="1" i="0" u="none" strike="noStrike" cap="none">
                <a:solidFill>
                  <a:srgbClr val="000000"/>
                </a:solidFill>
                <a:latin typeface="Arial"/>
                <a:ea typeface="Arial"/>
                <a:cs typeface="Arial"/>
                <a:sym typeface="Arial"/>
              </a:rPr>
              <a:t>13</a:t>
            </a:fld>
            <a:endParaRPr sz="2000" b="1" i="0" u="none" strike="noStrike" cap="none">
              <a:solidFill>
                <a:srgbClr val="000000"/>
              </a:solidFill>
              <a:latin typeface="Arial"/>
              <a:ea typeface="Arial"/>
              <a:cs typeface="Arial"/>
              <a:sym typeface="Arial"/>
            </a:endParaRPr>
          </a:p>
        </p:txBody>
      </p:sp>
      <p:sp>
        <p:nvSpPr>
          <p:cNvPr id="514" name="Google Shape;514;p13"/>
          <p:cNvSpPr/>
          <p:nvPr/>
        </p:nvSpPr>
        <p:spPr>
          <a:xfrm>
            <a:off x="1890713" y="107951"/>
            <a:ext cx="438150" cy="474663"/>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0" i="0" u="none" strike="noStrike" cap="none">
              <a:solidFill>
                <a:srgbClr val="000000"/>
              </a:solidFill>
              <a:latin typeface="Tahoma"/>
              <a:ea typeface="Tahoma"/>
              <a:cs typeface="Tahoma"/>
              <a:sym typeface="Tahoma"/>
            </a:endParaRPr>
          </a:p>
        </p:txBody>
      </p:sp>
      <p:sp>
        <p:nvSpPr>
          <p:cNvPr id="515" name="Google Shape;515;p13"/>
          <p:cNvSpPr/>
          <p:nvPr/>
        </p:nvSpPr>
        <p:spPr>
          <a:xfrm>
            <a:off x="2273301" y="107951"/>
            <a:ext cx="328613" cy="474663"/>
          </a:xfrm>
          <a:prstGeom prst="rect">
            <a:avLst/>
          </a:prstGeom>
          <a:gradFill>
            <a:gsLst>
              <a:gs pos="0">
                <a:schemeClr val="accent2"/>
              </a:gs>
              <a:gs pos="100000">
                <a:schemeClr val="lt1"/>
              </a:gs>
            </a:gsLst>
            <a:lin ang="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0" i="0" u="none" strike="noStrike" cap="none">
              <a:solidFill>
                <a:srgbClr val="000000"/>
              </a:solidFill>
              <a:latin typeface="Tahoma"/>
              <a:ea typeface="Tahoma"/>
              <a:cs typeface="Tahoma"/>
              <a:sym typeface="Tahoma"/>
            </a:endParaRPr>
          </a:p>
        </p:txBody>
      </p:sp>
      <p:sp>
        <p:nvSpPr>
          <p:cNvPr id="516" name="Google Shape;516;p13"/>
          <p:cNvSpPr/>
          <p:nvPr/>
        </p:nvSpPr>
        <p:spPr>
          <a:xfrm>
            <a:off x="2014539" y="530226"/>
            <a:ext cx="422275" cy="474663"/>
          </a:xfrm>
          <a:prstGeom prst="rect">
            <a:avLst/>
          </a:prstGeom>
          <a:solidFill>
            <a:schemeClr val="folHlink"/>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0" i="0" u="none" strike="noStrike" cap="none">
              <a:solidFill>
                <a:srgbClr val="000000"/>
              </a:solidFill>
              <a:latin typeface="Tahoma"/>
              <a:ea typeface="Tahoma"/>
              <a:cs typeface="Tahoma"/>
              <a:sym typeface="Tahoma"/>
            </a:endParaRPr>
          </a:p>
        </p:txBody>
      </p:sp>
      <p:sp>
        <p:nvSpPr>
          <p:cNvPr id="517" name="Google Shape;517;p13"/>
          <p:cNvSpPr/>
          <p:nvPr/>
        </p:nvSpPr>
        <p:spPr>
          <a:xfrm>
            <a:off x="2384425" y="530226"/>
            <a:ext cx="368300" cy="474663"/>
          </a:xfrm>
          <a:prstGeom prst="rect">
            <a:avLst/>
          </a:prstGeom>
          <a:gradFill>
            <a:gsLst>
              <a:gs pos="0">
                <a:schemeClr val="folHlink"/>
              </a:gs>
              <a:gs pos="100000">
                <a:schemeClr val="lt1"/>
              </a:gs>
            </a:gsLst>
            <a:lin ang="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0" i="0" u="none" strike="noStrike" cap="none">
              <a:solidFill>
                <a:srgbClr val="000000"/>
              </a:solidFill>
              <a:latin typeface="Tahoma"/>
              <a:ea typeface="Tahoma"/>
              <a:cs typeface="Tahoma"/>
              <a:sym typeface="Tahoma"/>
            </a:endParaRPr>
          </a:p>
        </p:txBody>
      </p:sp>
      <p:sp>
        <p:nvSpPr>
          <p:cNvPr id="518" name="Google Shape;518;p13"/>
          <p:cNvSpPr/>
          <p:nvPr/>
        </p:nvSpPr>
        <p:spPr>
          <a:xfrm>
            <a:off x="1600200" y="457201"/>
            <a:ext cx="560388" cy="422275"/>
          </a:xfrm>
          <a:prstGeom prst="rect">
            <a:avLst/>
          </a:prstGeom>
          <a:gradFill>
            <a:gsLst>
              <a:gs pos="0">
                <a:schemeClr val="lt1"/>
              </a:gs>
              <a:gs pos="100000">
                <a:schemeClr val="hlink"/>
              </a:gs>
            </a:gsLst>
            <a:lin ang="189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0" i="0" u="none" strike="noStrike" cap="none">
              <a:solidFill>
                <a:srgbClr val="000000"/>
              </a:solidFill>
              <a:latin typeface="Tahoma"/>
              <a:ea typeface="Tahoma"/>
              <a:cs typeface="Tahoma"/>
              <a:sym typeface="Tahoma"/>
            </a:endParaRPr>
          </a:p>
        </p:txBody>
      </p:sp>
      <p:sp>
        <p:nvSpPr>
          <p:cNvPr id="519" name="Google Shape;519;p13"/>
          <p:cNvSpPr/>
          <p:nvPr/>
        </p:nvSpPr>
        <p:spPr>
          <a:xfrm>
            <a:off x="2235200" y="1"/>
            <a:ext cx="31750" cy="1052513"/>
          </a:xfrm>
          <a:prstGeom prst="rect">
            <a:avLst/>
          </a:prstGeom>
          <a:solidFill>
            <a:schemeClr val="l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0" i="0" u="none" strike="noStrike" cap="none">
              <a:solidFill>
                <a:srgbClr val="000000"/>
              </a:solidFill>
              <a:latin typeface="Tahoma"/>
              <a:ea typeface="Tahoma"/>
              <a:cs typeface="Tahoma"/>
              <a:sym typeface="Tahoma"/>
            </a:endParaRPr>
          </a:p>
        </p:txBody>
      </p:sp>
      <p:sp>
        <p:nvSpPr>
          <p:cNvPr id="520" name="Google Shape;520;p13"/>
          <p:cNvSpPr/>
          <p:nvPr/>
        </p:nvSpPr>
        <p:spPr>
          <a:xfrm>
            <a:off x="1966914" y="533400"/>
            <a:ext cx="8226425" cy="31750"/>
          </a:xfrm>
          <a:prstGeom prst="rect">
            <a:avLst/>
          </a:prstGeom>
          <a:gradFill>
            <a:gsLst>
              <a:gs pos="0">
                <a:schemeClr val="lt2"/>
              </a:gs>
              <a:gs pos="100000">
                <a:schemeClr val="lt1"/>
              </a:gs>
            </a:gsLst>
            <a:lin ang="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0" i="0" u="none" strike="noStrike" cap="none">
              <a:solidFill>
                <a:srgbClr val="000000"/>
              </a:solidFill>
              <a:latin typeface="Tahoma"/>
              <a:ea typeface="Tahoma"/>
              <a:cs typeface="Tahoma"/>
              <a:sym typeface="Tahoma"/>
            </a:endParaRPr>
          </a:p>
        </p:txBody>
      </p:sp>
      <p:cxnSp>
        <p:nvCxnSpPr>
          <p:cNvPr id="521" name="Google Shape;521;p13"/>
          <p:cNvCxnSpPr/>
          <p:nvPr/>
        </p:nvCxnSpPr>
        <p:spPr>
          <a:xfrm>
            <a:off x="1981200" y="2971800"/>
            <a:ext cx="8153400" cy="0"/>
          </a:xfrm>
          <a:prstGeom prst="straightConnector1">
            <a:avLst/>
          </a:prstGeom>
          <a:noFill/>
          <a:ln w="76200" cap="flat" cmpd="sng">
            <a:solidFill>
              <a:srgbClr val="009900"/>
            </a:solidFill>
            <a:prstDash val="solid"/>
            <a:round/>
            <a:headEnd type="none" w="med" len="med"/>
            <a:tailEnd type="none" w="med" len="med"/>
          </a:ln>
        </p:spPr>
      </p:cxnSp>
      <p:cxnSp>
        <p:nvCxnSpPr>
          <p:cNvPr id="522" name="Google Shape;522;p13"/>
          <p:cNvCxnSpPr/>
          <p:nvPr/>
        </p:nvCxnSpPr>
        <p:spPr>
          <a:xfrm>
            <a:off x="1982788" y="3962400"/>
            <a:ext cx="8153400" cy="0"/>
          </a:xfrm>
          <a:prstGeom prst="straightConnector1">
            <a:avLst/>
          </a:prstGeom>
          <a:noFill/>
          <a:ln w="76200" cap="flat" cmpd="sng">
            <a:solidFill>
              <a:srgbClr val="009900"/>
            </a:solidFill>
            <a:prstDash val="solid"/>
            <a:round/>
            <a:headEnd type="none" w="med" len="med"/>
            <a:tailEnd type="none" w="med" len="med"/>
          </a:ln>
        </p:spPr>
      </p:cxnSp>
      <p:sp>
        <p:nvSpPr>
          <p:cNvPr id="523" name="Google Shape;523;p13"/>
          <p:cNvSpPr/>
          <p:nvPr/>
        </p:nvSpPr>
        <p:spPr>
          <a:xfrm>
            <a:off x="2019300" y="3063876"/>
            <a:ext cx="8077200" cy="830997"/>
          </a:xfrm>
          <a:prstGeom prst="rect">
            <a:avLst/>
          </a:prstGeom>
          <a:solidFill>
            <a:srgbClr val="99FF33"/>
          </a:solid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400" b="1" i="0" u="none" strike="noStrike" cap="none">
                <a:solidFill>
                  <a:srgbClr val="000000"/>
                </a:solidFill>
                <a:latin typeface="Times New Roman"/>
                <a:ea typeface="Times New Roman"/>
                <a:cs typeface="Times New Roman"/>
                <a:sym typeface="Times New Roman"/>
              </a:rPr>
              <a:t>The physical layer is responsible for movements of</a:t>
            </a:r>
            <a:endParaRPr/>
          </a:p>
          <a:p>
            <a:pPr marL="0" marR="0" lvl="0" indent="0" algn="ctr" rtl="0">
              <a:spcBef>
                <a:spcPts val="0"/>
              </a:spcBef>
              <a:spcAft>
                <a:spcPts val="0"/>
              </a:spcAft>
              <a:buNone/>
            </a:pPr>
            <a:r>
              <a:rPr lang="en-US" sz="2400" b="1" i="0" u="none" strike="noStrike" cap="none">
                <a:solidFill>
                  <a:srgbClr val="000000"/>
                </a:solidFill>
                <a:latin typeface="Times New Roman"/>
                <a:ea typeface="Times New Roman"/>
                <a:cs typeface="Times New Roman"/>
                <a:sym typeface="Times New Roman"/>
              </a:rPr>
              <a:t>individual bits from one hop (node) to the next.</a:t>
            </a:r>
            <a:endParaRPr/>
          </a:p>
        </p:txBody>
      </p:sp>
      <p:grpSp>
        <p:nvGrpSpPr>
          <p:cNvPr id="524" name="Google Shape;524;p13"/>
          <p:cNvGrpSpPr/>
          <p:nvPr/>
        </p:nvGrpSpPr>
        <p:grpSpPr>
          <a:xfrm>
            <a:off x="1981200" y="2286000"/>
            <a:ext cx="1143000" cy="566738"/>
            <a:chOff x="1200" y="1248"/>
            <a:chExt cx="720" cy="357"/>
          </a:xfrm>
        </p:grpSpPr>
        <p:pic>
          <p:nvPicPr>
            <p:cNvPr id="525" name="Google Shape;525;p13"/>
            <p:cNvPicPr preferRelativeResize="0"/>
            <p:nvPr/>
          </p:nvPicPr>
          <p:blipFill rotWithShape="1">
            <a:blip r:embed="rId3">
              <a:alphaModFix/>
            </a:blip>
            <a:srcRect/>
            <a:stretch/>
          </p:blipFill>
          <p:spPr>
            <a:xfrm>
              <a:off x="1200" y="1248"/>
              <a:ext cx="720" cy="357"/>
            </a:xfrm>
            <a:prstGeom prst="rect">
              <a:avLst/>
            </a:prstGeom>
            <a:noFill/>
            <a:ln>
              <a:noFill/>
            </a:ln>
          </p:spPr>
        </p:pic>
        <p:sp>
          <p:nvSpPr>
            <p:cNvPr id="526" name="Google Shape;526;p13"/>
            <p:cNvSpPr txBox="1"/>
            <p:nvPr/>
          </p:nvSpPr>
          <p:spPr>
            <a:xfrm>
              <a:off x="1284" y="1248"/>
              <a:ext cx="551" cy="32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b="1" i="1" u="none" strike="noStrike" cap="none">
                  <a:solidFill>
                    <a:srgbClr val="FF0000"/>
                  </a:solidFill>
                  <a:latin typeface="Times New Roman"/>
                  <a:ea typeface="Times New Roman"/>
                  <a:cs typeface="Times New Roman"/>
                  <a:sym typeface="Times New Roman"/>
                </a:rPr>
                <a:t>Note</a:t>
              </a:r>
              <a:endParaRPr/>
            </a:p>
          </p:txBody>
        </p:sp>
      </p:gr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530"/>
        <p:cNvGrpSpPr/>
        <p:nvPr/>
      </p:nvGrpSpPr>
      <p:grpSpPr>
        <a:xfrm>
          <a:off x="0" y="0"/>
          <a:ext cx="0" cy="0"/>
          <a:chOff x="0" y="0"/>
          <a:chExt cx="0" cy="0"/>
        </a:xfrm>
      </p:grpSpPr>
      <p:sp>
        <p:nvSpPr>
          <p:cNvPr id="531" name="Google Shape;531;p14"/>
          <p:cNvSpPr txBox="1">
            <a:spLocks noGrp="1"/>
          </p:cNvSpPr>
          <p:nvPr>
            <p:ph type="title"/>
          </p:nvPr>
        </p:nvSpPr>
        <p:spPr>
          <a:xfrm>
            <a:off x="609600" y="274638"/>
            <a:ext cx="10972800" cy="1143000"/>
          </a:xfrm>
          <a:prstGeom prst="rect">
            <a:avLst/>
          </a:prstGeom>
          <a:noFill/>
          <a:ln>
            <a:noFill/>
          </a:ln>
        </p:spPr>
        <p:txBody>
          <a:bodyPr spcFirstLastPara="1" wrap="square" lIns="91425" tIns="45700" rIns="91425" bIns="45700" anchor="t" anchorCtr="0">
            <a:noAutofit/>
          </a:bodyPr>
          <a:lstStyle/>
          <a:p>
            <a:pPr marL="0" lvl="0" indent="0" algn="just" rtl="0">
              <a:spcBef>
                <a:spcPts val="0"/>
              </a:spcBef>
              <a:spcAft>
                <a:spcPts val="0"/>
              </a:spcAft>
              <a:buNone/>
            </a:pPr>
            <a:r>
              <a:rPr lang="en-US" sz="2800"/>
              <a:t>The physical layer is also concerned with the following</a:t>
            </a:r>
            <a:endParaRPr/>
          </a:p>
        </p:txBody>
      </p:sp>
      <p:sp>
        <p:nvSpPr>
          <p:cNvPr id="532" name="Google Shape;532;p14"/>
          <p:cNvSpPr txBox="1">
            <a:spLocks noGrp="1"/>
          </p:cNvSpPr>
          <p:nvPr>
            <p:ph type="body" idx="1"/>
          </p:nvPr>
        </p:nvSpPr>
        <p:spPr>
          <a:xfrm>
            <a:off x="609600" y="1600201"/>
            <a:ext cx="10972800" cy="4525963"/>
          </a:xfrm>
          <a:prstGeom prst="rect">
            <a:avLst/>
          </a:prstGeom>
          <a:noFill/>
          <a:ln>
            <a:noFill/>
          </a:ln>
        </p:spPr>
        <p:txBody>
          <a:bodyPr spcFirstLastPara="1" wrap="square" lIns="91425" tIns="45700" rIns="91425" bIns="45700" anchor="t" anchorCtr="0">
            <a:noAutofit/>
          </a:bodyPr>
          <a:lstStyle/>
          <a:p>
            <a:pPr marL="342900" lvl="0" indent="-342900" algn="l" rtl="0">
              <a:spcBef>
                <a:spcPts val="0"/>
              </a:spcBef>
              <a:spcAft>
                <a:spcPts val="0"/>
              </a:spcAft>
              <a:buSzPts val="1680"/>
              <a:buChar char="■"/>
            </a:pPr>
            <a:r>
              <a:rPr lang="en-US" sz="2800"/>
              <a:t>Physical characteristics of interfaces and medium. It also defines the type of transmission medium.</a:t>
            </a:r>
            <a:endParaRPr/>
          </a:p>
          <a:p>
            <a:pPr marL="342900" lvl="0" indent="-342900" algn="l" rtl="0">
              <a:spcBef>
                <a:spcPts val="560"/>
              </a:spcBef>
              <a:spcAft>
                <a:spcPts val="0"/>
              </a:spcAft>
              <a:buSzPts val="1680"/>
              <a:buChar char="■"/>
            </a:pPr>
            <a:r>
              <a:rPr lang="en-US" sz="2800"/>
              <a:t>Representation of bits.</a:t>
            </a:r>
            <a:endParaRPr/>
          </a:p>
          <a:p>
            <a:pPr marL="342900" lvl="0" indent="-342900" algn="l" rtl="0">
              <a:spcBef>
                <a:spcPts val="560"/>
              </a:spcBef>
              <a:spcAft>
                <a:spcPts val="0"/>
              </a:spcAft>
              <a:buSzPts val="1680"/>
              <a:buChar char="■"/>
            </a:pPr>
            <a:r>
              <a:rPr lang="en-US" sz="2800"/>
              <a:t>Data rate.</a:t>
            </a:r>
            <a:endParaRPr/>
          </a:p>
          <a:p>
            <a:pPr marL="342900" lvl="0" indent="-342900" algn="l" rtl="0">
              <a:spcBef>
                <a:spcPts val="560"/>
              </a:spcBef>
              <a:spcAft>
                <a:spcPts val="0"/>
              </a:spcAft>
              <a:buSzPts val="1680"/>
              <a:buChar char="■"/>
            </a:pPr>
            <a:r>
              <a:rPr lang="en-US" sz="2800"/>
              <a:t>Synchronization of bits.</a:t>
            </a:r>
            <a:endParaRPr/>
          </a:p>
          <a:p>
            <a:pPr marL="342900" lvl="0" indent="-342900" algn="l" rtl="0">
              <a:spcBef>
                <a:spcPts val="560"/>
              </a:spcBef>
              <a:spcAft>
                <a:spcPts val="0"/>
              </a:spcAft>
              <a:buSzPts val="1680"/>
              <a:buChar char="■"/>
            </a:pPr>
            <a:r>
              <a:rPr lang="en-US" sz="2800"/>
              <a:t>Line configuration</a:t>
            </a:r>
            <a:endParaRPr/>
          </a:p>
          <a:p>
            <a:pPr marL="342900" lvl="0" indent="-342900" algn="l" rtl="0">
              <a:spcBef>
                <a:spcPts val="560"/>
              </a:spcBef>
              <a:spcAft>
                <a:spcPts val="0"/>
              </a:spcAft>
              <a:buSzPts val="1680"/>
              <a:buChar char="■"/>
            </a:pPr>
            <a:r>
              <a:rPr lang="en-US" sz="2800"/>
              <a:t>Physical topology.</a:t>
            </a:r>
            <a:endParaRPr/>
          </a:p>
          <a:p>
            <a:pPr marL="342900" lvl="0" indent="-342900" algn="l" rtl="0">
              <a:spcBef>
                <a:spcPts val="560"/>
              </a:spcBef>
              <a:spcAft>
                <a:spcPts val="0"/>
              </a:spcAft>
              <a:buSzPts val="1680"/>
              <a:buChar char="■"/>
            </a:pPr>
            <a:r>
              <a:rPr lang="en-US" sz="2800"/>
              <a:t>Transmission mode.</a:t>
            </a:r>
            <a:endParaRPr/>
          </a:p>
        </p:txBody>
      </p:sp>
      <p:sp>
        <p:nvSpPr>
          <p:cNvPr id="533" name="Google Shape;533;p14"/>
          <p:cNvSpPr txBox="1">
            <a:spLocks noGrp="1"/>
          </p:cNvSpPr>
          <p:nvPr>
            <p:ph type="sldNum" idx="12"/>
          </p:nvPr>
        </p:nvSpPr>
        <p:spPr>
          <a:xfrm>
            <a:off x="0" y="6400800"/>
            <a:ext cx="2540000" cy="457200"/>
          </a:xfrm>
          <a:prstGeom prst="rect">
            <a:avLst/>
          </a:prstGeom>
          <a:noFill/>
          <a:ln>
            <a:noFill/>
          </a:ln>
        </p:spPr>
        <p:txBody>
          <a:bodyPr spcFirstLastPara="1" wrap="square" lIns="91425" tIns="45700" rIns="91425" bIns="45700" anchor="b" anchorCtr="0">
            <a:noAutofit/>
          </a:bodyPr>
          <a:lstStyle/>
          <a:p>
            <a:pPr marL="0" marR="0" lvl="0" indent="0" algn="l" rtl="0">
              <a:spcBef>
                <a:spcPts val="0"/>
              </a:spcBef>
              <a:spcAft>
                <a:spcPts val="0"/>
              </a:spcAft>
              <a:buNone/>
            </a:pPr>
            <a:r>
              <a:rPr lang="en-US" sz="2000" b="1" i="0" u="none" strike="noStrike" cap="none">
                <a:solidFill>
                  <a:srgbClr val="000000"/>
                </a:solidFill>
                <a:latin typeface="Arial"/>
                <a:ea typeface="Arial"/>
                <a:cs typeface="Arial"/>
                <a:sym typeface="Arial"/>
              </a:rPr>
              <a:t>2.</a:t>
            </a:r>
            <a:fld id="{00000000-1234-1234-1234-123412341234}" type="slidenum">
              <a:rPr lang="en-US" sz="2000" b="1" i="0" u="none" strike="noStrike" cap="none">
                <a:solidFill>
                  <a:srgbClr val="000000"/>
                </a:solidFill>
                <a:latin typeface="Arial"/>
                <a:ea typeface="Arial"/>
                <a:cs typeface="Arial"/>
                <a:sym typeface="Arial"/>
              </a:rPr>
              <a:t>14</a:t>
            </a:fld>
            <a:endParaRPr sz="2000" b="1" i="0" u="none" strike="noStrike" cap="none">
              <a:solidFill>
                <a:srgbClr val="000000"/>
              </a:solidFill>
              <a:latin typeface="Arial"/>
              <a:ea typeface="Arial"/>
              <a:cs typeface="Arial"/>
              <a:sym typeface="Arial"/>
            </a:endParaRP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538"/>
        <p:cNvGrpSpPr/>
        <p:nvPr/>
      </p:nvGrpSpPr>
      <p:grpSpPr>
        <a:xfrm>
          <a:off x="0" y="0"/>
          <a:ext cx="0" cy="0"/>
          <a:chOff x="0" y="0"/>
          <a:chExt cx="0" cy="0"/>
        </a:xfrm>
      </p:grpSpPr>
      <p:sp>
        <p:nvSpPr>
          <p:cNvPr id="539" name="Google Shape;539;p15"/>
          <p:cNvSpPr txBox="1">
            <a:spLocks noGrp="1"/>
          </p:cNvSpPr>
          <p:nvPr>
            <p:ph type="sldNum" idx="12"/>
          </p:nvPr>
        </p:nvSpPr>
        <p:spPr>
          <a:xfrm>
            <a:off x="0" y="6400800"/>
            <a:ext cx="2540000" cy="457200"/>
          </a:xfrm>
          <a:prstGeom prst="rect">
            <a:avLst/>
          </a:prstGeom>
          <a:noFill/>
          <a:ln>
            <a:noFill/>
          </a:ln>
        </p:spPr>
        <p:txBody>
          <a:bodyPr spcFirstLastPara="1" wrap="square" lIns="91425" tIns="45700" rIns="91425" bIns="45700" anchor="b" anchorCtr="0">
            <a:noAutofit/>
          </a:bodyPr>
          <a:lstStyle/>
          <a:p>
            <a:pPr marL="0" marR="0" lvl="0" indent="0" algn="l" rtl="0">
              <a:spcBef>
                <a:spcPts val="0"/>
              </a:spcBef>
              <a:spcAft>
                <a:spcPts val="0"/>
              </a:spcAft>
              <a:buNone/>
            </a:pPr>
            <a:r>
              <a:rPr lang="en-US" sz="2000" b="1" i="0" u="none" strike="noStrike" cap="none">
                <a:solidFill>
                  <a:srgbClr val="000000"/>
                </a:solidFill>
                <a:latin typeface="Arial"/>
                <a:ea typeface="Arial"/>
                <a:cs typeface="Arial"/>
                <a:sym typeface="Arial"/>
              </a:rPr>
              <a:t>2.</a:t>
            </a:r>
            <a:fld id="{00000000-1234-1234-1234-123412341234}" type="slidenum">
              <a:rPr lang="en-US" sz="2000" b="1" i="0" u="none" strike="noStrike" cap="none">
                <a:solidFill>
                  <a:srgbClr val="000000"/>
                </a:solidFill>
                <a:latin typeface="Arial"/>
                <a:ea typeface="Arial"/>
                <a:cs typeface="Arial"/>
                <a:sym typeface="Arial"/>
              </a:rPr>
              <a:t>15</a:t>
            </a:fld>
            <a:endParaRPr sz="2000" b="1" i="0" u="none" strike="noStrike" cap="none">
              <a:solidFill>
                <a:srgbClr val="000000"/>
              </a:solidFill>
              <a:latin typeface="Arial"/>
              <a:ea typeface="Arial"/>
              <a:cs typeface="Arial"/>
              <a:sym typeface="Arial"/>
            </a:endParaRPr>
          </a:p>
        </p:txBody>
      </p:sp>
      <p:cxnSp>
        <p:nvCxnSpPr>
          <p:cNvPr id="540" name="Google Shape;540;p15"/>
          <p:cNvCxnSpPr/>
          <p:nvPr/>
        </p:nvCxnSpPr>
        <p:spPr>
          <a:xfrm>
            <a:off x="1676400" y="152400"/>
            <a:ext cx="8763000" cy="0"/>
          </a:xfrm>
          <a:prstGeom prst="straightConnector1">
            <a:avLst/>
          </a:prstGeom>
          <a:noFill/>
          <a:ln w="76200" cap="flat" cmpd="sng">
            <a:solidFill>
              <a:schemeClr val="hlink"/>
            </a:solidFill>
            <a:prstDash val="solid"/>
            <a:round/>
            <a:headEnd type="none" w="med" len="med"/>
            <a:tailEnd type="none" w="med" len="med"/>
          </a:ln>
        </p:spPr>
      </p:cxnSp>
      <p:cxnSp>
        <p:nvCxnSpPr>
          <p:cNvPr id="541" name="Google Shape;541;p15"/>
          <p:cNvCxnSpPr/>
          <p:nvPr/>
        </p:nvCxnSpPr>
        <p:spPr>
          <a:xfrm>
            <a:off x="1676400" y="990600"/>
            <a:ext cx="8763000" cy="0"/>
          </a:xfrm>
          <a:prstGeom prst="straightConnector1">
            <a:avLst/>
          </a:prstGeom>
          <a:noFill/>
          <a:ln w="19050" cap="flat" cmpd="sng">
            <a:solidFill>
              <a:schemeClr val="hlink"/>
            </a:solidFill>
            <a:prstDash val="solid"/>
            <a:round/>
            <a:headEnd type="none" w="med" len="med"/>
            <a:tailEnd type="none" w="med" len="med"/>
          </a:ln>
        </p:spPr>
      </p:cxnSp>
      <p:sp>
        <p:nvSpPr>
          <p:cNvPr id="542" name="Google Shape;542;p15"/>
          <p:cNvSpPr txBox="1"/>
          <p:nvPr/>
        </p:nvSpPr>
        <p:spPr>
          <a:xfrm>
            <a:off x="1828801" y="381000"/>
            <a:ext cx="3222625" cy="4572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1" i="0" u="none" strike="noStrike" cap="none">
                <a:solidFill>
                  <a:srgbClr val="3333CC"/>
                </a:solidFill>
                <a:latin typeface="Times New Roman"/>
                <a:ea typeface="Times New Roman"/>
                <a:cs typeface="Times New Roman"/>
                <a:sym typeface="Times New Roman"/>
              </a:rPr>
              <a:t>Figure 2.6  </a:t>
            </a:r>
            <a:r>
              <a:rPr lang="en-US" sz="2000" b="1" i="1" u="none" strike="noStrike" cap="none">
                <a:solidFill>
                  <a:srgbClr val="000000"/>
                </a:solidFill>
                <a:latin typeface="Times New Roman"/>
                <a:ea typeface="Times New Roman"/>
                <a:cs typeface="Times New Roman"/>
                <a:sym typeface="Times New Roman"/>
              </a:rPr>
              <a:t>Data link layer</a:t>
            </a:r>
            <a:endParaRPr/>
          </a:p>
        </p:txBody>
      </p:sp>
      <p:cxnSp>
        <p:nvCxnSpPr>
          <p:cNvPr id="543" name="Google Shape;543;p15"/>
          <p:cNvCxnSpPr/>
          <p:nvPr/>
        </p:nvCxnSpPr>
        <p:spPr>
          <a:xfrm>
            <a:off x="1676400" y="6248400"/>
            <a:ext cx="8763000" cy="0"/>
          </a:xfrm>
          <a:prstGeom prst="straightConnector1">
            <a:avLst/>
          </a:prstGeom>
          <a:noFill/>
          <a:ln w="76200" cap="flat" cmpd="sng">
            <a:solidFill>
              <a:schemeClr val="hlink"/>
            </a:solidFill>
            <a:prstDash val="solid"/>
            <a:round/>
            <a:headEnd type="none" w="med" len="med"/>
            <a:tailEnd type="none" w="med" len="med"/>
          </a:ln>
        </p:spPr>
      </p:cxnSp>
      <p:pic>
        <p:nvPicPr>
          <p:cNvPr id="544" name="Google Shape;544;p15"/>
          <p:cNvPicPr preferRelativeResize="0"/>
          <p:nvPr/>
        </p:nvPicPr>
        <p:blipFill rotWithShape="1">
          <a:blip r:embed="rId3">
            <a:alphaModFix/>
          </a:blip>
          <a:srcRect/>
          <a:stretch/>
        </p:blipFill>
        <p:spPr>
          <a:xfrm>
            <a:off x="1792288" y="2057400"/>
            <a:ext cx="8418512" cy="2795588"/>
          </a:xfrm>
          <a:prstGeom prst="rect">
            <a:avLst/>
          </a:prstGeom>
          <a:noFill/>
          <a:ln>
            <a:noFill/>
          </a:ln>
        </p:spPr>
      </p:pic>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549"/>
        <p:cNvGrpSpPr/>
        <p:nvPr/>
      </p:nvGrpSpPr>
      <p:grpSpPr>
        <a:xfrm>
          <a:off x="0" y="0"/>
          <a:ext cx="0" cy="0"/>
          <a:chOff x="0" y="0"/>
          <a:chExt cx="0" cy="0"/>
        </a:xfrm>
      </p:grpSpPr>
      <p:sp>
        <p:nvSpPr>
          <p:cNvPr id="550" name="Google Shape;550;p16"/>
          <p:cNvSpPr txBox="1">
            <a:spLocks noGrp="1"/>
          </p:cNvSpPr>
          <p:nvPr>
            <p:ph type="sldNum" idx="12"/>
          </p:nvPr>
        </p:nvSpPr>
        <p:spPr>
          <a:xfrm>
            <a:off x="0" y="6400800"/>
            <a:ext cx="2540000" cy="457200"/>
          </a:xfrm>
          <a:prstGeom prst="rect">
            <a:avLst/>
          </a:prstGeom>
          <a:noFill/>
          <a:ln>
            <a:noFill/>
          </a:ln>
        </p:spPr>
        <p:txBody>
          <a:bodyPr spcFirstLastPara="1" wrap="square" lIns="91425" tIns="45700" rIns="91425" bIns="45700" anchor="b" anchorCtr="0">
            <a:noAutofit/>
          </a:bodyPr>
          <a:lstStyle/>
          <a:p>
            <a:pPr marL="0" marR="0" lvl="0" indent="0" algn="l" rtl="0">
              <a:spcBef>
                <a:spcPts val="0"/>
              </a:spcBef>
              <a:spcAft>
                <a:spcPts val="0"/>
              </a:spcAft>
              <a:buNone/>
            </a:pPr>
            <a:r>
              <a:rPr lang="en-US" sz="2000" b="1" i="0" u="none" strike="noStrike" cap="none">
                <a:solidFill>
                  <a:srgbClr val="000000"/>
                </a:solidFill>
                <a:latin typeface="Arial"/>
                <a:ea typeface="Arial"/>
                <a:cs typeface="Arial"/>
                <a:sym typeface="Arial"/>
              </a:rPr>
              <a:t>2.</a:t>
            </a:r>
            <a:fld id="{00000000-1234-1234-1234-123412341234}" type="slidenum">
              <a:rPr lang="en-US" sz="2000" b="1" i="0" u="none" strike="noStrike" cap="none">
                <a:solidFill>
                  <a:srgbClr val="000000"/>
                </a:solidFill>
                <a:latin typeface="Arial"/>
                <a:ea typeface="Arial"/>
                <a:cs typeface="Arial"/>
                <a:sym typeface="Arial"/>
              </a:rPr>
              <a:t>16</a:t>
            </a:fld>
            <a:endParaRPr sz="2000" b="1" i="0" u="none" strike="noStrike" cap="none">
              <a:solidFill>
                <a:srgbClr val="000000"/>
              </a:solidFill>
              <a:latin typeface="Arial"/>
              <a:ea typeface="Arial"/>
              <a:cs typeface="Arial"/>
              <a:sym typeface="Arial"/>
            </a:endParaRPr>
          </a:p>
        </p:txBody>
      </p:sp>
      <p:sp>
        <p:nvSpPr>
          <p:cNvPr id="551" name="Google Shape;551;p16"/>
          <p:cNvSpPr/>
          <p:nvPr/>
        </p:nvSpPr>
        <p:spPr>
          <a:xfrm>
            <a:off x="1890713" y="107951"/>
            <a:ext cx="438150" cy="474663"/>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0" i="0" u="none" strike="noStrike" cap="none">
              <a:solidFill>
                <a:srgbClr val="000000"/>
              </a:solidFill>
              <a:latin typeface="Tahoma"/>
              <a:ea typeface="Tahoma"/>
              <a:cs typeface="Tahoma"/>
              <a:sym typeface="Tahoma"/>
            </a:endParaRPr>
          </a:p>
        </p:txBody>
      </p:sp>
      <p:sp>
        <p:nvSpPr>
          <p:cNvPr id="552" name="Google Shape;552;p16"/>
          <p:cNvSpPr/>
          <p:nvPr/>
        </p:nvSpPr>
        <p:spPr>
          <a:xfrm>
            <a:off x="2273301" y="107951"/>
            <a:ext cx="328613" cy="474663"/>
          </a:xfrm>
          <a:prstGeom prst="rect">
            <a:avLst/>
          </a:prstGeom>
          <a:gradFill>
            <a:gsLst>
              <a:gs pos="0">
                <a:schemeClr val="accent2"/>
              </a:gs>
              <a:gs pos="100000">
                <a:schemeClr val="lt1"/>
              </a:gs>
            </a:gsLst>
            <a:lin ang="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0" i="0" u="none" strike="noStrike" cap="none">
              <a:solidFill>
                <a:srgbClr val="000000"/>
              </a:solidFill>
              <a:latin typeface="Tahoma"/>
              <a:ea typeface="Tahoma"/>
              <a:cs typeface="Tahoma"/>
              <a:sym typeface="Tahoma"/>
            </a:endParaRPr>
          </a:p>
        </p:txBody>
      </p:sp>
      <p:sp>
        <p:nvSpPr>
          <p:cNvPr id="553" name="Google Shape;553;p16"/>
          <p:cNvSpPr/>
          <p:nvPr/>
        </p:nvSpPr>
        <p:spPr>
          <a:xfrm>
            <a:off x="2014539" y="530226"/>
            <a:ext cx="422275" cy="474663"/>
          </a:xfrm>
          <a:prstGeom prst="rect">
            <a:avLst/>
          </a:prstGeom>
          <a:solidFill>
            <a:schemeClr val="folHlink"/>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0" i="0" u="none" strike="noStrike" cap="none">
              <a:solidFill>
                <a:srgbClr val="000000"/>
              </a:solidFill>
              <a:latin typeface="Tahoma"/>
              <a:ea typeface="Tahoma"/>
              <a:cs typeface="Tahoma"/>
              <a:sym typeface="Tahoma"/>
            </a:endParaRPr>
          </a:p>
        </p:txBody>
      </p:sp>
      <p:sp>
        <p:nvSpPr>
          <p:cNvPr id="554" name="Google Shape;554;p16"/>
          <p:cNvSpPr/>
          <p:nvPr/>
        </p:nvSpPr>
        <p:spPr>
          <a:xfrm>
            <a:off x="2384425" y="530226"/>
            <a:ext cx="368300" cy="474663"/>
          </a:xfrm>
          <a:prstGeom prst="rect">
            <a:avLst/>
          </a:prstGeom>
          <a:gradFill>
            <a:gsLst>
              <a:gs pos="0">
                <a:schemeClr val="folHlink"/>
              </a:gs>
              <a:gs pos="100000">
                <a:schemeClr val="lt1"/>
              </a:gs>
            </a:gsLst>
            <a:lin ang="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0" i="0" u="none" strike="noStrike" cap="none">
              <a:solidFill>
                <a:srgbClr val="000000"/>
              </a:solidFill>
              <a:latin typeface="Tahoma"/>
              <a:ea typeface="Tahoma"/>
              <a:cs typeface="Tahoma"/>
              <a:sym typeface="Tahoma"/>
            </a:endParaRPr>
          </a:p>
        </p:txBody>
      </p:sp>
      <p:sp>
        <p:nvSpPr>
          <p:cNvPr id="555" name="Google Shape;555;p16"/>
          <p:cNvSpPr/>
          <p:nvPr/>
        </p:nvSpPr>
        <p:spPr>
          <a:xfrm>
            <a:off x="1600200" y="457201"/>
            <a:ext cx="560388" cy="422275"/>
          </a:xfrm>
          <a:prstGeom prst="rect">
            <a:avLst/>
          </a:prstGeom>
          <a:gradFill>
            <a:gsLst>
              <a:gs pos="0">
                <a:schemeClr val="lt1"/>
              </a:gs>
              <a:gs pos="100000">
                <a:schemeClr val="hlink"/>
              </a:gs>
            </a:gsLst>
            <a:lin ang="189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0" i="0" u="none" strike="noStrike" cap="none">
              <a:solidFill>
                <a:srgbClr val="000000"/>
              </a:solidFill>
              <a:latin typeface="Tahoma"/>
              <a:ea typeface="Tahoma"/>
              <a:cs typeface="Tahoma"/>
              <a:sym typeface="Tahoma"/>
            </a:endParaRPr>
          </a:p>
        </p:txBody>
      </p:sp>
      <p:sp>
        <p:nvSpPr>
          <p:cNvPr id="556" name="Google Shape;556;p16"/>
          <p:cNvSpPr/>
          <p:nvPr/>
        </p:nvSpPr>
        <p:spPr>
          <a:xfrm>
            <a:off x="2235200" y="1"/>
            <a:ext cx="31750" cy="1052513"/>
          </a:xfrm>
          <a:prstGeom prst="rect">
            <a:avLst/>
          </a:prstGeom>
          <a:solidFill>
            <a:schemeClr val="l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0" i="0" u="none" strike="noStrike" cap="none">
              <a:solidFill>
                <a:srgbClr val="000000"/>
              </a:solidFill>
              <a:latin typeface="Tahoma"/>
              <a:ea typeface="Tahoma"/>
              <a:cs typeface="Tahoma"/>
              <a:sym typeface="Tahoma"/>
            </a:endParaRPr>
          </a:p>
        </p:txBody>
      </p:sp>
      <p:sp>
        <p:nvSpPr>
          <p:cNvPr id="557" name="Google Shape;557;p16"/>
          <p:cNvSpPr/>
          <p:nvPr/>
        </p:nvSpPr>
        <p:spPr>
          <a:xfrm>
            <a:off x="1966914" y="533400"/>
            <a:ext cx="8226425" cy="31750"/>
          </a:xfrm>
          <a:prstGeom prst="rect">
            <a:avLst/>
          </a:prstGeom>
          <a:gradFill>
            <a:gsLst>
              <a:gs pos="0">
                <a:schemeClr val="lt2"/>
              </a:gs>
              <a:gs pos="100000">
                <a:schemeClr val="lt1"/>
              </a:gs>
            </a:gsLst>
            <a:lin ang="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0" i="0" u="none" strike="noStrike" cap="none">
              <a:solidFill>
                <a:srgbClr val="000000"/>
              </a:solidFill>
              <a:latin typeface="Tahoma"/>
              <a:ea typeface="Tahoma"/>
              <a:cs typeface="Tahoma"/>
              <a:sym typeface="Tahoma"/>
            </a:endParaRPr>
          </a:p>
        </p:txBody>
      </p:sp>
      <p:cxnSp>
        <p:nvCxnSpPr>
          <p:cNvPr id="558" name="Google Shape;558;p16"/>
          <p:cNvCxnSpPr/>
          <p:nvPr/>
        </p:nvCxnSpPr>
        <p:spPr>
          <a:xfrm>
            <a:off x="1981200" y="2971800"/>
            <a:ext cx="8153400" cy="0"/>
          </a:xfrm>
          <a:prstGeom prst="straightConnector1">
            <a:avLst/>
          </a:prstGeom>
          <a:noFill/>
          <a:ln w="76200" cap="flat" cmpd="sng">
            <a:solidFill>
              <a:srgbClr val="009900"/>
            </a:solidFill>
            <a:prstDash val="solid"/>
            <a:round/>
            <a:headEnd type="none" w="med" len="med"/>
            <a:tailEnd type="none" w="med" len="med"/>
          </a:ln>
        </p:spPr>
      </p:cxnSp>
      <p:cxnSp>
        <p:nvCxnSpPr>
          <p:cNvPr id="559" name="Google Shape;559;p16"/>
          <p:cNvCxnSpPr/>
          <p:nvPr/>
        </p:nvCxnSpPr>
        <p:spPr>
          <a:xfrm>
            <a:off x="1982788" y="3962400"/>
            <a:ext cx="8153400" cy="0"/>
          </a:xfrm>
          <a:prstGeom prst="straightConnector1">
            <a:avLst/>
          </a:prstGeom>
          <a:noFill/>
          <a:ln w="76200" cap="flat" cmpd="sng">
            <a:solidFill>
              <a:srgbClr val="009900"/>
            </a:solidFill>
            <a:prstDash val="solid"/>
            <a:round/>
            <a:headEnd type="none" w="med" len="med"/>
            <a:tailEnd type="none" w="med" len="med"/>
          </a:ln>
        </p:spPr>
      </p:cxnSp>
      <p:sp>
        <p:nvSpPr>
          <p:cNvPr id="560" name="Google Shape;560;p16"/>
          <p:cNvSpPr/>
          <p:nvPr/>
        </p:nvSpPr>
        <p:spPr>
          <a:xfrm>
            <a:off x="2019300" y="3063876"/>
            <a:ext cx="8077200" cy="830997"/>
          </a:xfrm>
          <a:prstGeom prst="rect">
            <a:avLst/>
          </a:prstGeom>
          <a:solidFill>
            <a:srgbClr val="99FF33"/>
          </a:solid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400" b="1" i="0" u="none" strike="noStrike" cap="none">
                <a:solidFill>
                  <a:srgbClr val="000000"/>
                </a:solidFill>
                <a:latin typeface="Times New Roman"/>
                <a:ea typeface="Times New Roman"/>
                <a:cs typeface="Times New Roman"/>
                <a:sym typeface="Times New Roman"/>
              </a:rPr>
              <a:t>The data link layer is responsible for moving </a:t>
            </a:r>
            <a:br>
              <a:rPr lang="en-US" sz="2400" b="1" i="0" u="none" strike="noStrike" cap="none">
                <a:solidFill>
                  <a:srgbClr val="000000"/>
                </a:solidFill>
                <a:latin typeface="Times New Roman"/>
                <a:ea typeface="Times New Roman"/>
                <a:cs typeface="Times New Roman"/>
                <a:sym typeface="Times New Roman"/>
              </a:rPr>
            </a:br>
            <a:r>
              <a:rPr lang="en-US" sz="2400" b="1" i="0" u="none" strike="noStrike" cap="none">
                <a:solidFill>
                  <a:srgbClr val="000000"/>
                </a:solidFill>
                <a:latin typeface="Times New Roman"/>
                <a:ea typeface="Times New Roman"/>
                <a:cs typeface="Times New Roman"/>
                <a:sym typeface="Times New Roman"/>
              </a:rPr>
              <a:t>frames from one hop (node) to the next.</a:t>
            </a:r>
            <a:endParaRPr/>
          </a:p>
        </p:txBody>
      </p:sp>
      <p:grpSp>
        <p:nvGrpSpPr>
          <p:cNvPr id="561" name="Google Shape;561;p16"/>
          <p:cNvGrpSpPr/>
          <p:nvPr/>
        </p:nvGrpSpPr>
        <p:grpSpPr>
          <a:xfrm>
            <a:off x="1981200" y="2286000"/>
            <a:ext cx="1143000" cy="566738"/>
            <a:chOff x="1200" y="1248"/>
            <a:chExt cx="720" cy="357"/>
          </a:xfrm>
        </p:grpSpPr>
        <p:pic>
          <p:nvPicPr>
            <p:cNvPr id="562" name="Google Shape;562;p16"/>
            <p:cNvPicPr preferRelativeResize="0"/>
            <p:nvPr/>
          </p:nvPicPr>
          <p:blipFill rotWithShape="1">
            <a:blip r:embed="rId3">
              <a:alphaModFix/>
            </a:blip>
            <a:srcRect/>
            <a:stretch/>
          </p:blipFill>
          <p:spPr>
            <a:xfrm>
              <a:off x="1200" y="1248"/>
              <a:ext cx="720" cy="357"/>
            </a:xfrm>
            <a:prstGeom prst="rect">
              <a:avLst/>
            </a:prstGeom>
            <a:noFill/>
            <a:ln>
              <a:noFill/>
            </a:ln>
          </p:spPr>
        </p:pic>
        <p:sp>
          <p:nvSpPr>
            <p:cNvPr id="563" name="Google Shape;563;p16"/>
            <p:cNvSpPr txBox="1"/>
            <p:nvPr/>
          </p:nvSpPr>
          <p:spPr>
            <a:xfrm>
              <a:off x="1284" y="1248"/>
              <a:ext cx="551" cy="32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b="1" i="1" u="none" strike="noStrike" cap="none">
                  <a:solidFill>
                    <a:srgbClr val="FF0000"/>
                  </a:solidFill>
                  <a:latin typeface="Times New Roman"/>
                  <a:ea typeface="Times New Roman"/>
                  <a:cs typeface="Times New Roman"/>
                  <a:sym typeface="Times New Roman"/>
                </a:rPr>
                <a:t>Note</a:t>
              </a:r>
              <a:endParaRPr/>
            </a:p>
          </p:txBody>
        </p:sp>
      </p:gr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568"/>
        <p:cNvGrpSpPr/>
        <p:nvPr/>
      </p:nvGrpSpPr>
      <p:grpSpPr>
        <a:xfrm>
          <a:off x="0" y="0"/>
          <a:ext cx="0" cy="0"/>
          <a:chOff x="0" y="0"/>
          <a:chExt cx="0" cy="0"/>
        </a:xfrm>
      </p:grpSpPr>
      <p:sp>
        <p:nvSpPr>
          <p:cNvPr id="569" name="Google Shape;569;p17"/>
          <p:cNvSpPr txBox="1">
            <a:spLocks noGrp="1"/>
          </p:cNvSpPr>
          <p:nvPr>
            <p:ph type="sldNum" idx="12"/>
          </p:nvPr>
        </p:nvSpPr>
        <p:spPr>
          <a:xfrm>
            <a:off x="0" y="6400800"/>
            <a:ext cx="2540000" cy="457200"/>
          </a:xfrm>
          <a:prstGeom prst="rect">
            <a:avLst/>
          </a:prstGeom>
          <a:noFill/>
          <a:ln>
            <a:noFill/>
          </a:ln>
        </p:spPr>
        <p:txBody>
          <a:bodyPr spcFirstLastPara="1" wrap="square" lIns="91425" tIns="45700" rIns="91425" bIns="45700" anchor="b" anchorCtr="0">
            <a:noAutofit/>
          </a:bodyPr>
          <a:lstStyle/>
          <a:p>
            <a:pPr marL="0" marR="0" lvl="0" indent="0" algn="l" rtl="0">
              <a:spcBef>
                <a:spcPts val="0"/>
              </a:spcBef>
              <a:spcAft>
                <a:spcPts val="0"/>
              </a:spcAft>
              <a:buNone/>
            </a:pPr>
            <a:r>
              <a:rPr lang="en-US" sz="2000" b="1" i="0" u="none" strike="noStrike" cap="none">
                <a:solidFill>
                  <a:srgbClr val="000000"/>
                </a:solidFill>
                <a:latin typeface="Arial"/>
                <a:ea typeface="Arial"/>
                <a:cs typeface="Arial"/>
                <a:sym typeface="Arial"/>
              </a:rPr>
              <a:t>2.</a:t>
            </a:r>
            <a:fld id="{00000000-1234-1234-1234-123412341234}" type="slidenum">
              <a:rPr lang="en-US" sz="2000" b="1" i="0" u="none" strike="noStrike" cap="none">
                <a:solidFill>
                  <a:srgbClr val="000000"/>
                </a:solidFill>
                <a:latin typeface="Arial"/>
                <a:ea typeface="Arial"/>
                <a:cs typeface="Arial"/>
                <a:sym typeface="Arial"/>
              </a:rPr>
              <a:t>17</a:t>
            </a:fld>
            <a:endParaRPr sz="2000" b="1" i="0" u="none" strike="noStrike" cap="none">
              <a:solidFill>
                <a:srgbClr val="000000"/>
              </a:solidFill>
              <a:latin typeface="Arial"/>
              <a:ea typeface="Arial"/>
              <a:cs typeface="Arial"/>
              <a:sym typeface="Arial"/>
            </a:endParaRPr>
          </a:p>
        </p:txBody>
      </p:sp>
      <p:cxnSp>
        <p:nvCxnSpPr>
          <p:cNvPr id="570" name="Google Shape;570;p17"/>
          <p:cNvCxnSpPr/>
          <p:nvPr/>
        </p:nvCxnSpPr>
        <p:spPr>
          <a:xfrm>
            <a:off x="1676400" y="152400"/>
            <a:ext cx="8763000" cy="0"/>
          </a:xfrm>
          <a:prstGeom prst="straightConnector1">
            <a:avLst/>
          </a:prstGeom>
          <a:noFill/>
          <a:ln w="76200" cap="flat" cmpd="sng">
            <a:solidFill>
              <a:schemeClr val="hlink"/>
            </a:solidFill>
            <a:prstDash val="solid"/>
            <a:round/>
            <a:headEnd type="none" w="med" len="med"/>
            <a:tailEnd type="none" w="med" len="med"/>
          </a:ln>
        </p:spPr>
      </p:cxnSp>
      <p:cxnSp>
        <p:nvCxnSpPr>
          <p:cNvPr id="571" name="Google Shape;571;p17"/>
          <p:cNvCxnSpPr/>
          <p:nvPr/>
        </p:nvCxnSpPr>
        <p:spPr>
          <a:xfrm>
            <a:off x="1676400" y="990600"/>
            <a:ext cx="8763000" cy="0"/>
          </a:xfrm>
          <a:prstGeom prst="straightConnector1">
            <a:avLst/>
          </a:prstGeom>
          <a:noFill/>
          <a:ln w="19050" cap="flat" cmpd="sng">
            <a:solidFill>
              <a:schemeClr val="hlink"/>
            </a:solidFill>
            <a:prstDash val="solid"/>
            <a:round/>
            <a:headEnd type="none" w="med" len="med"/>
            <a:tailEnd type="none" w="med" len="med"/>
          </a:ln>
        </p:spPr>
      </p:cxnSp>
      <p:sp>
        <p:nvSpPr>
          <p:cNvPr id="572" name="Google Shape;572;p17"/>
          <p:cNvSpPr txBox="1"/>
          <p:nvPr/>
        </p:nvSpPr>
        <p:spPr>
          <a:xfrm>
            <a:off x="1828800" y="381000"/>
            <a:ext cx="3752850" cy="4572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1" i="0" u="none" strike="noStrike" cap="none">
                <a:solidFill>
                  <a:srgbClr val="3333CC"/>
                </a:solidFill>
                <a:latin typeface="Times New Roman"/>
                <a:ea typeface="Times New Roman"/>
                <a:cs typeface="Times New Roman"/>
                <a:sym typeface="Times New Roman"/>
              </a:rPr>
              <a:t>Figure 2.7  </a:t>
            </a:r>
            <a:r>
              <a:rPr lang="en-US" sz="2000" b="1" i="1" u="none" strike="noStrike" cap="none">
                <a:solidFill>
                  <a:srgbClr val="000000"/>
                </a:solidFill>
                <a:latin typeface="Times New Roman"/>
                <a:ea typeface="Times New Roman"/>
                <a:cs typeface="Times New Roman"/>
                <a:sym typeface="Times New Roman"/>
              </a:rPr>
              <a:t>Hop-to-hop delivery</a:t>
            </a:r>
            <a:endParaRPr/>
          </a:p>
        </p:txBody>
      </p:sp>
      <p:cxnSp>
        <p:nvCxnSpPr>
          <p:cNvPr id="573" name="Google Shape;573;p17"/>
          <p:cNvCxnSpPr/>
          <p:nvPr/>
        </p:nvCxnSpPr>
        <p:spPr>
          <a:xfrm>
            <a:off x="1676400" y="6248400"/>
            <a:ext cx="8763000" cy="0"/>
          </a:xfrm>
          <a:prstGeom prst="straightConnector1">
            <a:avLst/>
          </a:prstGeom>
          <a:noFill/>
          <a:ln w="76200" cap="flat" cmpd="sng">
            <a:solidFill>
              <a:schemeClr val="hlink"/>
            </a:solidFill>
            <a:prstDash val="solid"/>
            <a:round/>
            <a:headEnd type="none" w="med" len="med"/>
            <a:tailEnd type="none" w="med" len="med"/>
          </a:ln>
        </p:spPr>
      </p:cxnSp>
      <p:pic>
        <p:nvPicPr>
          <p:cNvPr id="574" name="Google Shape;574;p17"/>
          <p:cNvPicPr preferRelativeResize="0"/>
          <p:nvPr/>
        </p:nvPicPr>
        <p:blipFill rotWithShape="1">
          <a:blip r:embed="rId3">
            <a:alphaModFix/>
          </a:blip>
          <a:srcRect/>
          <a:stretch/>
        </p:blipFill>
        <p:spPr>
          <a:xfrm>
            <a:off x="2590800" y="1138239"/>
            <a:ext cx="6216650" cy="4581525"/>
          </a:xfrm>
          <a:prstGeom prst="rect">
            <a:avLst/>
          </a:prstGeom>
          <a:noFill/>
          <a:ln>
            <a:noFill/>
          </a:ln>
        </p:spPr>
      </p:pic>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578"/>
        <p:cNvGrpSpPr/>
        <p:nvPr/>
      </p:nvGrpSpPr>
      <p:grpSpPr>
        <a:xfrm>
          <a:off x="0" y="0"/>
          <a:ext cx="0" cy="0"/>
          <a:chOff x="0" y="0"/>
          <a:chExt cx="0" cy="0"/>
        </a:xfrm>
      </p:grpSpPr>
      <p:sp>
        <p:nvSpPr>
          <p:cNvPr id="579" name="Google Shape;579;p18"/>
          <p:cNvSpPr txBox="1">
            <a:spLocks noGrp="1"/>
          </p:cNvSpPr>
          <p:nvPr>
            <p:ph type="title"/>
          </p:nvPr>
        </p:nvSpPr>
        <p:spPr>
          <a:xfrm>
            <a:off x="609600" y="274638"/>
            <a:ext cx="10972800" cy="1143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sz="3600"/>
              <a:t>Other responsibilities of the data link layer include the following:</a:t>
            </a:r>
            <a:endParaRPr/>
          </a:p>
        </p:txBody>
      </p:sp>
      <p:sp>
        <p:nvSpPr>
          <p:cNvPr id="580" name="Google Shape;580;p18"/>
          <p:cNvSpPr txBox="1">
            <a:spLocks noGrp="1"/>
          </p:cNvSpPr>
          <p:nvPr>
            <p:ph type="body" idx="1"/>
          </p:nvPr>
        </p:nvSpPr>
        <p:spPr>
          <a:xfrm>
            <a:off x="2057400" y="1828801"/>
            <a:ext cx="8229600" cy="4525963"/>
          </a:xfrm>
          <a:prstGeom prst="rect">
            <a:avLst/>
          </a:prstGeom>
          <a:noFill/>
          <a:ln>
            <a:noFill/>
          </a:ln>
        </p:spPr>
        <p:txBody>
          <a:bodyPr spcFirstLastPara="1" wrap="square" lIns="91425" tIns="45700" rIns="91425" bIns="45700" anchor="t" anchorCtr="0">
            <a:noAutofit/>
          </a:bodyPr>
          <a:lstStyle/>
          <a:p>
            <a:pPr marL="342900" lvl="0" indent="-342900" algn="l" rtl="0">
              <a:spcBef>
                <a:spcPts val="0"/>
              </a:spcBef>
              <a:spcAft>
                <a:spcPts val="0"/>
              </a:spcAft>
              <a:buSzPts val="1920"/>
              <a:buChar char="■"/>
            </a:pPr>
            <a:r>
              <a:rPr lang="en-US"/>
              <a:t>Framing</a:t>
            </a:r>
            <a:endParaRPr/>
          </a:p>
          <a:p>
            <a:pPr marL="342900" lvl="0" indent="-342900" algn="l" rtl="0">
              <a:spcBef>
                <a:spcPts val="640"/>
              </a:spcBef>
              <a:spcAft>
                <a:spcPts val="0"/>
              </a:spcAft>
              <a:buSzPts val="1920"/>
              <a:buChar char="■"/>
            </a:pPr>
            <a:r>
              <a:rPr lang="en-US"/>
              <a:t>Physical addressing</a:t>
            </a:r>
            <a:endParaRPr/>
          </a:p>
          <a:p>
            <a:pPr marL="342900" lvl="0" indent="-342900" algn="l" rtl="0">
              <a:spcBef>
                <a:spcPts val="640"/>
              </a:spcBef>
              <a:spcAft>
                <a:spcPts val="0"/>
              </a:spcAft>
              <a:buSzPts val="1920"/>
              <a:buChar char="■"/>
            </a:pPr>
            <a:r>
              <a:rPr lang="en-US"/>
              <a:t>Flow control</a:t>
            </a:r>
            <a:endParaRPr/>
          </a:p>
          <a:p>
            <a:pPr marL="342900" lvl="0" indent="-342900" algn="l" rtl="0">
              <a:spcBef>
                <a:spcPts val="640"/>
              </a:spcBef>
              <a:spcAft>
                <a:spcPts val="0"/>
              </a:spcAft>
              <a:buSzPts val="1920"/>
              <a:buChar char="■"/>
            </a:pPr>
            <a:r>
              <a:rPr lang="en-US"/>
              <a:t>Error control</a:t>
            </a:r>
            <a:endParaRPr/>
          </a:p>
          <a:p>
            <a:pPr marL="342900" lvl="0" indent="-342900" algn="l" rtl="0">
              <a:spcBef>
                <a:spcPts val="640"/>
              </a:spcBef>
              <a:spcAft>
                <a:spcPts val="0"/>
              </a:spcAft>
              <a:buSzPts val="1920"/>
              <a:buChar char="■"/>
            </a:pPr>
            <a:r>
              <a:rPr lang="en-US"/>
              <a:t>Access control</a:t>
            </a:r>
            <a:endParaRPr/>
          </a:p>
        </p:txBody>
      </p:sp>
      <p:sp>
        <p:nvSpPr>
          <p:cNvPr id="581" name="Google Shape;581;p18"/>
          <p:cNvSpPr txBox="1">
            <a:spLocks noGrp="1"/>
          </p:cNvSpPr>
          <p:nvPr>
            <p:ph type="sldNum" idx="12"/>
          </p:nvPr>
        </p:nvSpPr>
        <p:spPr>
          <a:xfrm>
            <a:off x="0" y="6400800"/>
            <a:ext cx="2540000" cy="457200"/>
          </a:xfrm>
          <a:prstGeom prst="rect">
            <a:avLst/>
          </a:prstGeom>
          <a:noFill/>
          <a:ln>
            <a:noFill/>
          </a:ln>
        </p:spPr>
        <p:txBody>
          <a:bodyPr spcFirstLastPara="1" wrap="square" lIns="91425" tIns="45700" rIns="91425" bIns="45700" anchor="b" anchorCtr="0">
            <a:noAutofit/>
          </a:bodyPr>
          <a:lstStyle/>
          <a:p>
            <a:pPr marL="0" marR="0" lvl="0" indent="0" algn="l" rtl="0">
              <a:spcBef>
                <a:spcPts val="0"/>
              </a:spcBef>
              <a:spcAft>
                <a:spcPts val="0"/>
              </a:spcAft>
              <a:buNone/>
            </a:pPr>
            <a:r>
              <a:rPr lang="en-US" sz="2000" b="1" i="0" u="none" strike="noStrike" cap="none">
                <a:solidFill>
                  <a:srgbClr val="000000"/>
                </a:solidFill>
                <a:latin typeface="Arial"/>
                <a:ea typeface="Arial"/>
                <a:cs typeface="Arial"/>
                <a:sym typeface="Arial"/>
              </a:rPr>
              <a:t>2.</a:t>
            </a:r>
            <a:fld id="{00000000-1234-1234-1234-123412341234}" type="slidenum">
              <a:rPr lang="en-US" sz="2000" b="1" i="0" u="none" strike="noStrike" cap="none">
                <a:solidFill>
                  <a:srgbClr val="000000"/>
                </a:solidFill>
                <a:latin typeface="Arial"/>
                <a:ea typeface="Arial"/>
                <a:cs typeface="Arial"/>
                <a:sym typeface="Arial"/>
              </a:rPr>
              <a:t>18</a:t>
            </a:fld>
            <a:endParaRPr sz="2000" b="1" i="0" u="none" strike="noStrike" cap="none">
              <a:solidFill>
                <a:srgbClr val="000000"/>
              </a:solidFill>
              <a:latin typeface="Arial"/>
              <a:ea typeface="Arial"/>
              <a:cs typeface="Arial"/>
              <a:sym typeface="Arial"/>
            </a:endParaRPr>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586"/>
        <p:cNvGrpSpPr/>
        <p:nvPr/>
      </p:nvGrpSpPr>
      <p:grpSpPr>
        <a:xfrm>
          <a:off x="0" y="0"/>
          <a:ext cx="0" cy="0"/>
          <a:chOff x="0" y="0"/>
          <a:chExt cx="0" cy="0"/>
        </a:xfrm>
      </p:grpSpPr>
      <p:sp>
        <p:nvSpPr>
          <p:cNvPr id="587" name="Google Shape;587;p19"/>
          <p:cNvSpPr txBox="1">
            <a:spLocks noGrp="1"/>
          </p:cNvSpPr>
          <p:nvPr>
            <p:ph type="sldNum" idx="12"/>
          </p:nvPr>
        </p:nvSpPr>
        <p:spPr>
          <a:xfrm>
            <a:off x="0" y="6400800"/>
            <a:ext cx="2540000" cy="457200"/>
          </a:xfrm>
          <a:prstGeom prst="rect">
            <a:avLst/>
          </a:prstGeom>
          <a:noFill/>
          <a:ln>
            <a:noFill/>
          </a:ln>
        </p:spPr>
        <p:txBody>
          <a:bodyPr spcFirstLastPara="1" wrap="square" lIns="91425" tIns="45700" rIns="91425" bIns="45700" anchor="b" anchorCtr="0">
            <a:noAutofit/>
          </a:bodyPr>
          <a:lstStyle/>
          <a:p>
            <a:pPr marL="0" marR="0" lvl="0" indent="0" algn="l" rtl="0">
              <a:spcBef>
                <a:spcPts val="0"/>
              </a:spcBef>
              <a:spcAft>
                <a:spcPts val="0"/>
              </a:spcAft>
              <a:buNone/>
            </a:pPr>
            <a:r>
              <a:rPr lang="en-US" sz="2000" b="1" i="0" u="none" strike="noStrike" cap="none">
                <a:solidFill>
                  <a:srgbClr val="000000"/>
                </a:solidFill>
                <a:latin typeface="Arial"/>
                <a:ea typeface="Arial"/>
                <a:cs typeface="Arial"/>
                <a:sym typeface="Arial"/>
              </a:rPr>
              <a:t>2.</a:t>
            </a:r>
            <a:fld id="{00000000-1234-1234-1234-123412341234}" type="slidenum">
              <a:rPr lang="en-US" sz="2000" b="1" i="0" u="none" strike="noStrike" cap="none">
                <a:solidFill>
                  <a:srgbClr val="000000"/>
                </a:solidFill>
                <a:latin typeface="Arial"/>
                <a:ea typeface="Arial"/>
                <a:cs typeface="Arial"/>
                <a:sym typeface="Arial"/>
              </a:rPr>
              <a:t>19</a:t>
            </a:fld>
            <a:endParaRPr sz="2000" b="1" i="0" u="none" strike="noStrike" cap="none">
              <a:solidFill>
                <a:srgbClr val="000000"/>
              </a:solidFill>
              <a:latin typeface="Arial"/>
              <a:ea typeface="Arial"/>
              <a:cs typeface="Arial"/>
              <a:sym typeface="Arial"/>
            </a:endParaRPr>
          </a:p>
        </p:txBody>
      </p:sp>
      <p:cxnSp>
        <p:nvCxnSpPr>
          <p:cNvPr id="588" name="Google Shape;588;p19"/>
          <p:cNvCxnSpPr/>
          <p:nvPr/>
        </p:nvCxnSpPr>
        <p:spPr>
          <a:xfrm>
            <a:off x="1676400" y="152400"/>
            <a:ext cx="8763000" cy="0"/>
          </a:xfrm>
          <a:prstGeom prst="straightConnector1">
            <a:avLst/>
          </a:prstGeom>
          <a:noFill/>
          <a:ln w="76200" cap="flat" cmpd="sng">
            <a:solidFill>
              <a:schemeClr val="hlink"/>
            </a:solidFill>
            <a:prstDash val="solid"/>
            <a:round/>
            <a:headEnd type="none" w="med" len="med"/>
            <a:tailEnd type="none" w="med" len="med"/>
          </a:ln>
        </p:spPr>
      </p:cxnSp>
      <p:cxnSp>
        <p:nvCxnSpPr>
          <p:cNvPr id="589" name="Google Shape;589;p19"/>
          <p:cNvCxnSpPr/>
          <p:nvPr/>
        </p:nvCxnSpPr>
        <p:spPr>
          <a:xfrm>
            <a:off x="1676400" y="990600"/>
            <a:ext cx="8763000" cy="0"/>
          </a:xfrm>
          <a:prstGeom prst="straightConnector1">
            <a:avLst/>
          </a:prstGeom>
          <a:noFill/>
          <a:ln w="19050" cap="flat" cmpd="sng">
            <a:solidFill>
              <a:schemeClr val="hlink"/>
            </a:solidFill>
            <a:prstDash val="solid"/>
            <a:round/>
            <a:headEnd type="none" w="med" len="med"/>
            <a:tailEnd type="none" w="med" len="med"/>
          </a:ln>
        </p:spPr>
      </p:cxnSp>
      <p:sp>
        <p:nvSpPr>
          <p:cNvPr id="590" name="Google Shape;590;p19"/>
          <p:cNvSpPr txBox="1"/>
          <p:nvPr/>
        </p:nvSpPr>
        <p:spPr>
          <a:xfrm>
            <a:off x="1828800" y="381000"/>
            <a:ext cx="3132138" cy="4572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1" i="0" u="none" strike="noStrike" cap="none">
                <a:solidFill>
                  <a:srgbClr val="3333CC"/>
                </a:solidFill>
                <a:latin typeface="Times New Roman"/>
                <a:ea typeface="Times New Roman"/>
                <a:cs typeface="Times New Roman"/>
                <a:sym typeface="Times New Roman"/>
              </a:rPr>
              <a:t>Figure 2.8  </a:t>
            </a:r>
            <a:r>
              <a:rPr lang="en-US" sz="2000" b="1" i="1" u="none" strike="noStrike" cap="none">
                <a:solidFill>
                  <a:srgbClr val="000000"/>
                </a:solidFill>
                <a:latin typeface="Times New Roman"/>
                <a:ea typeface="Times New Roman"/>
                <a:cs typeface="Times New Roman"/>
                <a:sym typeface="Times New Roman"/>
              </a:rPr>
              <a:t>Network layer</a:t>
            </a:r>
            <a:endParaRPr/>
          </a:p>
        </p:txBody>
      </p:sp>
      <p:cxnSp>
        <p:nvCxnSpPr>
          <p:cNvPr id="591" name="Google Shape;591;p19"/>
          <p:cNvCxnSpPr/>
          <p:nvPr/>
        </p:nvCxnSpPr>
        <p:spPr>
          <a:xfrm>
            <a:off x="1676400" y="6248400"/>
            <a:ext cx="8763000" cy="0"/>
          </a:xfrm>
          <a:prstGeom prst="straightConnector1">
            <a:avLst/>
          </a:prstGeom>
          <a:noFill/>
          <a:ln w="76200" cap="flat" cmpd="sng">
            <a:solidFill>
              <a:schemeClr val="hlink"/>
            </a:solidFill>
            <a:prstDash val="solid"/>
            <a:round/>
            <a:headEnd type="none" w="med" len="med"/>
            <a:tailEnd type="none" w="med" len="med"/>
          </a:ln>
        </p:spPr>
      </p:cxnSp>
      <p:pic>
        <p:nvPicPr>
          <p:cNvPr id="592" name="Google Shape;592;p19"/>
          <p:cNvPicPr preferRelativeResize="0"/>
          <p:nvPr/>
        </p:nvPicPr>
        <p:blipFill rotWithShape="1">
          <a:blip r:embed="rId3">
            <a:alphaModFix/>
          </a:blip>
          <a:srcRect/>
          <a:stretch/>
        </p:blipFill>
        <p:spPr>
          <a:xfrm>
            <a:off x="1763714" y="1963738"/>
            <a:ext cx="8675687" cy="2913062"/>
          </a:xfrm>
          <a:prstGeom prst="rect">
            <a:avLst/>
          </a:prstGeom>
          <a:noFill/>
          <a:ln>
            <a:noFill/>
          </a:ln>
        </p:spPr>
      </p:pic>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597"/>
        <p:cNvGrpSpPr/>
        <p:nvPr/>
      </p:nvGrpSpPr>
      <p:grpSpPr>
        <a:xfrm>
          <a:off x="0" y="0"/>
          <a:ext cx="0" cy="0"/>
          <a:chOff x="0" y="0"/>
          <a:chExt cx="0" cy="0"/>
        </a:xfrm>
      </p:grpSpPr>
      <p:sp>
        <p:nvSpPr>
          <p:cNvPr id="598" name="Google Shape;598;p20"/>
          <p:cNvSpPr txBox="1">
            <a:spLocks noGrp="1"/>
          </p:cNvSpPr>
          <p:nvPr>
            <p:ph type="sldNum" idx="12"/>
          </p:nvPr>
        </p:nvSpPr>
        <p:spPr>
          <a:xfrm>
            <a:off x="0" y="6400800"/>
            <a:ext cx="2540000" cy="457200"/>
          </a:xfrm>
          <a:prstGeom prst="rect">
            <a:avLst/>
          </a:prstGeom>
          <a:noFill/>
          <a:ln>
            <a:noFill/>
          </a:ln>
        </p:spPr>
        <p:txBody>
          <a:bodyPr spcFirstLastPara="1" wrap="square" lIns="91425" tIns="45700" rIns="91425" bIns="45700" anchor="b" anchorCtr="0">
            <a:noAutofit/>
          </a:bodyPr>
          <a:lstStyle/>
          <a:p>
            <a:pPr marL="0" marR="0" lvl="0" indent="0" algn="l" rtl="0">
              <a:spcBef>
                <a:spcPts val="0"/>
              </a:spcBef>
              <a:spcAft>
                <a:spcPts val="0"/>
              </a:spcAft>
              <a:buNone/>
            </a:pPr>
            <a:r>
              <a:rPr lang="en-US" sz="2000" b="1" i="0" u="none" strike="noStrike" cap="none">
                <a:solidFill>
                  <a:srgbClr val="000000"/>
                </a:solidFill>
                <a:latin typeface="Arial"/>
                <a:ea typeface="Arial"/>
                <a:cs typeface="Arial"/>
                <a:sym typeface="Arial"/>
              </a:rPr>
              <a:t>2.</a:t>
            </a:r>
            <a:fld id="{00000000-1234-1234-1234-123412341234}" type="slidenum">
              <a:rPr lang="en-US" sz="2000" b="1" i="0" u="none" strike="noStrike" cap="none">
                <a:solidFill>
                  <a:srgbClr val="000000"/>
                </a:solidFill>
                <a:latin typeface="Arial"/>
                <a:ea typeface="Arial"/>
                <a:cs typeface="Arial"/>
                <a:sym typeface="Arial"/>
              </a:rPr>
              <a:t>20</a:t>
            </a:fld>
            <a:endParaRPr sz="2000" b="1" i="0" u="none" strike="noStrike" cap="none">
              <a:solidFill>
                <a:srgbClr val="000000"/>
              </a:solidFill>
              <a:latin typeface="Arial"/>
              <a:ea typeface="Arial"/>
              <a:cs typeface="Arial"/>
              <a:sym typeface="Arial"/>
            </a:endParaRPr>
          </a:p>
        </p:txBody>
      </p:sp>
      <p:sp>
        <p:nvSpPr>
          <p:cNvPr id="599" name="Google Shape;599;p20"/>
          <p:cNvSpPr/>
          <p:nvPr/>
        </p:nvSpPr>
        <p:spPr>
          <a:xfrm>
            <a:off x="1890713" y="107951"/>
            <a:ext cx="438150" cy="474663"/>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0" i="0" u="none" strike="noStrike" cap="none">
              <a:solidFill>
                <a:srgbClr val="000000"/>
              </a:solidFill>
              <a:latin typeface="Tahoma"/>
              <a:ea typeface="Tahoma"/>
              <a:cs typeface="Tahoma"/>
              <a:sym typeface="Tahoma"/>
            </a:endParaRPr>
          </a:p>
        </p:txBody>
      </p:sp>
      <p:sp>
        <p:nvSpPr>
          <p:cNvPr id="600" name="Google Shape;600;p20"/>
          <p:cNvSpPr/>
          <p:nvPr/>
        </p:nvSpPr>
        <p:spPr>
          <a:xfrm>
            <a:off x="2273301" y="107951"/>
            <a:ext cx="328613" cy="474663"/>
          </a:xfrm>
          <a:prstGeom prst="rect">
            <a:avLst/>
          </a:prstGeom>
          <a:gradFill>
            <a:gsLst>
              <a:gs pos="0">
                <a:schemeClr val="accent2"/>
              </a:gs>
              <a:gs pos="100000">
                <a:schemeClr val="lt1"/>
              </a:gs>
            </a:gsLst>
            <a:lin ang="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0" i="0" u="none" strike="noStrike" cap="none">
              <a:solidFill>
                <a:srgbClr val="000000"/>
              </a:solidFill>
              <a:latin typeface="Tahoma"/>
              <a:ea typeface="Tahoma"/>
              <a:cs typeface="Tahoma"/>
              <a:sym typeface="Tahoma"/>
            </a:endParaRPr>
          </a:p>
        </p:txBody>
      </p:sp>
      <p:sp>
        <p:nvSpPr>
          <p:cNvPr id="601" name="Google Shape;601;p20"/>
          <p:cNvSpPr/>
          <p:nvPr/>
        </p:nvSpPr>
        <p:spPr>
          <a:xfrm>
            <a:off x="2014539" y="530226"/>
            <a:ext cx="422275" cy="474663"/>
          </a:xfrm>
          <a:prstGeom prst="rect">
            <a:avLst/>
          </a:prstGeom>
          <a:solidFill>
            <a:schemeClr val="folHlink"/>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0" i="0" u="none" strike="noStrike" cap="none">
              <a:solidFill>
                <a:srgbClr val="000000"/>
              </a:solidFill>
              <a:latin typeface="Tahoma"/>
              <a:ea typeface="Tahoma"/>
              <a:cs typeface="Tahoma"/>
              <a:sym typeface="Tahoma"/>
            </a:endParaRPr>
          </a:p>
        </p:txBody>
      </p:sp>
      <p:sp>
        <p:nvSpPr>
          <p:cNvPr id="602" name="Google Shape;602;p20"/>
          <p:cNvSpPr/>
          <p:nvPr/>
        </p:nvSpPr>
        <p:spPr>
          <a:xfrm>
            <a:off x="2384425" y="530226"/>
            <a:ext cx="368300" cy="474663"/>
          </a:xfrm>
          <a:prstGeom prst="rect">
            <a:avLst/>
          </a:prstGeom>
          <a:gradFill>
            <a:gsLst>
              <a:gs pos="0">
                <a:schemeClr val="folHlink"/>
              </a:gs>
              <a:gs pos="100000">
                <a:schemeClr val="lt1"/>
              </a:gs>
            </a:gsLst>
            <a:lin ang="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0" i="0" u="none" strike="noStrike" cap="none">
              <a:solidFill>
                <a:srgbClr val="000000"/>
              </a:solidFill>
              <a:latin typeface="Tahoma"/>
              <a:ea typeface="Tahoma"/>
              <a:cs typeface="Tahoma"/>
              <a:sym typeface="Tahoma"/>
            </a:endParaRPr>
          </a:p>
        </p:txBody>
      </p:sp>
      <p:sp>
        <p:nvSpPr>
          <p:cNvPr id="603" name="Google Shape;603;p20"/>
          <p:cNvSpPr/>
          <p:nvPr/>
        </p:nvSpPr>
        <p:spPr>
          <a:xfrm>
            <a:off x="1600200" y="457201"/>
            <a:ext cx="560388" cy="422275"/>
          </a:xfrm>
          <a:prstGeom prst="rect">
            <a:avLst/>
          </a:prstGeom>
          <a:gradFill>
            <a:gsLst>
              <a:gs pos="0">
                <a:schemeClr val="lt1"/>
              </a:gs>
              <a:gs pos="100000">
                <a:schemeClr val="hlink"/>
              </a:gs>
            </a:gsLst>
            <a:lin ang="189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0" i="0" u="none" strike="noStrike" cap="none">
              <a:solidFill>
                <a:srgbClr val="000000"/>
              </a:solidFill>
              <a:latin typeface="Tahoma"/>
              <a:ea typeface="Tahoma"/>
              <a:cs typeface="Tahoma"/>
              <a:sym typeface="Tahoma"/>
            </a:endParaRPr>
          </a:p>
        </p:txBody>
      </p:sp>
      <p:sp>
        <p:nvSpPr>
          <p:cNvPr id="604" name="Google Shape;604;p20"/>
          <p:cNvSpPr/>
          <p:nvPr/>
        </p:nvSpPr>
        <p:spPr>
          <a:xfrm>
            <a:off x="2235200" y="1"/>
            <a:ext cx="31750" cy="1052513"/>
          </a:xfrm>
          <a:prstGeom prst="rect">
            <a:avLst/>
          </a:prstGeom>
          <a:solidFill>
            <a:schemeClr val="l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0" i="0" u="none" strike="noStrike" cap="none">
              <a:solidFill>
                <a:srgbClr val="000000"/>
              </a:solidFill>
              <a:latin typeface="Tahoma"/>
              <a:ea typeface="Tahoma"/>
              <a:cs typeface="Tahoma"/>
              <a:sym typeface="Tahoma"/>
            </a:endParaRPr>
          </a:p>
        </p:txBody>
      </p:sp>
      <p:sp>
        <p:nvSpPr>
          <p:cNvPr id="605" name="Google Shape;605;p20"/>
          <p:cNvSpPr/>
          <p:nvPr/>
        </p:nvSpPr>
        <p:spPr>
          <a:xfrm>
            <a:off x="1966914" y="533400"/>
            <a:ext cx="8226425" cy="31750"/>
          </a:xfrm>
          <a:prstGeom prst="rect">
            <a:avLst/>
          </a:prstGeom>
          <a:gradFill>
            <a:gsLst>
              <a:gs pos="0">
                <a:schemeClr val="lt2"/>
              </a:gs>
              <a:gs pos="100000">
                <a:schemeClr val="lt1"/>
              </a:gs>
            </a:gsLst>
            <a:lin ang="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0" i="0" u="none" strike="noStrike" cap="none">
              <a:solidFill>
                <a:srgbClr val="000000"/>
              </a:solidFill>
              <a:latin typeface="Tahoma"/>
              <a:ea typeface="Tahoma"/>
              <a:cs typeface="Tahoma"/>
              <a:sym typeface="Tahoma"/>
            </a:endParaRPr>
          </a:p>
        </p:txBody>
      </p:sp>
      <p:cxnSp>
        <p:nvCxnSpPr>
          <p:cNvPr id="606" name="Google Shape;606;p20"/>
          <p:cNvCxnSpPr/>
          <p:nvPr/>
        </p:nvCxnSpPr>
        <p:spPr>
          <a:xfrm>
            <a:off x="1981200" y="2971800"/>
            <a:ext cx="8153400" cy="0"/>
          </a:xfrm>
          <a:prstGeom prst="straightConnector1">
            <a:avLst/>
          </a:prstGeom>
          <a:noFill/>
          <a:ln w="76200" cap="flat" cmpd="sng">
            <a:solidFill>
              <a:srgbClr val="009900"/>
            </a:solidFill>
            <a:prstDash val="solid"/>
            <a:round/>
            <a:headEnd type="none" w="med" len="med"/>
            <a:tailEnd type="none" w="med" len="med"/>
          </a:ln>
        </p:spPr>
      </p:cxnSp>
      <p:cxnSp>
        <p:nvCxnSpPr>
          <p:cNvPr id="607" name="Google Shape;607;p20"/>
          <p:cNvCxnSpPr/>
          <p:nvPr/>
        </p:nvCxnSpPr>
        <p:spPr>
          <a:xfrm>
            <a:off x="1982788" y="4343400"/>
            <a:ext cx="8153400" cy="0"/>
          </a:xfrm>
          <a:prstGeom prst="straightConnector1">
            <a:avLst/>
          </a:prstGeom>
          <a:noFill/>
          <a:ln w="76200" cap="flat" cmpd="sng">
            <a:solidFill>
              <a:srgbClr val="009900"/>
            </a:solidFill>
            <a:prstDash val="solid"/>
            <a:round/>
            <a:headEnd type="none" w="med" len="med"/>
            <a:tailEnd type="none" w="med" len="med"/>
          </a:ln>
        </p:spPr>
      </p:cxnSp>
      <p:sp>
        <p:nvSpPr>
          <p:cNvPr id="608" name="Google Shape;608;p20"/>
          <p:cNvSpPr/>
          <p:nvPr/>
        </p:nvSpPr>
        <p:spPr>
          <a:xfrm>
            <a:off x="2019300" y="3063876"/>
            <a:ext cx="8077200" cy="1200329"/>
          </a:xfrm>
          <a:prstGeom prst="rect">
            <a:avLst/>
          </a:prstGeom>
          <a:solidFill>
            <a:srgbClr val="99FF33"/>
          </a:solid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400" b="1" i="0" u="none" strike="noStrike" cap="none">
                <a:solidFill>
                  <a:srgbClr val="000000"/>
                </a:solidFill>
                <a:latin typeface="Times New Roman"/>
                <a:ea typeface="Times New Roman"/>
                <a:cs typeface="Times New Roman"/>
                <a:sym typeface="Times New Roman"/>
              </a:rPr>
              <a:t>The network layer is responsible for the </a:t>
            </a:r>
            <a:br>
              <a:rPr lang="en-US" sz="2400" b="1" i="0" u="none" strike="noStrike" cap="none">
                <a:solidFill>
                  <a:srgbClr val="000000"/>
                </a:solidFill>
                <a:latin typeface="Times New Roman"/>
                <a:ea typeface="Times New Roman"/>
                <a:cs typeface="Times New Roman"/>
                <a:sym typeface="Times New Roman"/>
              </a:rPr>
            </a:br>
            <a:r>
              <a:rPr lang="en-US" sz="2400" b="1" i="0" u="none" strike="noStrike" cap="none">
                <a:solidFill>
                  <a:srgbClr val="000000"/>
                </a:solidFill>
                <a:latin typeface="Times New Roman"/>
                <a:ea typeface="Times New Roman"/>
                <a:cs typeface="Times New Roman"/>
                <a:sym typeface="Times New Roman"/>
              </a:rPr>
              <a:t>delivery of individual packets from </a:t>
            </a:r>
            <a:endParaRPr/>
          </a:p>
          <a:p>
            <a:pPr marL="0" marR="0" lvl="0" indent="0" algn="ctr" rtl="0">
              <a:spcBef>
                <a:spcPts val="0"/>
              </a:spcBef>
              <a:spcAft>
                <a:spcPts val="0"/>
              </a:spcAft>
              <a:buNone/>
            </a:pPr>
            <a:r>
              <a:rPr lang="en-US" sz="2400" b="1" i="0" u="none" strike="noStrike" cap="none">
                <a:solidFill>
                  <a:srgbClr val="000000"/>
                </a:solidFill>
                <a:latin typeface="Times New Roman"/>
                <a:ea typeface="Times New Roman"/>
                <a:cs typeface="Times New Roman"/>
                <a:sym typeface="Times New Roman"/>
              </a:rPr>
              <a:t>the source host to the destination host.</a:t>
            </a:r>
            <a:endParaRPr/>
          </a:p>
        </p:txBody>
      </p:sp>
      <p:grpSp>
        <p:nvGrpSpPr>
          <p:cNvPr id="609" name="Google Shape;609;p20"/>
          <p:cNvGrpSpPr/>
          <p:nvPr/>
        </p:nvGrpSpPr>
        <p:grpSpPr>
          <a:xfrm>
            <a:off x="2057400" y="2286000"/>
            <a:ext cx="1143000" cy="566738"/>
            <a:chOff x="1200" y="1248"/>
            <a:chExt cx="720" cy="357"/>
          </a:xfrm>
        </p:grpSpPr>
        <p:pic>
          <p:nvPicPr>
            <p:cNvPr id="610" name="Google Shape;610;p20"/>
            <p:cNvPicPr preferRelativeResize="0"/>
            <p:nvPr/>
          </p:nvPicPr>
          <p:blipFill rotWithShape="1">
            <a:blip r:embed="rId3">
              <a:alphaModFix/>
            </a:blip>
            <a:srcRect/>
            <a:stretch/>
          </p:blipFill>
          <p:spPr>
            <a:xfrm>
              <a:off x="1200" y="1248"/>
              <a:ext cx="720" cy="357"/>
            </a:xfrm>
            <a:prstGeom prst="rect">
              <a:avLst/>
            </a:prstGeom>
            <a:noFill/>
            <a:ln>
              <a:noFill/>
            </a:ln>
          </p:spPr>
        </p:pic>
        <p:sp>
          <p:nvSpPr>
            <p:cNvPr id="611" name="Google Shape;611;p20"/>
            <p:cNvSpPr txBox="1"/>
            <p:nvPr/>
          </p:nvSpPr>
          <p:spPr>
            <a:xfrm>
              <a:off x="1284" y="1248"/>
              <a:ext cx="551" cy="32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b="1" i="1" u="none" strike="noStrike" cap="none">
                  <a:solidFill>
                    <a:srgbClr val="FF0000"/>
                  </a:solidFill>
                  <a:latin typeface="Times New Roman"/>
                  <a:ea typeface="Times New Roman"/>
                  <a:cs typeface="Times New Roman"/>
                  <a:sym typeface="Times New Roman"/>
                </a:rPr>
                <a:t>Note</a:t>
              </a:r>
              <a:endParaRPr/>
            </a:p>
          </p:txBody>
        </p:sp>
      </p:gr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616"/>
        <p:cNvGrpSpPr/>
        <p:nvPr/>
      </p:nvGrpSpPr>
      <p:grpSpPr>
        <a:xfrm>
          <a:off x="0" y="0"/>
          <a:ext cx="0" cy="0"/>
          <a:chOff x="0" y="0"/>
          <a:chExt cx="0" cy="0"/>
        </a:xfrm>
      </p:grpSpPr>
      <p:sp>
        <p:nvSpPr>
          <p:cNvPr id="617" name="Google Shape;617;p21"/>
          <p:cNvSpPr txBox="1">
            <a:spLocks noGrp="1"/>
          </p:cNvSpPr>
          <p:nvPr>
            <p:ph type="sldNum" idx="12"/>
          </p:nvPr>
        </p:nvSpPr>
        <p:spPr>
          <a:xfrm>
            <a:off x="0" y="6400800"/>
            <a:ext cx="2540000" cy="457200"/>
          </a:xfrm>
          <a:prstGeom prst="rect">
            <a:avLst/>
          </a:prstGeom>
          <a:noFill/>
          <a:ln>
            <a:noFill/>
          </a:ln>
        </p:spPr>
        <p:txBody>
          <a:bodyPr spcFirstLastPara="1" wrap="square" lIns="91425" tIns="45700" rIns="91425" bIns="45700" anchor="b" anchorCtr="0">
            <a:noAutofit/>
          </a:bodyPr>
          <a:lstStyle/>
          <a:p>
            <a:pPr marL="0" marR="0" lvl="0" indent="0" algn="l" rtl="0">
              <a:spcBef>
                <a:spcPts val="0"/>
              </a:spcBef>
              <a:spcAft>
                <a:spcPts val="0"/>
              </a:spcAft>
              <a:buNone/>
            </a:pPr>
            <a:r>
              <a:rPr lang="en-US" sz="2000" b="1" i="0" u="none" strike="noStrike" cap="none">
                <a:solidFill>
                  <a:srgbClr val="000000"/>
                </a:solidFill>
                <a:latin typeface="Arial"/>
                <a:ea typeface="Arial"/>
                <a:cs typeface="Arial"/>
                <a:sym typeface="Arial"/>
              </a:rPr>
              <a:t>2.</a:t>
            </a:r>
            <a:fld id="{00000000-1234-1234-1234-123412341234}" type="slidenum">
              <a:rPr lang="en-US" sz="2000" b="1" i="0" u="none" strike="noStrike" cap="none">
                <a:solidFill>
                  <a:srgbClr val="000000"/>
                </a:solidFill>
                <a:latin typeface="Arial"/>
                <a:ea typeface="Arial"/>
                <a:cs typeface="Arial"/>
                <a:sym typeface="Arial"/>
              </a:rPr>
              <a:t>21</a:t>
            </a:fld>
            <a:endParaRPr sz="2000" b="1" i="0" u="none" strike="noStrike" cap="none">
              <a:solidFill>
                <a:srgbClr val="000000"/>
              </a:solidFill>
              <a:latin typeface="Arial"/>
              <a:ea typeface="Arial"/>
              <a:cs typeface="Arial"/>
              <a:sym typeface="Arial"/>
            </a:endParaRPr>
          </a:p>
        </p:txBody>
      </p:sp>
      <p:cxnSp>
        <p:nvCxnSpPr>
          <p:cNvPr id="618" name="Google Shape;618;p21"/>
          <p:cNvCxnSpPr/>
          <p:nvPr/>
        </p:nvCxnSpPr>
        <p:spPr>
          <a:xfrm>
            <a:off x="1676400" y="152400"/>
            <a:ext cx="8763000" cy="0"/>
          </a:xfrm>
          <a:prstGeom prst="straightConnector1">
            <a:avLst/>
          </a:prstGeom>
          <a:noFill/>
          <a:ln w="76200" cap="flat" cmpd="sng">
            <a:solidFill>
              <a:schemeClr val="hlink"/>
            </a:solidFill>
            <a:prstDash val="solid"/>
            <a:round/>
            <a:headEnd type="none" w="med" len="med"/>
            <a:tailEnd type="none" w="med" len="med"/>
          </a:ln>
        </p:spPr>
      </p:cxnSp>
      <p:cxnSp>
        <p:nvCxnSpPr>
          <p:cNvPr id="619" name="Google Shape;619;p21"/>
          <p:cNvCxnSpPr/>
          <p:nvPr/>
        </p:nvCxnSpPr>
        <p:spPr>
          <a:xfrm>
            <a:off x="1676400" y="990600"/>
            <a:ext cx="8763000" cy="0"/>
          </a:xfrm>
          <a:prstGeom prst="straightConnector1">
            <a:avLst/>
          </a:prstGeom>
          <a:noFill/>
          <a:ln w="19050" cap="flat" cmpd="sng">
            <a:solidFill>
              <a:schemeClr val="hlink"/>
            </a:solidFill>
            <a:prstDash val="solid"/>
            <a:round/>
            <a:headEnd type="none" w="med" len="med"/>
            <a:tailEnd type="none" w="med" len="med"/>
          </a:ln>
        </p:spPr>
      </p:cxnSp>
      <p:sp>
        <p:nvSpPr>
          <p:cNvPr id="620" name="Google Shape;620;p21"/>
          <p:cNvSpPr txBox="1"/>
          <p:nvPr/>
        </p:nvSpPr>
        <p:spPr>
          <a:xfrm>
            <a:off x="1828800" y="381000"/>
            <a:ext cx="4795838" cy="4572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1" i="0" u="none" strike="noStrike" cap="none">
                <a:solidFill>
                  <a:srgbClr val="3333CC"/>
                </a:solidFill>
                <a:latin typeface="Times New Roman"/>
                <a:ea typeface="Times New Roman"/>
                <a:cs typeface="Times New Roman"/>
                <a:sym typeface="Times New Roman"/>
              </a:rPr>
              <a:t>Figure 2.9  </a:t>
            </a:r>
            <a:r>
              <a:rPr lang="en-US" sz="2000" b="1" i="1" u="none" strike="noStrike" cap="none">
                <a:solidFill>
                  <a:srgbClr val="000000"/>
                </a:solidFill>
                <a:latin typeface="Times New Roman"/>
                <a:ea typeface="Times New Roman"/>
                <a:cs typeface="Times New Roman"/>
                <a:sym typeface="Times New Roman"/>
              </a:rPr>
              <a:t>Source-to-destination delivery</a:t>
            </a:r>
            <a:endParaRPr/>
          </a:p>
        </p:txBody>
      </p:sp>
      <p:cxnSp>
        <p:nvCxnSpPr>
          <p:cNvPr id="621" name="Google Shape;621;p21"/>
          <p:cNvCxnSpPr/>
          <p:nvPr/>
        </p:nvCxnSpPr>
        <p:spPr>
          <a:xfrm>
            <a:off x="1676400" y="6248400"/>
            <a:ext cx="8763000" cy="0"/>
          </a:xfrm>
          <a:prstGeom prst="straightConnector1">
            <a:avLst/>
          </a:prstGeom>
          <a:noFill/>
          <a:ln w="76200" cap="flat" cmpd="sng">
            <a:solidFill>
              <a:schemeClr val="hlink"/>
            </a:solidFill>
            <a:prstDash val="solid"/>
            <a:round/>
            <a:headEnd type="none" w="med" len="med"/>
            <a:tailEnd type="none" w="med" len="med"/>
          </a:ln>
        </p:spPr>
      </p:cxnSp>
      <p:pic>
        <p:nvPicPr>
          <p:cNvPr id="622" name="Google Shape;622;p21"/>
          <p:cNvPicPr preferRelativeResize="0"/>
          <p:nvPr/>
        </p:nvPicPr>
        <p:blipFill rotWithShape="1">
          <a:blip r:embed="rId3">
            <a:alphaModFix/>
          </a:blip>
          <a:srcRect/>
          <a:stretch/>
        </p:blipFill>
        <p:spPr>
          <a:xfrm>
            <a:off x="3222626" y="1195388"/>
            <a:ext cx="5083175" cy="4824412"/>
          </a:xfrm>
          <a:prstGeom prst="rect">
            <a:avLst/>
          </a:prstGeom>
          <a:noFill/>
          <a:ln>
            <a:noFill/>
          </a:ln>
        </p:spPr>
      </p:pic>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626"/>
        <p:cNvGrpSpPr/>
        <p:nvPr/>
      </p:nvGrpSpPr>
      <p:grpSpPr>
        <a:xfrm>
          <a:off x="0" y="0"/>
          <a:ext cx="0" cy="0"/>
          <a:chOff x="0" y="0"/>
          <a:chExt cx="0" cy="0"/>
        </a:xfrm>
      </p:grpSpPr>
      <p:sp>
        <p:nvSpPr>
          <p:cNvPr id="627" name="Google Shape;627;p22"/>
          <p:cNvSpPr txBox="1">
            <a:spLocks noGrp="1"/>
          </p:cNvSpPr>
          <p:nvPr>
            <p:ph type="title"/>
          </p:nvPr>
        </p:nvSpPr>
        <p:spPr>
          <a:xfrm>
            <a:off x="1981200" y="274638"/>
            <a:ext cx="8229600" cy="216376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Other responsibilities of the network layer include the following:</a:t>
            </a:r>
            <a:endParaRPr/>
          </a:p>
        </p:txBody>
      </p:sp>
      <p:sp>
        <p:nvSpPr>
          <p:cNvPr id="628" name="Google Shape;628;p22"/>
          <p:cNvSpPr txBox="1">
            <a:spLocks noGrp="1"/>
          </p:cNvSpPr>
          <p:nvPr>
            <p:ph type="body" idx="1"/>
          </p:nvPr>
        </p:nvSpPr>
        <p:spPr>
          <a:xfrm>
            <a:off x="1981200" y="2819400"/>
            <a:ext cx="8229600" cy="2590800"/>
          </a:xfrm>
          <a:prstGeom prst="rect">
            <a:avLst/>
          </a:prstGeom>
          <a:noFill/>
          <a:ln>
            <a:noFill/>
          </a:ln>
        </p:spPr>
        <p:txBody>
          <a:bodyPr spcFirstLastPara="1" wrap="square" lIns="91425" tIns="45700" rIns="91425" bIns="45700" anchor="t" anchorCtr="0">
            <a:noAutofit/>
          </a:bodyPr>
          <a:lstStyle/>
          <a:p>
            <a:pPr marL="342900" lvl="0" indent="-342900" algn="l" rtl="0">
              <a:spcBef>
                <a:spcPts val="0"/>
              </a:spcBef>
              <a:spcAft>
                <a:spcPts val="0"/>
              </a:spcAft>
              <a:buSzPts val="1920"/>
              <a:buChar char="■"/>
            </a:pPr>
            <a:r>
              <a:rPr lang="en-US"/>
              <a:t>Logical addressing</a:t>
            </a:r>
            <a:endParaRPr/>
          </a:p>
          <a:p>
            <a:pPr marL="342900" lvl="0" indent="-342900" algn="l" rtl="0">
              <a:spcBef>
                <a:spcPts val="640"/>
              </a:spcBef>
              <a:spcAft>
                <a:spcPts val="0"/>
              </a:spcAft>
              <a:buSzPts val="1920"/>
              <a:buChar char="■"/>
            </a:pPr>
            <a:r>
              <a:rPr lang="en-US"/>
              <a:t>Routing</a:t>
            </a:r>
            <a:endParaRPr/>
          </a:p>
        </p:txBody>
      </p:sp>
      <p:sp>
        <p:nvSpPr>
          <p:cNvPr id="629" name="Google Shape;629;p22"/>
          <p:cNvSpPr txBox="1">
            <a:spLocks noGrp="1"/>
          </p:cNvSpPr>
          <p:nvPr>
            <p:ph type="sldNum" idx="12"/>
          </p:nvPr>
        </p:nvSpPr>
        <p:spPr>
          <a:xfrm>
            <a:off x="0" y="6400800"/>
            <a:ext cx="2540000" cy="457200"/>
          </a:xfrm>
          <a:prstGeom prst="rect">
            <a:avLst/>
          </a:prstGeom>
          <a:noFill/>
          <a:ln>
            <a:noFill/>
          </a:ln>
        </p:spPr>
        <p:txBody>
          <a:bodyPr spcFirstLastPara="1" wrap="square" lIns="91425" tIns="45700" rIns="91425" bIns="45700" anchor="b" anchorCtr="0">
            <a:noAutofit/>
          </a:bodyPr>
          <a:lstStyle/>
          <a:p>
            <a:pPr marL="0" marR="0" lvl="0" indent="0" algn="l" rtl="0">
              <a:spcBef>
                <a:spcPts val="0"/>
              </a:spcBef>
              <a:spcAft>
                <a:spcPts val="0"/>
              </a:spcAft>
              <a:buNone/>
            </a:pPr>
            <a:r>
              <a:rPr lang="en-US" sz="2000" b="1" i="0" u="none" strike="noStrike" cap="none">
                <a:solidFill>
                  <a:srgbClr val="000000"/>
                </a:solidFill>
                <a:latin typeface="Arial"/>
                <a:ea typeface="Arial"/>
                <a:cs typeface="Arial"/>
                <a:sym typeface="Arial"/>
              </a:rPr>
              <a:t>2.</a:t>
            </a:r>
            <a:fld id="{00000000-1234-1234-1234-123412341234}" type="slidenum">
              <a:rPr lang="en-US" sz="2000" b="1" i="0" u="none" strike="noStrike" cap="none">
                <a:solidFill>
                  <a:srgbClr val="000000"/>
                </a:solidFill>
                <a:latin typeface="Arial"/>
                <a:ea typeface="Arial"/>
                <a:cs typeface="Arial"/>
                <a:sym typeface="Arial"/>
              </a:rPr>
              <a:t>22</a:t>
            </a:fld>
            <a:endParaRPr sz="2000" b="1" i="0" u="none" strike="noStrike" cap="none">
              <a:solidFill>
                <a:srgbClr val="000000"/>
              </a:solidFill>
              <a:latin typeface="Arial"/>
              <a:ea typeface="Arial"/>
              <a:cs typeface="Arial"/>
              <a:sym typeface="Arial"/>
            </a:endParaRPr>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634"/>
        <p:cNvGrpSpPr/>
        <p:nvPr/>
      </p:nvGrpSpPr>
      <p:grpSpPr>
        <a:xfrm>
          <a:off x="0" y="0"/>
          <a:ext cx="0" cy="0"/>
          <a:chOff x="0" y="0"/>
          <a:chExt cx="0" cy="0"/>
        </a:xfrm>
      </p:grpSpPr>
      <p:sp>
        <p:nvSpPr>
          <p:cNvPr id="635" name="Google Shape;635;p23"/>
          <p:cNvSpPr txBox="1">
            <a:spLocks noGrp="1"/>
          </p:cNvSpPr>
          <p:nvPr>
            <p:ph type="sldNum" idx="12"/>
          </p:nvPr>
        </p:nvSpPr>
        <p:spPr>
          <a:xfrm>
            <a:off x="0" y="6400800"/>
            <a:ext cx="2540000" cy="457200"/>
          </a:xfrm>
          <a:prstGeom prst="rect">
            <a:avLst/>
          </a:prstGeom>
          <a:noFill/>
          <a:ln>
            <a:noFill/>
          </a:ln>
        </p:spPr>
        <p:txBody>
          <a:bodyPr spcFirstLastPara="1" wrap="square" lIns="91425" tIns="45700" rIns="91425" bIns="45700" anchor="b" anchorCtr="0">
            <a:noAutofit/>
          </a:bodyPr>
          <a:lstStyle/>
          <a:p>
            <a:pPr marL="0" marR="0" lvl="0" indent="0" algn="l" rtl="0">
              <a:spcBef>
                <a:spcPts val="0"/>
              </a:spcBef>
              <a:spcAft>
                <a:spcPts val="0"/>
              </a:spcAft>
              <a:buNone/>
            </a:pPr>
            <a:r>
              <a:rPr lang="en-US" sz="2000" b="1" i="0" u="none" strike="noStrike" cap="none">
                <a:solidFill>
                  <a:srgbClr val="000000"/>
                </a:solidFill>
                <a:latin typeface="Arial"/>
                <a:ea typeface="Arial"/>
                <a:cs typeface="Arial"/>
                <a:sym typeface="Arial"/>
              </a:rPr>
              <a:t>2.</a:t>
            </a:r>
            <a:fld id="{00000000-1234-1234-1234-123412341234}" type="slidenum">
              <a:rPr lang="en-US" sz="2000" b="1" i="0" u="none" strike="noStrike" cap="none">
                <a:solidFill>
                  <a:srgbClr val="000000"/>
                </a:solidFill>
                <a:latin typeface="Arial"/>
                <a:ea typeface="Arial"/>
                <a:cs typeface="Arial"/>
                <a:sym typeface="Arial"/>
              </a:rPr>
              <a:t>23</a:t>
            </a:fld>
            <a:endParaRPr sz="2000" b="1" i="0" u="none" strike="noStrike" cap="none">
              <a:solidFill>
                <a:srgbClr val="000000"/>
              </a:solidFill>
              <a:latin typeface="Arial"/>
              <a:ea typeface="Arial"/>
              <a:cs typeface="Arial"/>
              <a:sym typeface="Arial"/>
            </a:endParaRPr>
          </a:p>
        </p:txBody>
      </p:sp>
      <p:cxnSp>
        <p:nvCxnSpPr>
          <p:cNvPr id="636" name="Google Shape;636;p23"/>
          <p:cNvCxnSpPr/>
          <p:nvPr/>
        </p:nvCxnSpPr>
        <p:spPr>
          <a:xfrm>
            <a:off x="1676400" y="76200"/>
            <a:ext cx="8763000" cy="0"/>
          </a:xfrm>
          <a:prstGeom prst="straightConnector1">
            <a:avLst/>
          </a:prstGeom>
          <a:noFill/>
          <a:ln w="76200" cap="flat" cmpd="sng">
            <a:solidFill>
              <a:schemeClr val="hlink"/>
            </a:solidFill>
            <a:prstDash val="solid"/>
            <a:round/>
            <a:headEnd type="none" w="med" len="med"/>
            <a:tailEnd type="none" w="med" len="med"/>
          </a:ln>
        </p:spPr>
      </p:cxnSp>
      <p:cxnSp>
        <p:nvCxnSpPr>
          <p:cNvPr id="637" name="Google Shape;637;p23"/>
          <p:cNvCxnSpPr/>
          <p:nvPr/>
        </p:nvCxnSpPr>
        <p:spPr>
          <a:xfrm>
            <a:off x="1676400" y="914400"/>
            <a:ext cx="8763000" cy="0"/>
          </a:xfrm>
          <a:prstGeom prst="straightConnector1">
            <a:avLst/>
          </a:prstGeom>
          <a:noFill/>
          <a:ln w="19050" cap="flat" cmpd="sng">
            <a:solidFill>
              <a:schemeClr val="hlink"/>
            </a:solidFill>
            <a:prstDash val="solid"/>
            <a:round/>
            <a:headEnd type="none" w="med" len="med"/>
            <a:tailEnd type="none" w="med" len="med"/>
          </a:ln>
        </p:spPr>
      </p:cxnSp>
      <p:sp>
        <p:nvSpPr>
          <p:cNvPr id="638" name="Google Shape;638;p23"/>
          <p:cNvSpPr txBox="1"/>
          <p:nvPr/>
        </p:nvSpPr>
        <p:spPr>
          <a:xfrm>
            <a:off x="1828801" y="304800"/>
            <a:ext cx="3440113" cy="4572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1" i="0" u="none" strike="noStrike" cap="none">
                <a:solidFill>
                  <a:srgbClr val="3333CC"/>
                </a:solidFill>
                <a:latin typeface="Times New Roman"/>
                <a:ea typeface="Times New Roman"/>
                <a:cs typeface="Times New Roman"/>
                <a:sym typeface="Times New Roman"/>
              </a:rPr>
              <a:t>Figure 2.10  </a:t>
            </a:r>
            <a:r>
              <a:rPr lang="en-US" sz="2000" b="1" i="1" u="none" strike="noStrike" cap="none">
                <a:solidFill>
                  <a:srgbClr val="000000"/>
                </a:solidFill>
                <a:latin typeface="Times New Roman"/>
                <a:ea typeface="Times New Roman"/>
                <a:cs typeface="Times New Roman"/>
                <a:sym typeface="Times New Roman"/>
              </a:rPr>
              <a:t>Transport layer</a:t>
            </a:r>
            <a:endParaRPr/>
          </a:p>
        </p:txBody>
      </p:sp>
      <p:cxnSp>
        <p:nvCxnSpPr>
          <p:cNvPr id="639" name="Google Shape;639;p23"/>
          <p:cNvCxnSpPr/>
          <p:nvPr/>
        </p:nvCxnSpPr>
        <p:spPr>
          <a:xfrm>
            <a:off x="1676400" y="6248400"/>
            <a:ext cx="8763000" cy="0"/>
          </a:xfrm>
          <a:prstGeom prst="straightConnector1">
            <a:avLst/>
          </a:prstGeom>
          <a:noFill/>
          <a:ln w="76200" cap="flat" cmpd="sng">
            <a:solidFill>
              <a:schemeClr val="hlink"/>
            </a:solidFill>
            <a:prstDash val="solid"/>
            <a:round/>
            <a:headEnd type="none" w="med" len="med"/>
            <a:tailEnd type="none" w="med" len="med"/>
          </a:ln>
        </p:spPr>
      </p:cxnSp>
      <p:pic>
        <p:nvPicPr>
          <p:cNvPr id="640" name="Google Shape;640;p23"/>
          <p:cNvPicPr preferRelativeResize="0"/>
          <p:nvPr/>
        </p:nvPicPr>
        <p:blipFill rotWithShape="1">
          <a:blip r:embed="rId3">
            <a:alphaModFix/>
          </a:blip>
          <a:srcRect/>
          <a:stretch/>
        </p:blipFill>
        <p:spPr>
          <a:xfrm>
            <a:off x="1676400" y="1774826"/>
            <a:ext cx="8693150" cy="3025775"/>
          </a:xfrm>
          <a:prstGeom prst="rect">
            <a:avLst/>
          </a:prstGeom>
          <a:noFill/>
          <a:ln>
            <a:noFill/>
          </a:ln>
        </p:spPr>
      </p:pic>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645"/>
        <p:cNvGrpSpPr/>
        <p:nvPr/>
      </p:nvGrpSpPr>
      <p:grpSpPr>
        <a:xfrm>
          <a:off x="0" y="0"/>
          <a:ext cx="0" cy="0"/>
          <a:chOff x="0" y="0"/>
          <a:chExt cx="0" cy="0"/>
        </a:xfrm>
      </p:grpSpPr>
      <p:sp>
        <p:nvSpPr>
          <p:cNvPr id="646" name="Google Shape;646;p24"/>
          <p:cNvSpPr txBox="1">
            <a:spLocks noGrp="1"/>
          </p:cNvSpPr>
          <p:nvPr>
            <p:ph type="sldNum" idx="12"/>
          </p:nvPr>
        </p:nvSpPr>
        <p:spPr>
          <a:xfrm>
            <a:off x="0" y="6400800"/>
            <a:ext cx="2540000" cy="457200"/>
          </a:xfrm>
          <a:prstGeom prst="rect">
            <a:avLst/>
          </a:prstGeom>
          <a:noFill/>
          <a:ln>
            <a:noFill/>
          </a:ln>
        </p:spPr>
        <p:txBody>
          <a:bodyPr spcFirstLastPara="1" wrap="square" lIns="91425" tIns="45700" rIns="91425" bIns="45700" anchor="b" anchorCtr="0">
            <a:noAutofit/>
          </a:bodyPr>
          <a:lstStyle/>
          <a:p>
            <a:pPr marL="0" marR="0" lvl="0" indent="0" algn="l" rtl="0">
              <a:spcBef>
                <a:spcPts val="0"/>
              </a:spcBef>
              <a:spcAft>
                <a:spcPts val="0"/>
              </a:spcAft>
              <a:buNone/>
            </a:pPr>
            <a:r>
              <a:rPr lang="en-US" sz="2000" b="1" i="0" u="none" strike="noStrike" cap="none">
                <a:solidFill>
                  <a:srgbClr val="000000"/>
                </a:solidFill>
                <a:latin typeface="Arial"/>
                <a:ea typeface="Arial"/>
                <a:cs typeface="Arial"/>
                <a:sym typeface="Arial"/>
              </a:rPr>
              <a:t>2.</a:t>
            </a:r>
            <a:fld id="{00000000-1234-1234-1234-123412341234}" type="slidenum">
              <a:rPr lang="en-US" sz="2000" b="1" i="0" u="none" strike="noStrike" cap="none">
                <a:solidFill>
                  <a:srgbClr val="000000"/>
                </a:solidFill>
                <a:latin typeface="Arial"/>
                <a:ea typeface="Arial"/>
                <a:cs typeface="Arial"/>
                <a:sym typeface="Arial"/>
              </a:rPr>
              <a:t>24</a:t>
            </a:fld>
            <a:endParaRPr sz="2000" b="1" i="0" u="none" strike="noStrike" cap="none">
              <a:solidFill>
                <a:srgbClr val="000000"/>
              </a:solidFill>
              <a:latin typeface="Arial"/>
              <a:ea typeface="Arial"/>
              <a:cs typeface="Arial"/>
              <a:sym typeface="Arial"/>
            </a:endParaRPr>
          </a:p>
        </p:txBody>
      </p:sp>
      <p:sp>
        <p:nvSpPr>
          <p:cNvPr id="647" name="Google Shape;647;p24"/>
          <p:cNvSpPr/>
          <p:nvPr/>
        </p:nvSpPr>
        <p:spPr>
          <a:xfrm>
            <a:off x="1890713" y="107951"/>
            <a:ext cx="438150" cy="474663"/>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0" i="0" u="none" strike="noStrike" cap="none">
              <a:solidFill>
                <a:srgbClr val="000000"/>
              </a:solidFill>
              <a:latin typeface="Tahoma"/>
              <a:ea typeface="Tahoma"/>
              <a:cs typeface="Tahoma"/>
              <a:sym typeface="Tahoma"/>
            </a:endParaRPr>
          </a:p>
        </p:txBody>
      </p:sp>
      <p:sp>
        <p:nvSpPr>
          <p:cNvPr id="648" name="Google Shape;648;p24"/>
          <p:cNvSpPr/>
          <p:nvPr/>
        </p:nvSpPr>
        <p:spPr>
          <a:xfrm>
            <a:off x="2273301" y="107951"/>
            <a:ext cx="328613" cy="474663"/>
          </a:xfrm>
          <a:prstGeom prst="rect">
            <a:avLst/>
          </a:prstGeom>
          <a:gradFill>
            <a:gsLst>
              <a:gs pos="0">
                <a:schemeClr val="accent2"/>
              </a:gs>
              <a:gs pos="100000">
                <a:schemeClr val="lt1"/>
              </a:gs>
            </a:gsLst>
            <a:lin ang="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0" i="0" u="none" strike="noStrike" cap="none">
              <a:solidFill>
                <a:srgbClr val="000000"/>
              </a:solidFill>
              <a:latin typeface="Tahoma"/>
              <a:ea typeface="Tahoma"/>
              <a:cs typeface="Tahoma"/>
              <a:sym typeface="Tahoma"/>
            </a:endParaRPr>
          </a:p>
        </p:txBody>
      </p:sp>
      <p:sp>
        <p:nvSpPr>
          <p:cNvPr id="649" name="Google Shape;649;p24"/>
          <p:cNvSpPr/>
          <p:nvPr/>
        </p:nvSpPr>
        <p:spPr>
          <a:xfrm>
            <a:off x="2014539" y="530226"/>
            <a:ext cx="422275" cy="474663"/>
          </a:xfrm>
          <a:prstGeom prst="rect">
            <a:avLst/>
          </a:prstGeom>
          <a:solidFill>
            <a:schemeClr val="folHlink"/>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0" i="0" u="none" strike="noStrike" cap="none">
              <a:solidFill>
                <a:srgbClr val="000000"/>
              </a:solidFill>
              <a:latin typeface="Tahoma"/>
              <a:ea typeface="Tahoma"/>
              <a:cs typeface="Tahoma"/>
              <a:sym typeface="Tahoma"/>
            </a:endParaRPr>
          </a:p>
        </p:txBody>
      </p:sp>
      <p:sp>
        <p:nvSpPr>
          <p:cNvPr id="650" name="Google Shape;650;p24"/>
          <p:cNvSpPr/>
          <p:nvPr/>
        </p:nvSpPr>
        <p:spPr>
          <a:xfrm>
            <a:off x="2384425" y="530226"/>
            <a:ext cx="368300" cy="474663"/>
          </a:xfrm>
          <a:prstGeom prst="rect">
            <a:avLst/>
          </a:prstGeom>
          <a:gradFill>
            <a:gsLst>
              <a:gs pos="0">
                <a:schemeClr val="folHlink"/>
              </a:gs>
              <a:gs pos="100000">
                <a:schemeClr val="lt1"/>
              </a:gs>
            </a:gsLst>
            <a:lin ang="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0" i="0" u="none" strike="noStrike" cap="none">
              <a:solidFill>
                <a:srgbClr val="000000"/>
              </a:solidFill>
              <a:latin typeface="Tahoma"/>
              <a:ea typeface="Tahoma"/>
              <a:cs typeface="Tahoma"/>
              <a:sym typeface="Tahoma"/>
            </a:endParaRPr>
          </a:p>
        </p:txBody>
      </p:sp>
      <p:sp>
        <p:nvSpPr>
          <p:cNvPr id="651" name="Google Shape;651;p24"/>
          <p:cNvSpPr/>
          <p:nvPr/>
        </p:nvSpPr>
        <p:spPr>
          <a:xfrm>
            <a:off x="1600200" y="457201"/>
            <a:ext cx="560388" cy="422275"/>
          </a:xfrm>
          <a:prstGeom prst="rect">
            <a:avLst/>
          </a:prstGeom>
          <a:gradFill>
            <a:gsLst>
              <a:gs pos="0">
                <a:schemeClr val="lt1"/>
              </a:gs>
              <a:gs pos="100000">
                <a:schemeClr val="hlink"/>
              </a:gs>
            </a:gsLst>
            <a:lin ang="189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0" i="0" u="none" strike="noStrike" cap="none">
              <a:solidFill>
                <a:srgbClr val="000000"/>
              </a:solidFill>
              <a:latin typeface="Tahoma"/>
              <a:ea typeface="Tahoma"/>
              <a:cs typeface="Tahoma"/>
              <a:sym typeface="Tahoma"/>
            </a:endParaRPr>
          </a:p>
        </p:txBody>
      </p:sp>
      <p:sp>
        <p:nvSpPr>
          <p:cNvPr id="652" name="Google Shape;652;p24"/>
          <p:cNvSpPr/>
          <p:nvPr/>
        </p:nvSpPr>
        <p:spPr>
          <a:xfrm>
            <a:off x="2235200" y="1"/>
            <a:ext cx="31750" cy="1052513"/>
          </a:xfrm>
          <a:prstGeom prst="rect">
            <a:avLst/>
          </a:prstGeom>
          <a:solidFill>
            <a:schemeClr val="l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0" i="0" u="none" strike="noStrike" cap="none">
              <a:solidFill>
                <a:srgbClr val="000000"/>
              </a:solidFill>
              <a:latin typeface="Tahoma"/>
              <a:ea typeface="Tahoma"/>
              <a:cs typeface="Tahoma"/>
              <a:sym typeface="Tahoma"/>
            </a:endParaRPr>
          </a:p>
        </p:txBody>
      </p:sp>
      <p:sp>
        <p:nvSpPr>
          <p:cNvPr id="653" name="Google Shape;653;p24"/>
          <p:cNvSpPr/>
          <p:nvPr/>
        </p:nvSpPr>
        <p:spPr>
          <a:xfrm>
            <a:off x="1966914" y="533400"/>
            <a:ext cx="8226425" cy="31750"/>
          </a:xfrm>
          <a:prstGeom prst="rect">
            <a:avLst/>
          </a:prstGeom>
          <a:gradFill>
            <a:gsLst>
              <a:gs pos="0">
                <a:schemeClr val="lt2"/>
              </a:gs>
              <a:gs pos="100000">
                <a:schemeClr val="lt1"/>
              </a:gs>
            </a:gsLst>
            <a:lin ang="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0" i="0" u="none" strike="noStrike" cap="none">
              <a:solidFill>
                <a:srgbClr val="000000"/>
              </a:solidFill>
              <a:latin typeface="Tahoma"/>
              <a:ea typeface="Tahoma"/>
              <a:cs typeface="Tahoma"/>
              <a:sym typeface="Tahoma"/>
            </a:endParaRPr>
          </a:p>
        </p:txBody>
      </p:sp>
      <p:cxnSp>
        <p:nvCxnSpPr>
          <p:cNvPr id="654" name="Google Shape;654;p24"/>
          <p:cNvCxnSpPr/>
          <p:nvPr/>
        </p:nvCxnSpPr>
        <p:spPr>
          <a:xfrm>
            <a:off x="1981200" y="2971800"/>
            <a:ext cx="8153400" cy="0"/>
          </a:xfrm>
          <a:prstGeom prst="straightConnector1">
            <a:avLst/>
          </a:prstGeom>
          <a:noFill/>
          <a:ln w="76200" cap="flat" cmpd="sng">
            <a:solidFill>
              <a:srgbClr val="009900"/>
            </a:solidFill>
            <a:prstDash val="solid"/>
            <a:round/>
            <a:headEnd type="none" w="med" len="med"/>
            <a:tailEnd type="none" w="med" len="med"/>
          </a:ln>
        </p:spPr>
      </p:cxnSp>
      <p:cxnSp>
        <p:nvCxnSpPr>
          <p:cNvPr id="655" name="Google Shape;655;p24"/>
          <p:cNvCxnSpPr/>
          <p:nvPr/>
        </p:nvCxnSpPr>
        <p:spPr>
          <a:xfrm>
            <a:off x="1982788" y="3962400"/>
            <a:ext cx="8153400" cy="0"/>
          </a:xfrm>
          <a:prstGeom prst="straightConnector1">
            <a:avLst/>
          </a:prstGeom>
          <a:noFill/>
          <a:ln w="76200" cap="flat" cmpd="sng">
            <a:solidFill>
              <a:srgbClr val="009900"/>
            </a:solidFill>
            <a:prstDash val="solid"/>
            <a:round/>
            <a:headEnd type="none" w="med" len="med"/>
            <a:tailEnd type="none" w="med" len="med"/>
          </a:ln>
        </p:spPr>
      </p:cxnSp>
      <p:sp>
        <p:nvSpPr>
          <p:cNvPr id="656" name="Google Shape;656;p24"/>
          <p:cNvSpPr/>
          <p:nvPr/>
        </p:nvSpPr>
        <p:spPr>
          <a:xfrm>
            <a:off x="2019300" y="3063876"/>
            <a:ext cx="8077200" cy="830997"/>
          </a:xfrm>
          <a:prstGeom prst="rect">
            <a:avLst/>
          </a:prstGeom>
          <a:solidFill>
            <a:srgbClr val="99FF33"/>
          </a:solid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400" b="1" i="0" u="none" strike="noStrike" cap="none">
                <a:solidFill>
                  <a:srgbClr val="000000"/>
                </a:solidFill>
                <a:latin typeface="Times New Roman"/>
                <a:ea typeface="Times New Roman"/>
                <a:cs typeface="Times New Roman"/>
                <a:sym typeface="Times New Roman"/>
              </a:rPr>
              <a:t>The transport layer is responsible for the delivery </a:t>
            </a:r>
            <a:br>
              <a:rPr lang="en-US" sz="2400" b="1" i="0" u="none" strike="noStrike" cap="none">
                <a:solidFill>
                  <a:srgbClr val="000000"/>
                </a:solidFill>
                <a:latin typeface="Times New Roman"/>
                <a:ea typeface="Times New Roman"/>
                <a:cs typeface="Times New Roman"/>
                <a:sym typeface="Times New Roman"/>
              </a:rPr>
            </a:br>
            <a:r>
              <a:rPr lang="en-US" sz="2400" b="1" i="0" u="none" strike="noStrike" cap="none">
                <a:solidFill>
                  <a:srgbClr val="000000"/>
                </a:solidFill>
                <a:latin typeface="Times New Roman"/>
                <a:ea typeface="Times New Roman"/>
                <a:cs typeface="Times New Roman"/>
                <a:sym typeface="Times New Roman"/>
              </a:rPr>
              <a:t>of a message from one process to another.</a:t>
            </a:r>
            <a:endParaRPr/>
          </a:p>
        </p:txBody>
      </p:sp>
      <p:grpSp>
        <p:nvGrpSpPr>
          <p:cNvPr id="657" name="Google Shape;657;p24"/>
          <p:cNvGrpSpPr/>
          <p:nvPr/>
        </p:nvGrpSpPr>
        <p:grpSpPr>
          <a:xfrm>
            <a:off x="2057400" y="2286000"/>
            <a:ext cx="1143000" cy="566738"/>
            <a:chOff x="1200" y="1248"/>
            <a:chExt cx="720" cy="357"/>
          </a:xfrm>
        </p:grpSpPr>
        <p:pic>
          <p:nvPicPr>
            <p:cNvPr id="658" name="Google Shape;658;p24"/>
            <p:cNvPicPr preferRelativeResize="0"/>
            <p:nvPr/>
          </p:nvPicPr>
          <p:blipFill rotWithShape="1">
            <a:blip r:embed="rId3">
              <a:alphaModFix/>
            </a:blip>
            <a:srcRect/>
            <a:stretch/>
          </p:blipFill>
          <p:spPr>
            <a:xfrm>
              <a:off x="1200" y="1248"/>
              <a:ext cx="720" cy="357"/>
            </a:xfrm>
            <a:prstGeom prst="rect">
              <a:avLst/>
            </a:prstGeom>
            <a:noFill/>
            <a:ln>
              <a:noFill/>
            </a:ln>
          </p:spPr>
        </p:pic>
        <p:sp>
          <p:nvSpPr>
            <p:cNvPr id="659" name="Google Shape;659;p24"/>
            <p:cNvSpPr txBox="1"/>
            <p:nvPr/>
          </p:nvSpPr>
          <p:spPr>
            <a:xfrm>
              <a:off x="1284" y="1248"/>
              <a:ext cx="551" cy="32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b="1" i="1" u="none" strike="noStrike" cap="none">
                  <a:solidFill>
                    <a:srgbClr val="FF0000"/>
                  </a:solidFill>
                  <a:latin typeface="Times New Roman"/>
                  <a:ea typeface="Times New Roman"/>
                  <a:cs typeface="Times New Roman"/>
                  <a:sym typeface="Times New Roman"/>
                </a:rPr>
                <a:t>Note</a:t>
              </a:r>
              <a:endParaRPr/>
            </a:p>
          </p:txBody>
        </p:sp>
      </p:grpSp>
      <p:sp>
        <p:nvSpPr>
          <p:cNvPr id="660" name="Google Shape;660;p24"/>
          <p:cNvSpPr/>
          <p:nvPr/>
        </p:nvSpPr>
        <p:spPr>
          <a:xfrm>
            <a:off x="2133600" y="4648200"/>
            <a:ext cx="8001000" cy="369888"/>
          </a:xfrm>
          <a:prstGeom prst="rect">
            <a:avLst/>
          </a:prstGeom>
          <a:noFill/>
          <a:ln>
            <a:noFill/>
          </a:ln>
        </p:spPr>
        <p:txBody>
          <a:bodyPr spcFirstLastPara="1" wrap="square" lIns="91425" tIns="45700" rIns="91425" bIns="45700" anchor="t" anchorCtr="0">
            <a:spAutoFit/>
          </a:bodyPr>
          <a:lstStyle/>
          <a:p>
            <a:pPr marL="0" marR="0" lvl="0" indent="-114300" algn="l" rtl="0">
              <a:spcBef>
                <a:spcPts val="0"/>
              </a:spcBef>
              <a:spcAft>
                <a:spcPts val="0"/>
              </a:spcAft>
              <a:buClr>
                <a:srgbClr val="000000"/>
              </a:buClr>
              <a:buSzPts val="1800"/>
              <a:buFont typeface="Noto Sans Symbols"/>
              <a:buChar char="✔"/>
            </a:pPr>
            <a:r>
              <a:rPr lang="en-US" sz="1800" b="1" i="0" u="none" strike="noStrike" cap="none">
                <a:solidFill>
                  <a:srgbClr val="000000"/>
                </a:solidFill>
                <a:latin typeface="Times New Roman"/>
                <a:ea typeface="Times New Roman"/>
                <a:cs typeface="Times New Roman"/>
                <a:sym typeface="Times New Roman"/>
              </a:rPr>
              <a:t> A process is an application program running on a host</a:t>
            </a:r>
            <a:endParaRPr/>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665"/>
        <p:cNvGrpSpPr/>
        <p:nvPr/>
      </p:nvGrpSpPr>
      <p:grpSpPr>
        <a:xfrm>
          <a:off x="0" y="0"/>
          <a:ext cx="0" cy="0"/>
          <a:chOff x="0" y="0"/>
          <a:chExt cx="0" cy="0"/>
        </a:xfrm>
      </p:grpSpPr>
      <p:sp>
        <p:nvSpPr>
          <p:cNvPr id="666" name="Google Shape;666;p25"/>
          <p:cNvSpPr txBox="1">
            <a:spLocks noGrp="1"/>
          </p:cNvSpPr>
          <p:nvPr>
            <p:ph type="sldNum" idx="12"/>
          </p:nvPr>
        </p:nvSpPr>
        <p:spPr>
          <a:xfrm>
            <a:off x="0" y="6400800"/>
            <a:ext cx="2540000" cy="457200"/>
          </a:xfrm>
          <a:prstGeom prst="rect">
            <a:avLst/>
          </a:prstGeom>
          <a:noFill/>
          <a:ln>
            <a:noFill/>
          </a:ln>
        </p:spPr>
        <p:txBody>
          <a:bodyPr spcFirstLastPara="1" wrap="square" lIns="91425" tIns="45700" rIns="91425" bIns="45700" anchor="b" anchorCtr="0">
            <a:noAutofit/>
          </a:bodyPr>
          <a:lstStyle/>
          <a:p>
            <a:pPr marL="0" marR="0" lvl="0" indent="0" algn="l" rtl="0">
              <a:spcBef>
                <a:spcPts val="0"/>
              </a:spcBef>
              <a:spcAft>
                <a:spcPts val="0"/>
              </a:spcAft>
              <a:buNone/>
            </a:pPr>
            <a:r>
              <a:rPr lang="en-US" sz="2000" b="1" i="0" u="none" strike="noStrike" cap="none">
                <a:solidFill>
                  <a:srgbClr val="000000"/>
                </a:solidFill>
                <a:latin typeface="Arial"/>
                <a:ea typeface="Arial"/>
                <a:cs typeface="Arial"/>
                <a:sym typeface="Arial"/>
              </a:rPr>
              <a:t>2.</a:t>
            </a:r>
            <a:fld id="{00000000-1234-1234-1234-123412341234}" type="slidenum">
              <a:rPr lang="en-US" sz="2000" b="1" i="0" u="none" strike="noStrike" cap="none">
                <a:solidFill>
                  <a:srgbClr val="000000"/>
                </a:solidFill>
                <a:latin typeface="Arial"/>
                <a:ea typeface="Arial"/>
                <a:cs typeface="Arial"/>
                <a:sym typeface="Arial"/>
              </a:rPr>
              <a:t>25</a:t>
            </a:fld>
            <a:endParaRPr sz="2000" b="1" i="0" u="none" strike="noStrike" cap="none">
              <a:solidFill>
                <a:srgbClr val="000000"/>
              </a:solidFill>
              <a:latin typeface="Arial"/>
              <a:ea typeface="Arial"/>
              <a:cs typeface="Arial"/>
              <a:sym typeface="Arial"/>
            </a:endParaRPr>
          </a:p>
        </p:txBody>
      </p:sp>
      <p:cxnSp>
        <p:nvCxnSpPr>
          <p:cNvPr id="667" name="Google Shape;667;p25"/>
          <p:cNvCxnSpPr/>
          <p:nvPr/>
        </p:nvCxnSpPr>
        <p:spPr>
          <a:xfrm>
            <a:off x="1676400" y="76200"/>
            <a:ext cx="8763000" cy="0"/>
          </a:xfrm>
          <a:prstGeom prst="straightConnector1">
            <a:avLst/>
          </a:prstGeom>
          <a:noFill/>
          <a:ln w="76200" cap="flat" cmpd="sng">
            <a:solidFill>
              <a:schemeClr val="hlink"/>
            </a:solidFill>
            <a:prstDash val="solid"/>
            <a:round/>
            <a:headEnd type="none" w="med" len="med"/>
            <a:tailEnd type="none" w="med" len="med"/>
          </a:ln>
        </p:spPr>
      </p:cxnSp>
      <p:cxnSp>
        <p:nvCxnSpPr>
          <p:cNvPr id="668" name="Google Shape;668;p25"/>
          <p:cNvCxnSpPr/>
          <p:nvPr/>
        </p:nvCxnSpPr>
        <p:spPr>
          <a:xfrm>
            <a:off x="1676400" y="914400"/>
            <a:ext cx="8763000" cy="0"/>
          </a:xfrm>
          <a:prstGeom prst="straightConnector1">
            <a:avLst/>
          </a:prstGeom>
          <a:noFill/>
          <a:ln w="19050" cap="flat" cmpd="sng">
            <a:solidFill>
              <a:schemeClr val="hlink"/>
            </a:solidFill>
            <a:prstDash val="solid"/>
            <a:round/>
            <a:headEnd type="none" w="med" len="med"/>
            <a:tailEnd type="none" w="med" len="med"/>
          </a:ln>
        </p:spPr>
      </p:cxnSp>
      <p:sp>
        <p:nvSpPr>
          <p:cNvPr id="669" name="Google Shape;669;p25"/>
          <p:cNvSpPr txBox="1"/>
          <p:nvPr/>
        </p:nvSpPr>
        <p:spPr>
          <a:xfrm>
            <a:off x="1828801" y="304800"/>
            <a:ext cx="6937375" cy="4572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1" i="0" u="none" strike="noStrike" cap="none">
                <a:solidFill>
                  <a:srgbClr val="3333CC"/>
                </a:solidFill>
                <a:latin typeface="Times New Roman"/>
                <a:ea typeface="Times New Roman"/>
                <a:cs typeface="Times New Roman"/>
                <a:sym typeface="Times New Roman"/>
              </a:rPr>
              <a:t>Figure 2.11  </a:t>
            </a:r>
            <a:r>
              <a:rPr lang="en-US" sz="2000" b="1" i="1" u="none" strike="noStrike" cap="none">
                <a:solidFill>
                  <a:srgbClr val="000000"/>
                </a:solidFill>
                <a:latin typeface="Times New Roman"/>
                <a:ea typeface="Times New Roman"/>
                <a:cs typeface="Times New Roman"/>
                <a:sym typeface="Times New Roman"/>
              </a:rPr>
              <a:t>Reliable process-to-process delivery of a message</a:t>
            </a:r>
            <a:endParaRPr/>
          </a:p>
        </p:txBody>
      </p:sp>
      <p:cxnSp>
        <p:nvCxnSpPr>
          <p:cNvPr id="670" name="Google Shape;670;p25"/>
          <p:cNvCxnSpPr/>
          <p:nvPr/>
        </p:nvCxnSpPr>
        <p:spPr>
          <a:xfrm>
            <a:off x="1676400" y="6248400"/>
            <a:ext cx="8763000" cy="0"/>
          </a:xfrm>
          <a:prstGeom prst="straightConnector1">
            <a:avLst/>
          </a:prstGeom>
          <a:noFill/>
          <a:ln w="76200" cap="flat" cmpd="sng">
            <a:solidFill>
              <a:schemeClr val="hlink"/>
            </a:solidFill>
            <a:prstDash val="solid"/>
            <a:round/>
            <a:headEnd type="none" w="med" len="med"/>
            <a:tailEnd type="none" w="med" len="med"/>
          </a:ln>
        </p:spPr>
      </p:cxnSp>
      <p:pic>
        <p:nvPicPr>
          <p:cNvPr id="671" name="Google Shape;671;p25"/>
          <p:cNvPicPr preferRelativeResize="0"/>
          <p:nvPr/>
        </p:nvPicPr>
        <p:blipFill rotWithShape="1">
          <a:blip r:embed="rId3">
            <a:alphaModFix/>
          </a:blip>
          <a:srcRect/>
          <a:stretch/>
        </p:blipFill>
        <p:spPr>
          <a:xfrm>
            <a:off x="2054226" y="2025650"/>
            <a:ext cx="7623175" cy="3136900"/>
          </a:xfrm>
          <a:prstGeom prst="rect">
            <a:avLst/>
          </a:prstGeom>
          <a:noFill/>
          <a:ln>
            <a:noFill/>
          </a:ln>
        </p:spPr>
      </p:pic>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675"/>
        <p:cNvGrpSpPr/>
        <p:nvPr/>
      </p:nvGrpSpPr>
      <p:grpSpPr>
        <a:xfrm>
          <a:off x="0" y="0"/>
          <a:ext cx="0" cy="0"/>
          <a:chOff x="0" y="0"/>
          <a:chExt cx="0" cy="0"/>
        </a:xfrm>
      </p:grpSpPr>
      <p:sp>
        <p:nvSpPr>
          <p:cNvPr id="676" name="Google Shape;676;p26"/>
          <p:cNvSpPr txBox="1">
            <a:spLocks noGrp="1"/>
          </p:cNvSpPr>
          <p:nvPr>
            <p:ph type="title"/>
          </p:nvPr>
        </p:nvSpPr>
        <p:spPr>
          <a:xfrm>
            <a:off x="1981200" y="274638"/>
            <a:ext cx="8229600" cy="132556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sz="3600"/>
              <a:t>Other responsibilities of the transport layer include the following:</a:t>
            </a:r>
            <a:endParaRPr sz="4000"/>
          </a:p>
        </p:txBody>
      </p:sp>
      <p:sp>
        <p:nvSpPr>
          <p:cNvPr id="677" name="Google Shape;677;p26"/>
          <p:cNvSpPr txBox="1">
            <a:spLocks noGrp="1"/>
          </p:cNvSpPr>
          <p:nvPr>
            <p:ph type="body" idx="1"/>
          </p:nvPr>
        </p:nvSpPr>
        <p:spPr>
          <a:xfrm>
            <a:off x="1981200" y="1828801"/>
            <a:ext cx="8229600" cy="4297363"/>
          </a:xfrm>
          <a:prstGeom prst="rect">
            <a:avLst/>
          </a:prstGeom>
          <a:noFill/>
          <a:ln>
            <a:noFill/>
          </a:ln>
        </p:spPr>
        <p:txBody>
          <a:bodyPr spcFirstLastPara="1" wrap="square" lIns="91425" tIns="45700" rIns="91425" bIns="45700" anchor="t" anchorCtr="0">
            <a:noAutofit/>
          </a:bodyPr>
          <a:lstStyle/>
          <a:p>
            <a:pPr marL="342900" lvl="0" indent="-342900" algn="l" rtl="0">
              <a:spcBef>
                <a:spcPts val="0"/>
              </a:spcBef>
              <a:spcAft>
                <a:spcPts val="0"/>
              </a:spcAft>
              <a:buSzPts val="1920"/>
              <a:buChar char="■"/>
            </a:pPr>
            <a:r>
              <a:rPr lang="en-US"/>
              <a:t>Service-point addressing</a:t>
            </a:r>
            <a:endParaRPr/>
          </a:p>
          <a:p>
            <a:pPr marL="342900" lvl="0" indent="-342900" algn="l" rtl="0">
              <a:spcBef>
                <a:spcPts val="640"/>
              </a:spcBef>
              <a:spcAft>
                <a:spcPts val="0"/>
              </a:spcAft>
              <a:buSzPts val="1920"/>
              <a:buChar char="■"/>
            </a:pPr>
            <a:r>
              <a:rPr lang="en-US"/>
              <a:t>Segmentation and reassembly</a:t>
            </a:r>
            <a:endParaRPr/>
          </a:p>
          <a:p>
            <a:pPr marL="342900" lvl="0" indent="-342900" algn="l" rtl="0">
              <a:spcBef>
                <a:spcPts val="640"/>
              </a:spcBef>
              <a:spcAft>
                <a:spcPts val="0"/>
              </a:spcAft>
              <a:buSzPts val="1920"/>
              <a:buChar char="■"/>
            </a:pPr>
            <a:r>
              <a:rPr lang="en-US"/>
              <a:t>Connection control</a:t>
            </a:r>
            <a:endParaRPr/>
          </a:p>
          <a:p>
            <a:pPr marL="342900" lvl="0" indent="-342900" algn="l" rtl="0">
              <a:spcBef>
                <a:spcPts val="640"/>
              </a:spcBef>
              <a:spcAft>
                <a:spcPts val="0"/>
              </a:spcAft>
              <a:buSzPts val="1920"/>
              <a:buChar char="■"/>
            </a:pPr>
            <a:r>
              <a:rPr lang="en-US"/>
              <a:t>Error control</a:t>
            </a:r>
            <a:endParaRPr/>
          </a:p>
          <a:p>
            <a:pPr marL="342900" lvl="0" indent="-342900" algn="l" rtl="0">
              <a:spcBef>
                <a:spcPts val="640"/>
              </a:spcBef>
              <a:spcAft>
                <a:spcPts val="0"/>
              </a:spcAft>
              <a:buSzPts val="1920"/>
              <a:buChar char="■"/>
            </a:pPr>
            <a:r>
              <a:rPr lang="en-US"/>
              <a:t>Flow control</a:t>
            </a:r>
            <a:endParaRPr/>
          </a:p>
          <a:p>
            <a:pPr marL="342900" lvl="0" indent="-342900" algn="l" rtl="0">
              <a:spcBef>
                <a:spcPts val="640"/>
              </a:spcBef>
              <a:spcAft>
                <a:spcPts val="0"/>
              </a:spcAft>
              <a:buSzPts val="1920"/>
              <a:buFont typeface="Noto Sans Symbols"/>
              <a:buNone/>
            </a:pPr>
            <a:endParaRPr/>
          </a:p>
        </p:txBody>
      </p:sp>
      <p:sp>
        <p:nvSpPr>
          <p:cNvPr id="678" name="Google Shape;678;p26"/>
          <p:cNvSpPr txBox="1">
            <a:spLocks noGrp="1"/>
          </p:cNvSpPr>
          <p:nvPr>
            <p:ph type="sldNum" idx="12"/>
          </p:nvPr>
        </p:nvSpPr>
        <p:spPr>
          <a:xfrm>
            <a:off x="0" y="6400800"/>
            <a:ext cx="2540000" cy="457200"/>
          </a:xfrm>
          <a:prstGeom prst="rect">
            <a:avLst/>
          </a:prstGeom>
          <a:noFill/>
          <a:ln>
            <a:noFill/>
          </a:ln>
        </p:spPr>
        <p:txBody>
          <a:bodyPr spcFirstLastPara="1" wrap="square" lIns="91425" tIns="45700" rIns="91425" bIns="45700" anchor="b" anchorCtr="0">
            <a:noAutofit/>
          </a:bodyPr>
          <a:lstStyle/>
          <a:p>
            <a:pPr marL="0" marR="0" lvl="0" indent="0" algn="l" rtl="0">
              <a:spcBef>
                <a:spcPts val="0"/>
              </a:spcBef>
              <a:spcAft>
                <a:spcPts val="0"/>
              </a:spcAft>
              <a:buNone/>
            </a:pPr>
            <a:r>
              <a:rPr lang="en-US" sz="2000" b="1" i="0" u="none" strike="noStrike" cap="none">
                <a:solidFill>
                  <a:srgbClr val="000000"/>
                </a:solidFill>
                <a:latin typeface="Arial"/>
                <a:ea typeface="Arial"/>
                <a:cs typeface="Arial"/>
                <a:sym typeface="Arial"/>
              </a:rPr>
              <a:t>2.</a:t>
            </a:r>
            <a:fld id="{00000000-1234-1234-1234-123412341234}" type="slidenum">
              <a:rPr lang="en-US" sz="2000" b="1" i="0" u="none" strike="noStrike" cap="none">
                <a:solidFill>
                  <a:srgbClr val="000000"/>
                </a:solidFill>
                <a:latin typeface="Arial"/>
                <a:ea typeface="Arial"/>
                <a:cs typeface="Arial"/>
                <a:sym typeface="Arial"/>
              </a:rPr>
              <a:t>26</a:t>
            </a:fld>
            <a:endParaRPr sz="2000" b="1" i="0" u="none" strike="noStrike" cap="none">
              <a:solidFill>
                <a:srgbClr val="000000"/>
              </a:solidFill>
              <a:latin typeface="Arial"/>
              <a:ea typeface="Arial"/>
              <a:cs typeface="Arial"/>
              <a:sym typeface="Arial"/>
            </a:endParaRPr>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683"/>
        <p:cNvGrpSpPr/>
        <p:nvPr/>
      </p:nvGrpSpPr>
      <p:grpSpPr>
        <a:xfrm>
          <a:off x="0" y="0"/>
          <a:ext cx="0" cy="0"/>
          <a:chOff x="0" y="0"/>
          <a:chExt cx="0" cy="0"/>
        </a:xfrm>
      </p:grpSpPr>
      <p:sp>
        <p:nvSpPr>
          <p:cNvPr id="684" name="Google Shape;684;p27"/>
          <p:cNvSpPr txBox="1">
            <a:spLocks noGrp="1"/>
          </p:cNvSpPr>
          <p:nvPr>
            <p:ph type="sldNum" idx="12"/>
          </p:nvPr>
        </p:nvSpPr>
        <p:spPr>
          <a:xfrm>
            <a:off x="0" y="6400800"/>
            <a:ext cx="2540000" cy="457200"/>
          </a:xfrm>
          <a:prstGeom prst="rect">
            <a:avLst/>
          </a:prstGeom>
          <a:noFill/>
          <a:ln>
            <a:noFill/>
          </a:ln>
        </p:spPr>
        <p:txBody>
          <a:bodyPr spcFirstLastPara="1" wrap="square" lIns="91425" tIns="45700" rIns="91425" bIns="45700" anchor="b" anchorCtr="0">
            <a:noAutofit/>
          </a:bodyPr>
          <a:lstStyle/>
          <a:p>
            <a:pPr marL="0" marR="0" lvl="0" indent="0" algn="l" rtl="0">
              <a:spcBef>
                <a:spcPts val="0"/>
              </a:spcBef>
              <a:spcAft>
                <a:spcPts val="0"/>
              </a:spcAft>
              <a:buNone/>
            </a:pPr>
            <a:r>
              <a:rPr lang="en-US" sz="2000" b="1" i="0" u="none" strike="noStrike" cap="none">
                <a:solidFill>
                  <a:srgbClr val="000000"/>
                </a:solidFill>
                <a:latin typeface="Arial"/>
                <a:ea typeface="Arial"/>
                <a:cs typeface="Arial"/>
                <a:sym typeface="Arial"/>
              </a:rPr>
              <a:t>2.</a:t>
            </a:r>
            <a:fld id="{00000000-1234-1234-1234-123412341234}" type="slidenum">
              <a:rPr lang="en-US" sz="2000" b="1" i="0" u="none" strike="noStrike" cap="none">
                <a:solidFill>
                  <a:srgbClr val="000000"/>
                </a:solidFill>
                <a:latin typeface="Arial"/>
                <a:ea typeface="Arial"/>
                <a:cs typeface="Arial"/>
                <a:sym typeface="Arial"/>
              </a:rPr>
              <a:t>27</a:t>
            </a:fld>
            <a:endParaRPr sz="2000" b="1" i="0" u="none" strike="noStrike" cap="none">
              <a:solidFill>
                <a:srgbClr val="000000"/>
              </a:solidFill>
              <a:latin typeface="Arial"/>
              <a:ea typeface="Arial"/>
              <a:cs typeface="Arial"/>
              <a:sym typeface="Arial"/>
            </a:endParaRPr>
          </a:p>
        </p:txBody>
      </p:sp>
      <p:cxnSp>
        <p:nvCxnSpPr>
          <p:cNvPr id="685" name="Google Shape;685;p27"/>
          <p:cNvCxnSpPr/>
          <p:nvPr/>
        </p:nvCxnSpPr>
        <p:spPr>
          <a:xfrm>
            <a:off x="1676400" y="533400"/>
            <a:ext cx="8763000" cy="0"/>
          </a:xfrm>
          <a:prstGeom prst="straightConnector1">
            <a:avLst/>
          </a:prstGeom>
          <a:noFill/>
          <a:ln w="76200" cap="flat" cmpd="sng">
            <a:solidFill>
              <a:schemeClr val="hlink"/>
            </a:solidFill>
            <a:prstDash val="solid"/>
            <a:round/>
            <a:headEnd type="none" w="med" len="med"/>
            <a:tailEnd type="none" w="med" len="med"/>
          </a:ln>
        </p:spPr>
      </p:cxnSp>
      <p:cxnSp>
        <p:nvCxnSpPr>
          <p:cNvPr id="686" name="Google Shape;686;p27"/>
          <p:cNvCxnSpPr/>
          <p:nvPr/>
        </p:nvCxnSpPr>
        <p:spPr>
          <a:xfrm>
            <a:off x="1676400" y="1371600"/>
            <a:ext cx="8763000" cy="0"/>
          </a:xfrm>
          <a:prstGeom prst="straightConnector1">
            <a:avLst/>
          </a:prstGeom>
          <a:noFill/>
          <a:ln w="19050" cap="flat" cmpd="sng">
            <a:solidFill>
              <a:schemeClr val="hlink"/>
            </a:solidFill>
            <a:prstDash val="solid"/>
            <a:round/>
            <a:headEnd type="none" w="med" len="med"/>
            <a:tailEnd type="none" w="med" len="med"/>
          </a:ln>
        </p:spPr>
      </p:cxnSp>
      <p:sp>
        <p:nvSpPr>
          <p:cNvPr id="687" name="Google Shape;687;p27"/>
          <p:cNvSpPr txBox="1"/>
          <p:nvPr/>
        </p:nvSpPr>
        <p:spPr>
          <a:xfrm>
            <a:off x="1524001" y="533400"/>
            <a:ext cx="3186113" cy="4572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1" i="0" u="none" strike="noStrike" cap="none">
                <a:solidFill>
                  <a:srgbClr val="3333CC"/>
                </a:solidFill>
                <a:latin typeface="Times New Roman"/>
                <a:ea typeface="Times New Roman"/>
                <a:cs typeface="Times New Roman"/>
                <a:sym typeface="Times New Roman"/>
              </a:rPr>
              <a:t>Figure 2.12  </a:t>
            </a:r>
            <a:r>
              <a:rPr lang="en-US" sz="2000" b="1" i="1" u="none" strike="noStrike" cap="none">
                <a:solidFill>
                  <a:srgbClr val="000000"/>
                </a:solidFill>
                <a:latin typeface="Times New Roman"/>
                <a:ea typeface="Times New Roman"/>
                <a:cs typeface="Times New Roman"/>
                <a:sym typeface="Times New Roman"/>
              </a:rPr>
              <a:t>Session layer</a:t>
            </a:r>
            <a:endParaRPr/>
          </a:p>
        </p:txBody>
      </p:sp>
      <p:cxnSp>
        <p:nvCxnSpPr>
          <p:cNvPr id="688" name="Google Shape;688;p27"/>
          <p:cNvCxnSpPr/>
          <p:nvPr/>
        </p:nvCxnSpPr>
        <p:spPr>
          <a:xfrm>
            <a:off x="1676400" y="6248400"/>
            <a:ext cx="8763000" cy="0"/>
          </a:xfrm>
          <a:prstGeom prst="straightConnector1">
            <a:avLst/>
          </a:prstGeom>
          <a:noFill/>
          <a:ln w="76200" cap="flat" cmpd="sng">
            <a:solidFill>
              <a:schemeClr val="hlink"/>
            </a:solidFill>
            <a:prstDash val="solid"/>
            <a:round/>
            <a:headEnd type="none" w="med" len="med"/>
            <a:tailEnd type="none" w="med" len="med"/>
          </a:ln>
        </p:spPr>
      </p:cxnSp>
      <p:pic>
        <p:nvPicPr>
          <p:cNvPr id="689" name="Google Shape;689;p27"/>
          <p:cNvPicPr preferRelativeResize="0"/>
          <p:nvPr/>
        </p:nvPicPr>
        <p:blipFill rotWithShape="1">
          <a:blip r:embed="rId3">
            <a:alphaModFix/>
          </a:blip>
          <a:srcRect/>
          <a:stretch/>
        </p:blipFill>
        <p:spPr>
          <a:xfrm>
            <a:off x="1730376" y="1665288"/>
            <a:ext cx="8556625" cy="3973512"/>
          </a:xfrm>
          <a:prstGeom prst="rect">
            <a:avLst/>
          </a:prstGeom>
          <a:noFill/>
          <a:ln>
            <a:noFill/>
          </a:ln>
        </p:spPr>
      </p:pic>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694"/>
        <p:cNvGrpSpPr/>
        <p:nvPr/>
      </p:nvGrpSpPr>
      <p:grpSpPr>
        <a:xfrm>
          <a:off x="0" y="0"/>
          <a:ext cx="0" cy="0"/>
          <a:chOff x="0" y="0"/>
          <a:chExt cx="0" cy="0"/>
        </a:xfrm>
      </p:grpSpPr>
      <p:sp>
        <p:nvSpPr>
          <p:cNvPr id="695" name="Google Shape;695;p28"/>
          <p:cNvSpPr txBox="1">
            <a:spLocks noGrp="1"/>
          </p:cNvSpPr>
          <p:nvPr>
            <p:ph type="sldNum" idx="12"/>
          </p:nvPr>
        </p:nvSpPr>
        <p:spPr>
          <a:xfrm>
            <a:off x="0" y="6400800"/>
            <a:ext cx="2540000" cy="457200"/>
          </a:xfrm>
          <a:prstGeom prst="rect">
            <a:avLst/>
          </a:prstGeom>
          <a:noFill/>
          <a:ln>
            <a:noFill/>
          </a:ln>
        </p:spPr>
        <p:txBody>
          <a:bodyPr spcFirstLastPara="1" wrap="square" lIns="91425" tIns="45700" rIns="91425" bIns="45700" anchor="b" anchorCtr="0">
            <a:noAutofit/>
          </a:bodyPr>
          <a:lstStyle/>
          <a:p>
            <a:pPr marL="0" marR="0" lvl="0" indent="0" algn="l" rtl="0">
              <a:spcBef>
                <a:spcPts val="0"/>
              </a:spcBef>
              <a:spcAft>
                <a:spcPts val="0"/>
              </a:spcAft>
              <a:buNone/>
            </a:pPr>
            <a:r>
              <a:rPr lang="en-US" sz="2000" b="1" i="0" u="none" strike="noStrike" cap="none">
                <a:solidFill>
                  <a:srgbClr val="000000"/>
                </a:solidFill>
                <a:latin typeface="Arial"/>
                <a:ea typeface="Arial"/>
                <a:cs typeface="Arial"/>
                <a:sym typeface="Arial"/>
              </a:rPr>
              <a:t>2.</a:t>
            </a:r>
            <a:fld id="{00000000-1234-1234-1234-123412341234}" type="slidenum">
              <a:rPr lang="en-US" sz="2000" b="1" i="0" u="none" strike="noStrike" cap="none">
                <a:solidFill>
                  <a:srgbClr val="000000"/>
                </a:solidFill>
                <a:latin typeface="Arial"/>
                <a:ea typeface="Arial"/>
                <a:cs typeface="Arial"/>
                <a:sym typeface="Arial"/>
              </a:rPr>
              <a:t>28</a:t>
            </a:fld>
            <a:endParaRPr sz="2000" b="1" i="0" u="none" strike="noStrike" cap="none">
              <a:solidFill>
                <a:srgbClr val="000000"/>
              </a:solidFill>
              <a:latin typeface="Arial"/>
              <a:ea typeface="Arial"/>
              <a:cs typeface="Arial"/>
              <a:sym typeface="Arial"/>
            </a:endParaRPr>
          </a:p>
        </p:txBody>
      </p:sp>
      <p:cxnSp>
        <p:nvCxnSpPr>
          <p:cNvPr id="696" name="Google Shape;696;p28"/>
          <p:cNvCxnSpPr/>
          <p:nvPr/>
        </p:nvCxnSpPr>
        <p:spPr>
          <a:xfrm>
            <a:off x="1981200" y="2971800"/>
            <a:ext cx="8153400" cy="0"/>
          </a:xfrm>
          <a:prstGeom prst="straightConnector1">
            <a:avLst/>
          </a:prstGeom>
          <a:noFill/>
          <a:ln w="76200" cap="flat" cmpd="sng">
            <a:solidFill>
              <a:srgbClr val="009900"/>
            </a:solidFill>
            <a:prstDash val="solid"/>
            <a:round/>
            <a:headEnd type="none" w="med" len="med"/>
            <a:tailEnd type="none" w="med" len="med"/>
          </a:ln>
        </p:spPr>
      </p:cxnSp>
      <p:cxnSp>
        <p:nvCxnSpPr>
          <p:cNvPr id="697" name="Google Shape;697;p28"/>
          <p:cNvCxnSpPr/>
          <p:nvPr/>
        </p:nvCxnSpPr>
        <p:spPr>
          <a:xfrm>
            <a:off x="1982788" y="3962400"/>
            <a:ext cx="8153400" cy="0"/>
          </a:xfrm>
          <a:prstGeom prst="straightConnector1">
            <a:avLst/>
          </a:prstGeom>
          <a:noFill/>
          <a:ln w="76200" cap="flat" cmpd="sng">
            <a:solidFill>
              <a:srgbClr val="009900"/>
            </a:solidFill>
            <a:prstDash val="solid"/>
            <a:round/>
            <a:headEnd type="none" w="med" len="med"/>
            <a:tailEnd type="none" w="med" len="med"/>
          </a:ln>
        </p:spPr>
      </p:cxnSp>
      <p:sp>
        <p:nvSpPr>
          <p:cNvPr id="698" name="Google Shape;698;p28"/>
          <p:cNvSpPr/>
          <p:nvPr/>
        </p:nvSpPr>
        <p:spPr>
          <a:xfrm>
            <a:off x="2019300" y="3063876"/>
            <a:ext cx="8077200" cy="830997"/>
          </a:xfrm>
          <a:prstGeom prst="rect">
            <a:avLst/>
          </a:prstGeom>
          <a:solidFill>
            <a:srgbClr val="99FF33"/>
          </a:solid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400" b="1" i="0" u="none" strike="noStrike" cap="none">
                <a:solidFill>
                  <a:srgbClr val="000000"/>
                </a:solidFill>
                <a:latin typeface="Times New Roman"/>
                <a:ea typeface="Times New Roman"/>
                <a:cs typeface="Times New Roman"/>
                <a:sym typeface="Times New Roman"/>
              </a:rPr>
              <a:t>The session layer is responsible for dialog </a:t>
            </a:r>
            <a:br>
              <a:rPr lang="en-US" sz="2400" b="1" i="0" u="none" strike="noStrike" cap="none">
                <a:solidFill>
                  <a:srgbClr val="000000"/>
                </a:solidFill>
                <a:latin typeface="Times New Roman"/>
                <a:ea typeface="Times New Roman"/>
                <a:cs typeface="Times New Roman"/>
                <a:sym typeface="Times New Roman"/>
              </a:rPr>
            </a:br>
            <a:r>
              <a:rPr lang="en-US" sz="2400" b="1" i="0" u="none" strike="noStrike" cap="none">
                <a:solidFill>
                  <a:srgbClr val="000000"/>
                </a:solidFill>
                <a:latin typeface="Times New Roman"/>
                <a:ea typeface="Times New Roman"/>
                <a:cs typeface="Times New Roman"/>
                <a:sym typeface="Times New Roman"/>
              </a:rPr>
              <a:t>control and synchronization.</a:t>
            </a:r>
            <a:endParaRPr/>
          </a:p>
        </p:txBody>
      </p:sp>
      <p:grpSp>
        <p:nvGrpSpPr>
          <p:cNvPr id="699" name="Google Shape;699;p28"/>
          <p:cNvGrpSpPr/>
          <p:nvPr/>
        </p:nvGrpSpPr>
        <p:grpSpPr>
          <a:xfrm>
            <a:off x="2057400" y="2286000"/>
            <a:ext cx="1143000" cy="566738"/>
            <a:chOff x="1200" y="1248"/>
            <a:chExt cx="720" cy="357"/>
          </a:xfrm>
        </p:grpSpPr>
        <p:pic>
          <p:nvPicPr>
            <p:cNvPr id="700" name="Google Shape;700;p28"/>
            <p:cNvPicPr preferRelativeResize="0"/>
            <p:nvPr/>
          </p:nvPicPr>
          <p:blipFill rotWithShape="1">
            <a:blip r:embed="rId3">
              <a:alphaModFix/>
            </a:blip>
            <a:srcRect/>
            <a:stretch/>
          </p:blipFill>
          <p:spPr>
            <a:xfrm>
              <a:off x="1200" y="1248"/>
              <a:ext cx="720" cy="357"/>
            </a:xfrm>
            <a:prstGeom prst="rect">
              <a:avLst/>
            </a:prstGeom>
            <a:noFill/>
            <a:ln>
              <a:noFill/>
            </a:ln>
          </p:spPr>
        </p:pic>
        <p:sp>
          <p:nvSpPr>
            <p:cNvPr id="701" name="Google Shape;701;p28"/>
            <p:cNvSpPr txBox="1"/>
            <p:nvPr/>
          </p:nvSpPr>
          <p:spPr>
            <a:xfrm>
              <a:off x="1284" y="1248"/>
              <a:ext cx="551" cy="32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b="1" i="1" u="none" strike="noStrike" cap="none">
                  <a:solidFill>
                    <a:srgbClr val="FF0000"/>
                  </a:solidFill>
                  <a:latin typeface="Times New Roman"/>
                  <a:ea typeface="Times New Roman"/>
                  <a:cs typeface="Times New Roman"/>
                  <a:sym typeface="Times New Roman"/>
                </a:rPr>
                <a:t>Note</a:t>
              </a:r>
              <a:endParaRPr/>
            </a:p>
          </p:txBody>
        </p:sp>
      </p:gr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705"/>
        <p:cNvGrpSpPr/>
        <p:nvPr/>
      </p:nvGrpSpPr>
      <p:grpSpPr>
        <a:xfrm>
          <a:off x="0" y="0"/>
          <a:ext cx="0" cy="0"/>
          <a:chOff x="0" y="0"/>
          <a:chExt cx="0" cy="0"/>
        </a:xfrm>
      </p:grpSpPr>
      <p:sp>
        <p:nvSpPr>
          <p:cNvPr id="706" name="Google Shape;706;p29"/>
          <p:cNvSpPr txBox="1">
            <a:spLocks noGrp="1"/>
          </p:cNvSpPr>
          <p:nvPr>
            <p:ph type="title"/>
          </p:nvPr>
        </p:nvSpPr>
        <p:spPr>
          <a:xfrm>
            <a:off x="1981200" y="274638"/>
            <a:ext cx="8229600" cy="2011362"/>
          </a:xfrm>
          <a:prstGeom prst="rect">
            <a:avLst/>
          </a:prstGeom>
          <a:noFill/>
          <a:ln>
            <a:noFill/>
          </a:ln>
        </p:spPr>
        <p:txBody>
          <a:bodyPr spcFirstLastPara="1" wrap="square" lIns="91425" tIns="45700" rIns="91425" bIns="45700" anchor="t" anchorCtr="0">
            <a:noAutofit/>
          </a:bodyPr>
          <a:lstStyle/>
          <a:p>
            <a:pPr marL="0" lvl="0" indent="0" algn="just" rtl="0">
              <a:spcBef>
                <a:spcPts val="0"/>
              </a:spcBef>
              <a:spcAft>
                <a:spcPts val="0"/>
              </a:spcAft>
              <a:buNone/>
            </a:pPr>
            <a:r>
              <a:rPr lang="en-US" sz="4000"/>
              <a:t>Specific responsibilities of the session layer include the following:</a:t>
            </a:r>
            <a:endParaRPr/>
          </a:p>
        </p:txBody>
      </p:sp>
      <p:sp>
        <p:nvSpPr>
          <p:cNvPr id="707" name="Google Shape;707;p29"/>
          <p:cNvSpPr txBox="1">
            <a:spLocks noGrp="1"/>
          </p:cNvSpPr>
          <p:nvPr>
            <p:ph type="body" idx="1"/>
          </p:nvPr>
        </p:nvSpPr>
        <p:spPr>
          <a:xfrm>
            <a:off x="1981200" y="2209801"/>
            <a:ext cx="8229600" cy="3916363"/>
          </a:xfrm>
          <a:prstGeom prst="rect">
            <a:avLst/>
          </a:prstGeom>
          <a:noFill/>
          <a:ln>
            <a:noFill/>
          </a:ln>
        </p:spPr>
        <p:txBody>
          <a:bodyPr spcFirstLastPara="1" wrap="square" lIns="91425" tIns="45700" rIns="91425" bIns="45700" anchor="t" anchorCtr="0">
            <a:noAutofit/>
          </a:bodyPr>
          <a:lstStyle/>
          <a:p>
            <a:pPr marL="342900" lvl="0" indent="-342900" algn="l" rtl="0">
              <a:spcBef>
                <a:spcPts val="0"/>
              </a:spcBef>
              <a:spcAft>
                <a:spcPts val="0"/>
              </a:spcAft>
              <a:buSzPts val="1920"/>
              <a:buChar char="■"/>
            </a:pPr>
            <a:r>
              <a:rPr lang="en-US"/>
              <a:t>Dialog control</a:t>
            </a:r>
            <a:endParaRPr/>
          </a:p>
          <a:p>
            <a:pPr marL="342900" lvl="0" indent="-342900" algn="l" rtl="0">
              <a:spcBef>
                <a:spcPts val="640"/>
              </a:spcBef>
              <a:spcAft>
                <a:spcPts val="0"/>
              </a:spcAft>
              <a:buSzPts val="1920"/>
              <a:buChar char="■"/>
            </a:pPr>
            <a:r>
              <a:rPr lang="en-US"/>
              <a:t>Synchronization</a:t>
            </a:r>
            <a:endParaRPr/>
          </a:p>
        </p:txBody>
      </p:sp>
      <p:sp>
        <p:nvSpPr>
          <p:cNvPr id="708" name="Google Shape;708;p29"/>
          <p:cNvSpPr txBox="1">
            <a:spLocks noGrp="1"/>
          </p:cNvSpPr>
          <p:nvPr>
            <p:ph type="sldNum" idx="12"/>
          </p:nvPr>
        </p:nvSpPr>
        <p:spPr>
          <a:xfrm>
            <a:off x="0" y="6400800"/>
            <a:ext cx="2540000" cy="457200"/>
          </a:xfrm>
          <a:prstGeom prst="rect">
            <a:avLst/>
          </a:prstGeom>
          <a:noFill/>
          <a:ln>
            <a:noFill/>
          </a:ln>
        </p:spPr>
        <p:txBody>
          <a:bodyPr spcFirstLastPara="1" wrap="square" lIns="91425" tIns="45700" rIns="91425" bIns="45700" anchor="b" anchorCtr="0">
            <a:noAutofit/>
          </a:bodyPr>
          <a:lstStyle/>
          <a:p>
            <a:pPr marL="0" marR="0" lvl="0" indent="0" algn="l" rtl="0">
              <a:spcBef>
                <a:spcPts val="0"/>
              </a:spcBef>
              <a:spcAft>
                <a:spcPts val="0"/>
              </a:spcAft>
              <a:buNone/>
            </a:pPr>
            <a:r>
              <a:rPr lang="en-US" sz="2000" b="1" i="0" u="none" strike="noStrike" cap="none">
                <a:solidFill>
                  <a:srgbClr val="000000"/>
                </a:solidFill>
                <a:latin typeface="Arial"/>
                <a:ea typeface="Arial"/>
                <a:cs typeface="Arial"/>
                <a:sym typeface="Arial"/>
              </a:rPr>
              <a:t>2.</a:t>
            </a:r>
            <a:fld id="{00000000-1234-1234-1234-123412341234}" type="slidenum">
              <a:rPr lang="en-US" sz="2000" b="1" i="0" u="none" strike="noStrike" cap="none">
                <a:solidFill>
                  <a:srgbClr val="000000"/>
                </a:solidFill>
                <a:latin typeface="Arial"/>
                <a:ea typeface="Arial"/>
                <a:cs typeface="Arial"/>
                <a:sym typeface="Arial"/>
              </a:rPr>
              <a:t>29</a:t>
            </a:fld>
            <a:endParaRPr sz="2000" b="1" i="0" u="none" strike="noStrike" cap="none">
              <a:solidFill>
                <a:srgbClr val="000000"/>
              </a:solidFill>
              <a:latin typeface="Arial"/>
              <a:ea typeface="Arial"/>
              <a:cs typeface="Arial"/>
              <a:sym typeface="Arial"/>
            </a:endParaRPr>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713"/>
        <p:cNvGrpSpPr/>
        <p:nvPr/>
      </p:nvGrpSpPr>
      <p:grpSpPr>
        <a:xfrm>
          <a:off x="0" y="0"/>
          <a:ext cx="0" cy="0"/>
          <a:chOff x="0" y="0"/>
          <a:chExt cx="0" cy="0"/>
        </a:xfrm>
      </p:grpSpPr>
      <p:sp>
        <p:nvSpPr>
          <p:cNvPr id="714" name="Google Shape;714;p30"/>
          <p:cNvSpPr txBox="1">
            <a:spLocks noGrp="1"/>
          </p:cNvSpPr>
          <p:nvPr>
            <p:ph type="sldNum" idx="12"/>
          </p:nvPr>
        </p:nvSpPr>
        <p:spPr>
          <a:xfrm>
            <a:off x="0" y="6400800"/>
            <a:ext cx="2540000" cy="457200"/>
          </a:xfrm>
          <a:prstGeom prst="rect">
            <a:avLst/>
          </a:prstGeom>
          <a:noFill/>
          <a:ln>
            <a:noFill/>
          </a:ln>
        </p:spPr>
        <p:txBody>
          <a:bodyPr spcFirstLastPara="1" wrap="square" lIns="91425" tIns="45700" rIns="91425" bIns="45700" anchor="b" anchorCtr="0">
            <a:noAutofit/>
          </a:bodyPr>
          <a:lstStyle/>
          <a:p>
            <a:pPr marL="0" marR="0" lvl="0" indent="0" algn="l" rtl="0">
              <a:spcBef>
                <a:spcPts val="0"/>
              </a:spcBef>
              <a:spcAft>
                <a:spcPts val="0"/>
              </a:spcAft>
              <a:buNone/>
            </a:pPr>
            <a:r>
              <a:rPr lang="en-US" sz="2000" b="1" i="0" u="none" strike="noStrike" cap="none">
                <a:solidFill>
                  <a:srgbClr val="000000"/>
                </a:solidFill>
                <a:latin typeface="Arial"/>
                <a:ea typeface="Arial"/>
                <a:cs typeface="Arial"/>
                <a:sym typeface="Arial"/>
              </a:rPr>
              <a:t>2.</a:t>
            </a:r>
            <a:fld id="{00000000-1234-1234-1234-123412341234}" type="slidenum">
              <a:rPr lang="en-US" sz="2000" b="1" i="0" u="none" strike="noStrike" cap="none">
                <a:solidFill>
                  <a:srgbClr val="000000"/>
                </a:solidFill>
                <a:latin typeface="Arial"/>
                <a:ea typeface="Arial"/>
                <a:cs typeface="Arial"/>
                <a:sym typeface="Arial"/>
              </a:rPr>
              <a:t>30</a:t>
            </a:fld>
            <a:endParaRPr sz="2000" b="1" i="0" u="none" strike="noStrike" cap="none">
              <a:solidFill>
                <a:srgbClr val="000000"/>
              </a:solidFill>
              <a:latin typeface="Arial"/>
              <a:ea typeface="Arial"/>
              <a:cs typeface="Arial"/>
              <a:sym typeface="Arial"/>
            </a:endParaRPr>
          </a:p>
        </p:txBody>
      </p:sp>
      <p:cxnSp>
        <p:nvCxnSpPr>
          <p:cNvPr id="715" name="Google Shape;715;p30"/>
          <p:cNvCxnSpPr/>
          <p:nvPr/>
        </p:nvCxnSpPr>
        <p:spPr>
          <a:xfrm>
            <a:off x="1676400" y="152400"/>
            <a:ext cx="8763000" cy="0"/>
          </a:xfrm>
          <a:prstGeom prst="straightConnector1">
            <a:avLst/>
          </a:prstGeom>
          <a:noFill/>
          <a:ln w="76200" cap="flat" cmpd="sng">
            <a:solidFill>
              <a:schemeClr val="hlink"/>
            </a:solidFill>
            <a:prstDash val="solid"/>
            <a:round/>
            <a:headEnd type="none" w="med" len="med"/>
            <a:tailEnd type="none" w="med" len="med"/>
          </a:ln>
        </p:spPr>
      </p:cxnSp>
      <p:cxnSp>
        <p:nvCxnSpPr>
          <p:cNvPr id="716" name="Google Shape;716;p30"/>
          <p:cNvCxnSpPr/>
          <p:nvPr/>
        </p:nvCxnSpPr>
        <p:spPr>
          <a:xfrm>
            <a:off x="1676400" y="990600"/>
            <a:ext cx="8763000" cy="0"/>
          </a:xfrm>
          <a:prstGeom prst="straightConnector1">
            <a:avLst/>
          </a:prstGeom>
          <a:noFill/>
          <a:ln w="19050" cap="flat" cmpd="sng">
            <a:solidFill>
              <a:schemeClr val="hlink"/>
            </a:solidFill>
            <a:prstDash val="solid"/>
            <a:round/>
            <a:headEnd type="none" w="med" len="med"/>
            <a:tailEnd type="none" w="med" len="med"/>
          </a:ln>
        </p:spPr>
      </p:cxnSp>
      <p:sp>
        <p:nvSpPr>
          <p:cNvPr id="717" name="Google Shape;717;p30"/>
          <p:cNvSpPr txBox="1"/>
          <p:nvPr/>
        </p:nvSpPr>
        <p:spPr>
          <a:xfrm>
            <a:off x="1828800" y="381000"/>
            <a:ext cx="3721100" cy="4572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1" i="0" u="none" strike="noStrike" cap="none">
                <a:solidFill>
                  <a:srgbClr val="3333CC"/>
                </a:solidFill>
                <a:latin typeface="Times New Roman"/>
                <a:ea typeface="Times New Roman"/>
                <a:cs typeface="Times New Roman"/>
                <a:sym typeface="Times New Roman"/>
              </a:rPr>
              <a:t>Figure 2.13  </a:t>
            </a:r>
            <a:r>
              <a:rPr lang="en-US" sz="2000" b="1" i="1" u="none" strike="noStrike" cap="none">
                <a:solidFill>
                  <a:srgbClr val="000000"/>
                </a:solidFill>
                <a:latin typeface="Times New Roman"/>
                <a:ea typeface="Times New Roman"/>
                <a:cs typeface="Times New Roman"/>
                <a:sym typeface="Times New Roman"/>
              </a:rPr>
              <a:t>Presentation layer</a:t>
            </a:r>
            <a:endParaRPr/>
          </a:p>
        </p:txBody>
      </p:sp>
      <p:cxnSp>
        <p:nvCxnSpPr>
          <p:cNvPr id="718" name="Google Shape;718;p30"/>
          <p:cNvCxnSpPr/>
          <p:nvPr/>
        </p:nvCxnSpPr>
        <p:spPr>
          <a:xfrm>
            <a:off x="1676400" y="6248400"/>
            <a:ext cx="8763000" cy="0"/>
          </a:xfrm>
          <a:prstGeom prst="straightConnector1">
            <a:avLst/>
          </a:prstGeom>
          <a:noFill/>
          <a:ln w="76200" cap="flat" cmpd="sng">
            <a:solidFill>
              <a:schemeClr val="hlink"/>
            </a:solidFill>
            <a:prstDash val="solid"/>
            <a:round/>
            <a:headEnd type="none" w="med" len="med"/>
            <a:tailEnd type="none" w="med" len="med"/>
          </a:ln>
        </p:spPr>
      </p:cxnSp>
      <p:pic>
        <p:nvPicPr>
          <p:cNvPr id="719" name="Google Shape;719;p30"/>
          <p:cNvPicPr preferRelativeResize="0"/>
          <p:nvPr/>
        </p:nvPicPr>
        <p:blipFill rotWithShape="1">
          <a:blip r:embed="rId3">
            <a:alphaModFix/>
          </a:blip>
          <a:srcRect/>
          <a:stretch/>
        </p:blipFill>
        <p:spPr>
          <a:xfrm>
            <a:off x="1905001" y="2514601"/>
            <a:ext cx="8418513" cy="2862263"/>
          </a:xfrm>
          <a:prstGeom prst="rect">
            <a:avLst/>
          </a:prstGeom>
          <a:noFill/>
          <a:ln>
            <a:noFill/>
          </a:ln>
        </p:spPr>
      </p:pic>
      <p:sp>
        <p:nvSpPr>
          <p:cNvPr id="720" name="Google Shape;720;p30"/>
          <p:cNvSpPr/>
          <p:nvPr/>
        </p:nvSpPr>
        <p:spPr>
          <a:xfrm>
            <a:off x="1752600" y="1066801"/>
            <a:ext cx="8610600" cy="64611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i="0" u="none" strike="noStrike" cap="none">
                <a:solidFill>
                  <a:srgbClr val="000000"/>
                </a:solidFill>
                <a:latin typeface="Times New Roman"/>
                <a:ea typeface="Times New Roman"/>
                <a:cs typeface="Times New Roman"/>
                <a:sym typeface="Times New Roman"/>
              </a:rPr>
              <a:t>The presentation layer is concerned with the syntax and semantics of the information exchanged between two systems.</a:t>
            </a:r>
            <a:endParaRPr/>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725"/>
        <p:cNvGrpSpPr/>
        <p:nvPr/>
      </p:nvGrpSpPr>
      <p:grpSpPr>
        <a:xfrm>
          <a:off x="0" y="0"/>
          <a:ext cx="0" cy="0"/>
          <a:chOff x="0" y="0"/>
          <a:chExt cx="0" cy="0"/>
        </a:xfrm>
      </p:grpSpPr>
      <p:sp>
        <p:nvSpPr>
          <p:cNvPr id="726" name="Google Shape;726;p31"/>
          <p:cNvSpPr txBox="1">
            <a:spLocks noGrp="1"/>
          </p:cNvSpPr>
          <p:nvPr>
            <p:ph type="sldNum" idx="12"/>
          </p:nvPr>
        </p:nvSpPr>
        <p:spPr>
          <a:xfrm>
            <a:off x="0" y="6400800"/>
            <a:ext cx="2540000" cy="457200"/>
          </a:xfrm>
          <a:prstGeom prst="rect">
            <a:avLst/>
          </a:prstGeom>
          <a:noFill/>
          <a:ln>
            <a:noFill/>
          </a:ln>
        </p:spPr>
        <p:txBody>
          <a:bodyPr spcFirstLastPara="1" wrap="square" lIns="91425" tIns="45700" rIns="91425" bIns="45700" anchor="b" anchorCtr="0">
            <a:noAutofit/>
          </a:bodyPr>
          <a:lstStyle/>
          <a:p>
            <a:pPr marL="0" marR="0" lvl="0" indent="0" algn="l" rtl="0">
              <a:spcBef>
                <a:spcPts val="0"/>
              </a:spcBef>
              <a:spcAft>
                <a:spcPts val="0"/>
              </a:spcAft>
              <a:buNone/>
            </a:pPr>
            <a:r>
              <a:rPr lang="en-US" sz="2000" b="1" i="0" u="none" strike="noStrike" cap="none">
                <a:solidFill>
                  <a:srgbClr val="000000"/>
                </a:solidFill>
                <a:latin typeface="Arial"/>
                <a:ea typeface="Arial"/>
                <a:cs typeface="Arial"/>
                <a:sym typeface="Arial"/>
              </a:rPr>
              <a:t>2.</a:t>
            </a:r>
            <a:fld id="{00000000-1234-1234-1234-123412341234}" type="slidenum">
              <a:rPr lang="en-US" sz="2000" b="1" i="0" u="none" strike="noStrike" cap="none">
                <a:solidFill>
                  <a:srgbClr val="000000"/>
                </a:solidFill>
                <a:latin typeface="Arial"/>
                <a:ea typeface="Arial"/>
                <a:cs typeface="Arial"/>
                <a:sym typeface="Arial"/>
              </a:rPr>
              <a:t>31</a:t>
            </a:fld>
            <a:endParaRPr sz="2000" b="1" i="0" u="none" strike="noStrike" cap="none">
              <a:solidFill>
                <a:srgbClr val="000000"/>
              </a:solidFill>
              <a:latin typeface="Arial"/>
              <a:ea typeface="Arial"/>
              <a:cs typeface="Arial"/>
              <a:sym typeface="Arial"/>
            </a:endParaRPr>
          </a:p>
        </p:txBody>
      </p:sp>
      <p:sp>
        <p:nvSpPr>
          <p:cNvPr id="727" name="Google Shape;727;p31"/>
          <p:cNvSpPr/>
          <p:nvPr/>
        </p:nvSpPr>
        <p:spPr>
          <a:xfrm>
            <a:off x="1890713" y="107951"/>
            <a:ext cx="438150" cy="474663"/>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0" i="0" u="none" strike="noStrike" cap="none">
              <a:solidFill>
                <a:srgbClr val="000000"/>
              </a:solidFill>
              <a:latin typeface="Tahoma"/>
              <a:ea typeface="Tahoma"/>
              <a:cs typeface="Tahoma"/>
              <a:sym typeface="Tahoma"/>
            </a:endParaRPr>
          </a:p>
        </p:txBody>
      </p:sp>
      <p:sp>
        <p:nvSpPr>
          <p:cNvPr id="728" name="Google Shape;728;p31"/>
          <p:cNvSpPr/>
          <p:nvPr/>
        </p:nvSpPr>
        <p:spPr>
          <a:xfrm>
            <a:off x="2273301" y="107951"/>
            <a:ext cx="328613" cy="474663"/>
          </a:xfrm>
          <a:prstGeom prst="rect">
            <a:avLst/>
          </a:prstGeom>
          <a:gradFill>
            <a:gsLst>
              <a:gs pos="0">
                <a:schemeClr val="accent2"/>
              </a:gs>
              <a:gs pos="100000">
                <a:schemeClr val="lt1"/>
              </a:gs>
            </a:gsLst>
            <a:lin ang="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0" i="0" u="none" strike="noStrike" cap="none">
              <a:solidFill>
                <a:srgbClr val="000000"/>
              </a:solidFill>
              <a:latin typeface="Tahoma"/>
              <a:ea typeface="Tahoma"/>
              <a:cs typeface="Tahoma"/>
              <a:sym typeface="Tahoma"/>
            </a:endParaRPr>
          </a:p>
        </p:txBody>
      </p:sp>
      <p:sp>
        <p:nvSpPr>
          <p:cNvPr id="729" name="Google Shape;729;p31"/>
          <p:cNvSpPr/>
          <p:nvPr/>
        </p:nvSpPr>
        <p:spPr>
          <a:xfrm>
            <a:off x="2014539" y="530226"/>
            <a:ext cx="422275" cy="474663"/>
          </a:xfrm>
          <a:prstGeom prst="rect">
            <a:avLst/>
          </a:prstGeom>
          <a:solidFill>
            <a:schemeClr val="folHlink"/>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0" i="0" u="none" strike="noStrike" cap="none">
              <a:solidFill>
                <a:srgbClr val="000000"/>
              </a:solidFill>
              <a:latin typeface="Tahoma"/>
              <a:ea typeface="Tahoma"/>
              <a:cs typeface="Tahoma"/>
              <a:sym typeface="Tahoma"/>
            </a:endParaRPr>
          </a:p>
        </p:txBody>
      </p:sp>
      <p:sp>
        <p:nvSpPr>
          <p:cNvPr id="730" name="Google Shape;730;p31"/>
          <p:cNvSpPr/>
          <p:nvPr/>
        </p:nvSpPr>
        <p:spPr>
          <a:xfrm>
            <a:off x="2384425" y="530226"/>
            <a:ext cx="368300" cy="474663"/>
          </a:xfrm>
          <a:prstGeom prst="rect">
            <a:avLst/>
          </a:prstGeom>
          <a:gradFill>
            <a:gsLst>
              <a:gs pos="0">
                <a:schemeClr val="folHlink"/>
              </a:gs>
              <a:gs pos="100000">
                <a:schemeClr val="lt1"/>
              </a:gs>
            </a:gsLst>
            <a:lin ang="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0" i="0" u="none" strike="noStrike" cap="none">
              <a:solidFill>
                <a:srgbClr val="000000"/>
              </a:solidFill>
              <a:latin typeface="Tahoma"/>
              <a:ea typeface="Tahoma"/>
              <a:cs typeface="Tahoma"/>
              <a:sym typeface="Tahoma"/>
            </a:endParaRPr>
          </a:p>
        </p:txBody>
      </p:sp>
      <p:sp>
        <p:nvSpPr>
          <p:cNvPr id="731" name="Google Shape;731;p31"/>
          <p:cNvSpPr/>
          <p:nvPr/>
        </p:nvSpPr>
        <p:spPr>
          <a:xfrm>
            <a:off x="1600200" y="457201"/>
            <a:ext cx="560388" cy="422275"/>
          </a:xfrm>
          <a:prstGeom prst="rect">
            <a:avLst/>
          </a:prstGeom>
          <a:gradFill>
            <a:gsLst>
              <a:gs pos="0">
                <a:schemeClr val="lt1"/>
              </a:gs>
              <a:gs pos="100000">
                <a:schemeClr val="hlink"/>
              </a:gs>
            </a:gsLst>
            <a:lin ang="189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0" i="0" u="none" strike="noStrike" cap="none">
              <a:solidFill>
                <a:srgbClr val="000000"/>
              </a:solidFill>
              <a:latin typeface="Tahoma"/>
              <a:ea typeface="Tahoma"/>
              <a:cs typeface="Tahoma"/>
              <a:sym typeface="Tahoma"/>
            </a:endParaRPr>
          </a:p>
        </p:txBody>
      </p:sp>
      <p:sp>
        <p:nvSpPr>
          <p:cNvPr id="732" name="Google Shape;732;p31"/>
          <p:cNvSpPr/>
          <p:nvPr/>
        </p:nvSpPr>
        <p:spPr>
          <a:xfrm>
            <a:off x="2235200" y="1"/>
            <a:ext cx="31750" cy="1052513"/>
          </a:xfrm>
          <a:prstGeom prst="rect">
            <a:avLst/>
          </a:prstGeom>
          <a:solidFill>
            <a:schemeClr val="l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0" i="0" u="none" strike="noStrike" cap="none">
              <a:solidFill>
                <a:srgbClr val="000000"/>
              </a:solidFill>
              <a:latin typeface="Tahoma"/>
              <a:ea typeface="Tahoma"/>
              <a:cs typeface="Tahoma"/>
              <a:sym typeface="Tahoma"/>
            </a:endParaRPr>
          </a:p>
        </p:txBody>
      </p:sp>
      <p:sp>
        <p:nvSpPr>
          <p:cNvPr id="733" name="Google Shape;733;p31"/>
          <p:cNvSpPr/>
          <p:nvPr/>
        </p:nvSpPr>
        <p:spPr>
          <a:xfrm>
            <a:off x="1966914" y="533400"/>
            <a:ext cx="8226425" cy="31750"/>
          </a:xfrm>
          <a:prstGeom prst="rect">
            <a:avLst/>
          </a:prstGeom>
          <a:gradFill>
            <a:gsLst>
              <a:gs pos="0">
                <a:schemeClr val="lt2"/>
              </a:gs>
              <a:gs pos="100000">
                <a:schemeClr val="lt1"/>
              </a:gs>
            </a:gsLst>
            <a:lin ang="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0" i="0" u="none" strike="noStrike" cap="none">
              <a:solidFill>
                <a:srgbClr val="000000"/>
              </a:solidFill>
              <a:latin typeface="Tahoma"/>
              <a:ea typeface="Tahoma"/>
              <a:cs typeface="Tahoma"/>
              <a:sym typeface="Tahoma"/>
            </a:endParaRPr>
          </a:p>
        </p:txBody>
      </p:sp>
      <p:cxnSp>
        <p:nvCxnSpPr>
          <p:cNvPr id="734" name="Google Shape;734;p31"/>
          <p:cNvCxnSpPr/>
          <p:nvPr/>
        </p:nvCxnSpPr>
        <p:spPr>
          <a:xfrm>
            <a:off x="1981200" y="2971800"/>
            <a:ext cx="8153400" cy="0"/>
          </a:xfrm>
          <a:prstGeom prst="straightConnector1">
            <a:avLst/>
          </a:prstGeom>
          <a:noFill/>
          <a:ln w="76200" cap="flat" cmpd="sng">
            <a:solidFill>
              <a:srgbClr val="009900"/>
            </a:solidFill>
            <a:prstDash val="solid"/>
            <a:round/>
            <a:headEnd type="none" w="med" len="med"/>
            <a:tailEnd type="none" w="med" len="med"/>
          </a:ln>
        </p:spPr>
      </p:cxnSp>
      <p:cxnSp>
        <p:nvCxnSpPr>
          <p:cNvPr id="735" name="Google Shape;735;p31"/>
          <p:cNvCxnSpPr/>
          <p:nvPr/>
        </p:nvCxnSpPr>
        <p:spPr>
          <a:xfrm>
            <a:off x="1982788" y="3962400"/>
            <a:ext cx="8153400" cy="0"/>
          </a:xfrm>
          <a:prstGeom prst="straightConnector1">
            <a:avLst/>
          </a:prstGeom>
          <a:noFill/>
          <a:ln w="76200" cap="flat" cmpd="sng">
            <a:solidFill>
              <a:srgbClr val="009900"/>
            </a:solidFill>
            <a:prstDash val="solid"/>
            <a:round/>
            <a:headEnd type="none" w="med" len="med"/>
            <a:tailEnd type="none" w="med" len="med"/>
          </a:ln>
        </p:spPr>
      </p:cxnSp>
      <p:sp>
        <p:nvSpPr>
          <p:cNvPr id="736" name="Google Shape;736;p31"/>
          <p:cNvSpPr/>
          <p:nvPr/>
        </p:nvSpPr>
        <p:spPr>
          <a:xfrm>
            <a:off x="2019300" y="3063876"/>
            <a:ext cx="8077200" cy="830997"/>
          </a:xfrm>
          <a:prstGeom prst="rect">
            <a:avLst/>
          </a:prstGeom>
          <a:solidFill>
            <a:srgbClr val="99FF33"/>
          </a:solid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400" b="1" i="0" u="none" strike="noStrike" cap="none">
                <a:solidFill>
                  <a:srgbClr val="000000"/>
                </a:solidFill>
                <a:latin typeface="Times New Roman"/>
                <a:ea typeface="Times New Roman"/>
                <a:cs typeface="Times New Roman"/>
                <a:sym typeface="Times New Roman"/>
              </a:rPr>
              <a:t>The presentation layer is responsible for translation, compression, and encryption.</a:t>
            </a:r>
            <a:endParaRPr/>
          </a:p>
        </p:txBody>
      </p:sp>
      <p:grpSp>
        <p:nvGrpSpPr>
          <p:cNvPr id="737" name="Google Shape;737;p31"/>
          <p:cNvGrpSpPr/>
          <p:nvPr/>
        </p:nvGrpSpPr>
        <p:grpSpPr>
          <a:xfrm>
            <a:off x="2057400" y="2286000"/>
            <a:ext cx="1143000" cy="566738"/>
            <a:chOff x="1200" y="1248"/>
            <a:chExt cx="720" cy="357"/>
          </a:xfrm>
        </p:grpSpPr>
        <p:pic>
          <p:nvPicPr>
            <p:cNvPr id="738" name="Google Shape;738;p31"/>
            <p:cNvPicPr preferRelativeResize="0"/>
            <p:nvPr/>
          </p:nvPicPr>
          <p:blipFill rotWithShape="1">
            <a:blip r:embed="rId3">
              <a:alphaModFix/>
            </a:blip>
            <a:srcRect/>
            <a:stretch/>
          </p:blipFill>
          <p:spPr>
            <a:xfrm>
              <a:off x="1200" y="1248"/>
              <a:ext cx="720" cy="357"/>
            </a:xfrm>
            <a:prstGeom prst="rect">
              <a:avLst/>
            </a:prstGeom>
            <a:noFill/>
            <a:ln>
              <a:noFill/>
            </a:ln>
          </p:spPr>
        </p:pic>
        <p:sp>
          <p:nvSpPr>
            <p:cNvPr id="739" name="Google Shape;739;p31"/>
            <p:cNvSpPr txBox="1"/>
            <p:nvPr/>
          </p:nvSpPr>
          <p:spPr>
            <a:xfrm>
              <a:off x="1284" y="1248"/>
              <a:ext cx="551" cy="32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b="1" i="1" u="none" strike="noStrike" cap="none">
                  <a:solidFill>
                    <a:srgbClr val="FF0000"/>
                  </a:solidFill>
                  <a:latin typeface="Times New Roman"/>
                  <a:ea typeface="Times New Roman"/>
                  <a:cs typeface="Times New Roman"/>
                  <a:sym typeface="Times New Roman"/>
                </a:rPr>
                <a:t>Note</a:t>
              </a:r>
              <a:endParaRPr/>
            </a:p>
          </p:txBody>
        </p:sp>
      </p:gr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744"/>
        <p:cNvGrpSpPr/>
        <p:nvPr/>
      </p:nvGrpSpPr>
      <p:grpSpPr>
        <a:xfrm>
          <a:off x="0" y="0"/>
          <a:ext cx="0" cy="0"/>
          <a:chOff x="0" y="0"/>
          <a:chExt cx="0" cy="0"/>
        </a:xfrm>
      </p:grpSpPr>
      <p:sp>
        <p:nvSpPr>
          <p:cNvPr id="745" name="Google Shape;745;p32"/>
          <p:cNvSpPr txBox="1">
            <a:spLocks noGrp="1"/>
          </p:cNvSpPr>
          <p:nvPr>
            <p:ph type="sldNum" idx="12"/>
          </p:nvPr>
        </p:nvSpPr>
        <p:spPr>
          <a:xfrm>
            <a:off x="0" y="6400800"/>
            <a:ext cx="2540000" cy="457200"/>
          </a:xfrm>
          <a:prstGeom prst="rect">
            <a:avLst/>
          </a:prstGeom>
          <a:noFill/>
          <a:ln>
            <a:noFill/>
          </a:ln>
        </p:spPr>
        <p:txBody>
          <a:bodyPr spcFirstLastPara="1" wrap="square" lIns="91425" tIns="45700" rIns="91425" bIns="45700" anchor="b" anchorCtr="0">
            <a:noAutofit/>
          </a:bodyPr>
          <a:lstStyle/>
          <a:p>
            <a:pPr marL="0" marR="0" lvl="0" indent="0" algn="l" rtl="0">
              <a:spcBef>
                <a:spcPts val="0"/>
              </a:spcBef>
              <a:spcAft>
                <a:spcPts val="0"/>
              </a:spcAft>
              <a:buNone/>
            </a:pPr>
            <a:r>
              <a:rPr lang="en-US" sz="2000" b="1" i="0" u="none" strike="noStrike" cap="none">
                <a:solidFill>
                  <a:srgbClr val="000000"/>
                </a:solidFill>
                <a:latin typeface="Arial"/>
                <a:ea typeface="Arial"/>
                <a:cs typeface="Arial"/>
                <a:sym typeface="Arial"/>
              </a:rPr>
              <a:t>2.</a:t>
            </a:r>
            <a:fld id="{00000000-1234-1234-1234-123412341234}" type="slidenum">
              <a:rPr lang="en-US" sz="2000" b="1" i="0" u="none" strike="noStrike" cap="none">
                <a:solidFill>
                  <a:srgbClr val="000000"/>
                </a:solidFill>
                <a:latin typeface="Arial"/>
                <a:ea typeface="Arial"/>
                <a:cs typeface="Arial"/>
                <a:sym typeface="Arial"/>
              </a:rPr>
              <a:t>32</a:t>
            </a:fld>
            <a:endParaRPr sz="2000" b="1" i="0" u="none" strike="noStrike" cap="none">
              <a:solidFill>
                <a:srgbClr val="000000"/>
              </a:solidFill>
              <a:latin typeface="Arial"/>
              <a:ea typeface="Arial"/>
              <a:cs typeface="Arial"/>
              <a:sym typeface="Arial"/>
            </a:endParaRPr>
          </a:p>
        </p:txBody>
      </p:sp>
      <p:cxnSp>
        <p:nvCxnSpPr>
          <p:cNvPr id="746" name="Google Shape;746;p32"/>
          <p:cNvCxnSpPr/>
          <p:nvPr/>
        </p:nvCxnSpPr>
        <p:spPr>
          <a:xfrm>
            <a:off x="1676400" y="152400"/>
            <a:ext cx="8763000" cy="0"/>
          </a:xfrm>
          <a:prstGeom prst="straightConnector1">
            <a:avLst/>
          </a:prstGeom>
          <a:noFill/>
          <a:ln w="76200" cap="flat" cmpd="sng">
            <a:solidFill>
              <a:schemeClr val="hlink"/>
            </a:solidFill>
            <a:prstDash val="solid"/>
            <a:round/>
            <a:headEnd type="none" w="med" len="med"/>
            <a:tailEnd type="none" w="med" len="med"/>
          </a:ln>
        </p:spPr>
      </p:cxnSp>
      <p:cxnSp>
        <p:nvCxnSpPr>
          <p:cNvPr id="747" name="Google Shape;747;p32"/>
          <p:cNvCxnSpPr/>
          <p:nvPr/>
        </p:nvCxnSpPr>
        <p:spPr>
          <a:xfrm>
            <a:off x="1676400" y="990600"/>
            <a:ext cx="8763000" cy="0"/>
          </a:xfrm>
          <a:prstGeom prst="straightConnector1">
            <a:avLst/>
          </a:prstGeom>
          <a:noFill/>
          <a:ln w="19050" cap="flat" cmpd="sng">
            <a:solidFill>
              <a:schemeClr val="hlink"/>
            </a:solidFill>
            <a:prstDash val="solid"/>
            <a:round/>
            <a:headEnd type="none" w="med" len="med"/>
            <a:tailEnd type="none" w="med" len="med"/>
          </a:ln>
        </p:spPr>
      </p:cxnSp>
      <p:sp>
        <p:nvSpPr>
          <p:cNvPr id="748" name="Google Shape;748;p32"/>
          <p:cNvSpPr txBox="1"/>
          <p:nvPr/>
        </p:nvSpPr>
        <p:spPr>
          <a:xfrm>
            <a:off x="1828800" y="381000"/>
            <a:ext cx="3608388" cy="4572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1" i="0" u="none" strike="noStrike" cap="none">
                <a:solidFill>
                  <a:srgbClr val="3333CC"/>
                </a:solidFill>
                <a:latin typeface="Times New Roman"/>
                <a:ea typeface="Times New Roman"/>
                <a:cs typeface="Times New Roman"/>
                <a:sym typeface="Times New Roman"/>
              </a:rPr>
              <a:t>Figure 2.14  </a:t>
            </a:r>
            <a:r>
              <a:rPr lang="en-US" sz="2000" b="1" i="1" u="none" strike="noStrike" cap="none">
                <a:solidFill>
                  <a:srgbClr val="000000"/>
                </a:solidFill>
                <a:latin typeface="Times New Roman"/>
                <a:ea typeface="Times New Roman"/>
                <a:cs typeface="Times New Roman"/>
                <a:sym typeface="Times New Roman"/>
              </a:rPr>
              <a:t>Application layer</a:t>
            </a:r>
            <a:endParaRPr/>
          </a:p>
        </p:txBody>
      </p:sp>
      <p:cxnSp>
        <p:nvCxnSpPr>
          <p:cNvPr id="749" name="Google Shape;749;p32"/>
          <p:cNvCxnSpPr/>
          <p:nvPr/>
        </p:nvCxnSpPr>
        <p:spPr>
          <a:xfrm>
            <a:off x="1676400" y="6248400"/>
            <a:ext cx="8763000" cy="0"/>
          </a:xfrm>
          <a:prstGeom prst="straightConnector1">
            <a:avLst/>
          </a:prstGeom>
          <a:noFill/>
          <a:ln w="76200" cap="flat" cmpd="sng">
            <a:solidFill>
              <a:schemeClr val="hlink"/>
            </a:solidFill>
            <a:prstDash val="solid"/>
            <a:round/>
            <a:headEnd type="none" w="med" len="med"/>
            <a:tailEnd type="none" w="med" len="med"/>
          </a:ln>
        </p:spPr>
      </p:cxnSp>
      <p:pic>
        <p:nvPicPr>
          <p:cNvPr id="750" name="Google Shape;750;p32"/>
          <p:cNvPicPr preferRelativeResize="0"/>
          <p:nvPr/>
        </p:nvPicPr>
        <p:blipFill rotWithShape="1">
          <a:blip r:embed="rId3">
            <a:alphaModFix/>
          </a:blip>
          <a:srcRect/>
          <a:stretch/>
        </p:blipFill>
        <p:spPr>
          <a:xfrm>
            <a:off x="1908176" y="1371600"/>
            <a:ext cx="8455025" cy="4275138"/>
          </a:xfrm>
          <a:prstGeom prst="rect">
            <a:avLst/>
          </a:prstGeom>
          <a:noFill/>
          <a:ln>
            <a:noFill/>
          </a:ln>
        </p:spPr>
      </p:pic>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755"/>
        <p:cNvGrpSpPr/>
        <p:nvPr/>
      </p:nvGrpSpPr>
      <p:grpSpPr>
        <a:xfrm>
          <a:off x="0" y="0"/>
          <a:ext cx="0" cy="0"/>
          <a:chOff x="0" y="0"/>
          <a:chExt cx="0" cy="0"/>
        </a:xfrm>
      </p:grpSpPr>
      <p:sp>
        <p:nvSpPr>
          <p:cNvPr id="756" name="Google Shape;756;p33"/>
          <p:cNvSpPr txBox="1">
            <a:spLocks noGrp="1"/>
          </p:cNvSpPr>
          <p:nvPr>
            <p:ph type="sldNum" idx="12"/>
          </p:nvPr>
        </p:nvSpPr>
        <p:spPr>
          <a:xfrm>
            <a:off x="0" y="6400800"/>
            <a:ext cx="2540000" cy="457200"/>
          </a:xfrm>
          <a:prstGeom prst="rect">
            <a:avLst/>
          </a:prstGeom>
          <a:noFill/>
          <a:ln>
            <a:noFill/>
          </a:ln>
        </p:spPr>
        <p:txBody>
          <a:bodyPr spcFirstLastPara="1" wrap="square" lIns="91425" tIns="45700" rIns="91425" bIns="45700" anchor="b" anchorCtr="0">
            <a:noAutofit/>
          </a:bodyPr>
          <a:lstStyle/>
          <a:p>
            <a:pPr marL="0" marR="0" lvl="0" indent="0" algn="l" rtl="0">
              <a:spcBef>
                <a:spcPts val="0"/>
              </a:spcBef>
              <a:spcAft>
                <a:spcPts val="0"/>
              </a:spcAft>
              <a:buNone/>
            </a:pPr>
            <a:r>
              <a:rPr lang="en-US" sz="2000" b="1" i="0" u="none" strike="noStrike" cap="none">
                <a:solidFill>
                  <a:srgbClr val="000000"/>
                </a:solidFill>
                <a:latin typeface="Arial"/>
                <a:ea typeface="Arial"/>
                <a:cs typeface="Arial"/>
                <a:sym typeface="Arial"/>
              </a:rPr>
              <a:t>2.</a:t>
            </a:r>
            <a:fld id="{00000000-1234-1234-1234-123412341234}" type="slidenum">
              <a:rPr lang="en-US" sz="2000" b="1" i="0" u="none" strike="noStrike" cap="none">
                <a:solidFill>
                  <a:srgbClr val="000000"/>
                </a:solidFill>
                <a:latin typeface="Arial"/>
                <a:ea typeface="Arial"/>
                <a:cs typeface="Arial"/>
                <a:sym typeface="Arial"/>
              </a:rPr>
              <a:t>33</a:t>
            </a:fld>
            <a:endParaRPr sz="2000" b="1" i="0" u="none" strike="noStrike" cap="none">
              <a:solidFill>
                <a:srgbClr val="000000"/>
              </a:solidFill>
              <a:latin typeface="Arial"/>
              <a:ea typeface="Arial"/>
              <a:cs typeface="Arial"/>
              <a:sym typeface="Arial"/>
            </a:endParaRPr>
          </a:p>
        </p:txBody>
      </p:sp>
      <p:sp>
        <p:nvSpPr>
          <p:cNvPr id="757" name="Google Shape;757;p33"/>
          <p:cNvSpPr/>
          <p:nvPr/>
        </p:nvSpPr>
        <p:spPr>
          <a:xfrm>
            <a:off x="1890713" y="107951"/>
            <a:ext cx="438150" cy="474663"/>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0" i="0" u="none" strike="noStrike" cap="none">
              <a:solidFill>
                <a:srgbClr val="000000"/>
              </a:solidFill>
              <a:latin typeface="Tahoma"/>
              <a:ea typeface="Tahoma"/>
              <a:cs typeface="Tahoma"/>
              <a:sym typeface="Tahoma"/>
            </a:endParaRPr>
          </a:p>
        </p:txBody>
      </p:sp>
      <p:sp>
        <p:nvSpPr>
          <p:cNvPr id="758" name="Google Shape;758;p33"/>
          <p:cNvSpPr/>
          <p:nvPr/>
        </p:nvSpPr>
        <p:spPr>
          <a:xfrm>
            <a:off x="2273301" y="107951"/>
            <a:ext cx="328613" cy="474663"/>
          </a:xfrm>
          <a:prstGeom prst="rect">
            <a:avLst/>
          </a:prstGeom>
          <a:gradFill>
            <a:gsLst>
              <a:gs pos="0">
                <a:schemeClr val="accent2"/>
              </a:gs>
              <a:gs pos="100000">
                <a:schemeClr val="lt1"/>
              </a:gs>
            </a:gsLst>
            <a:lin ang="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0" i="0" u="none" strike="noStrike" cap="none">
              <a:solidFill>
                <a:srgbClr val="000000"/>
              </a:solidFill>
              <a:latin typeface="Tahoma"/>
              <a:ea typeface="Tahoma"/>
              <a:cs typeface="Tahoma"/>
              <a:sym typeface="Tahoma"/>
            </a:endParaRPr>
          </a:p>
        </p:txBody>
      </p:sp>
      <p:sp>
        <p:nvSpPr>
          <p:cNvPr id="759" name="Google Shape;759;p33"/>
          <p:cNvSpPr/>
          <p:nvPr/>
        </p:nvSpPr>
        <p:spPr>
          <a:xfrm>
            <a:off x="2014539" y="530226"/>
            <a:ext cx="422275" cy="474663"/>
          </a:xfrm>
          <a:prstGeom prst="rect">
            <a:avLst/>
          </a:prstGeom>
          <a:solidFill>
            <a:schemeClr val="folHlink"/>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0" i="0" u="none" strike="noStrike" cap="none">
              <a:solidFill>
                <a:srgbClr val="000000"/>
              </a:solidFill>
              <a:latin typeface="Tahoma"/>
              <a:ea typeface="Tahoma"/>
              <a:cs typeface="Tahoma"/>
              <a:sym typeface="Tahoma"/>
            </a:endParaRPr>
          </a:p>
        </p:txBody>
      </p:sp>
      <p:sp>
        <p:nvSpPr>
          <p:cNvPr id="760" name="Google Shape;760;p33"/>
          <p:cNvSpPr/>
          <p:nvPr/>
        </p:nvSpPr>
        <p:spPr>
          <a:xfrm>
            <a:off x="2384425" y="530226"/>
            <a:ext cx="368300" cy="474663"/>
          </a:xfrm>
          <a:prstGeom prst="rect">
            <a:avLst/>
          </a:prstGeom>
          <a:gradFill>
            <a:gsLst>
              <a:gs pos="0">
                <a:schemeClr val="folHlink"/>
              </a:gs>
              <a:gs pos="100000">
                <a:schemeClr val="lt1"/>
              </a:gs>
            </a:gsLst>
            <a:lin ang="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0" i="0" u="none" strike="noStrike" cap="none">
              <a:solidFill>
                <a:srgbClr val="000000"/>
              </a:solidFill>
              <a:latin typeface="Tahoma"/>
              <a:ea typeface="Tahoma"/>
              <a:cs typeface="Tahoma"/>
              <a:sym typeface="Tahoma"/>
            </a:endParaRPr>
          </a:p>
        </p:txBody>
      </p:sp>
      <p:sp>
        <p:nvSpPr>
          <p:cNvPr id="761" name="Google Shape;761;p33"/>
          <p:cNvSpPr/>
          <p:nvPr/>
        </p:nvSpPr>
        <p:spPr>
          <a:xfrm>
            <a:off x="1600200" y="457201"/>
            <a:ext cx="560388" cy="422275"/>
          </a:xfrm>
          <a:prstGeom prst="rect">
            <a:avLst/>
          </a:prstGeom>
          <a:gradFill>
            <a:gsLst>
              <a:gs pos="0">
                <a:schemeClr val="lt1"/>
              </a:gs>
              <a:gs pos="100000">
                <a:schemeClr val="hlink"/>
              </a:gs>
            </a:gsLst>
            <a:lin ang="189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0" i="0" u="none" strike="noStrike" cap="none">
              <a:solidFill>
                <a:srgbClr val="000000"/>
              </a:solidFill>
              <a:latin typeface="Tahoma"/>
              <a:ea typeface="Tahoma"/>
              <a:cs typeface="Tahoma"/>
              <a:sym typeface="Tahoma"/>
            </a:endParaRPr>
          </a:p>
        </p:txBody>
      </p:sp>
      <p:sp>
        <p:nvSpPr>
          <p:cNvPr id="762" name="Google Shape;762;p33"/>
          <p:cNvSpPr/>
          <p:nvPr/>
        </p:nvSpPr>
        <p:spPr>
          <a:xfrm>
            <a:off x="2235200" y="1"/>
            <a:ext cx="31750" cy="1052513"/>
          </a:xfrm>
          <a:prstGeom prst="rect">
            <a:avLst/>
          </a:prstGeom>
          <a:solidFill>
            <a:schemeClr val="l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0" i="0" u="none" strike="noStrike" cap="none">
              <a:solidFill>
                <a:srgbClr val="000000"/>
              </a:solidFill>
              <a:latin typeface="Tahoma"/>
              <a:ea typeface="Tahoma"/>
              <a:cs typeface="Tahoma"/>
              <a:sym typeface="Tahoma"/>
            </a:endParaRPr>
          </a:p>
        </p:txBody>
      </p:sp>
      <p:sp>
        <p:nvSpPr>
          <p:cNvPr id="763" name="Google Shape;763;p33"/>
          <p:cNvSpPr/>
          <p:nvPr/>
        </p:nvSpPr>
        <p:spPr>
          <a:xfrm>
            <a:off x="1966914" y="533400"/>
            <a:ext cx="8226425" cy="31750"/>
          </a:xfrm>
          <a:prstGeom prst="rect">
            <a:avLst/>
          </a:prstGeom>
          <a:gradFill>
            <a:gsLst>
              <a:gs pos="0">
                <a:schemeClr val="lt2"/>
              </a:gs>
              <a:gs pos="100000">
                <a:schemeClr val="lt1"/>
              </a:gs>
            </a:gsLst>
            <a:lin ang="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0" i="0" u="none" strike="noStrike" cap="none">
              <a:solidFill>
                <a:srgbClr val="000000"/>
              </a:solidFill>
              <a:latin typeface="Tahoma"/>
              <a:ea typeface="Tahoma"/>
              <a:cs typeface="Tahoma"/>
              <a:sym typeface="Tahoma"/>
            </a:endParaRPr>
          </a:p>
        </p:txBody>
      </p:sp>
      <p:cxnSp>
        <p:nvCxnSpPr>
          <p:cNvPr id="764" name="Google Shape;764;p33"/>
          <p:cNvCxnSpPr/>
          <p:nvPr/>
        </p:nvCxnSpPr>
        <p:spPr>
          <a:xfrm>
            <a:off x="1981200" y="2971800"/>
            <a:ext cx="8153400" cy="0"/>
          </a:xfrm>
          <a:prstGeom prst="straightConnector1">
            <a:avLst/>
          </a:prstGeom>
          <a:noFill/>
          <a:ln w="76200" cap="flat" cmpd="sng">
            <a:solidFill>
              <a:srgbClr val="009900"/>
            </a:solidFill>
            <a:prstDash val="solid"/>
            <a:round/>
            <a:headEnd type="none" w="med" len="med"/>
            <a:tailEnd type="none" w="med" len="med"/>
          </a:ln>
        </p:spPr>
      </p:cxnSp>
      <p:cxnSp>
        <p:nvCxnSpPr>
          <p:cNvPr id="765" name="Google Shape;765;p33"/>
          <p:cNvCxnSpPr/>
          <p:nvPr/>
        </p:nvCxnSpPr>
        <p:spPr>
          <a:xfrm>
            <a:off x="1982788" y="3962400"/>
            <a:ext cx="8153400" cy="0"/>
          </a:xfrm>
          <a:prstGeom prst="straightConnector1">
            <a:avLst/>
          </a:prstGeom>
          <a:noFill/>
          <a:ln w="76200" cap="flat" cmpd="sng">
            <a:solidFill>
              <a:srgbClr val="009900"/>
            </a:solidFill>
            <a:prstDash val="solid"/>
            <a:round/>
            <a:headEnd type="none" w="med" len="med"/>
            <a:tailEnd type="none" w="med" len="med"/>
          </a:ln>
        </p:spPr>
      </p:cxnSp>
      <p:sp>
        <p:nvSpPr>
          <p:cNvPr id="766" name="Google Shape;766;p33"/>
          <p:cNvSpPr/>
          <p:nvPr/>
        </p:nvSpPr>
        <p:spPr>
          <a:xfrm>
            <a:off x="2019300" y="3063876"/>
            <a:ext cx="8077200" cy="830997"/>
          </a:xfrm>
          <a:prstGeom prst="rect">
            <a:avLst/>
          </a:prstGeom>
          <a:solidFill>
            <a:srgbClr val="99FF33"/>
          </a:solid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400" b="1" i="0" u="none" strike="noStrike" cap="none">
                <a:solidFill>
                  <a:srgbClr val="000000"/>
                </a:solidFill>
                <a:latin typeface="Times New Roman"/>
                <a:ea typeface="Times New Roman"/>
                <a:cs typeface="Times New Roman"/>
                <a:sym typeface="Times New Roman"/>
              </a:rPr>
              <a:t>The application layer is responsible for </a:t>
            </a:r>
            <a:br>
              <a:rPr lang="en-US" sz="2400" b="1" i="0" u="none" strike="noStrike" cap="none">
                <a:solidFill>
                  <a:srgbClr val="000000"/>
                </a:solidFill>
                <a:latin typeface="Times New Roman"/>
                <a:ea typeface="Times New Roman"/>
                <a:cs typeface="Times New Roman"/>
                <a:sym typeface="Times New Roman"/>
              </a:rPr>
            </a:br>
            <a:r>
              <a:rPr lang="en-US" sz="2400" b="1" i="0" u="none" strike="noStrike" cap="none">
                <a:solidFill>
                  <a:srgbClr val="000000"/>
                </a:solidFill>
                <a:latin typeface="Times New Roman"/>
                <a:ea typeface="Times New Roman"/>
                <a:cs typeface="Times New Roman"/>
                <a:sym typeface="Times New Roman"/>
              </a:rPr>
              <a:t>providing services to the user.</a:t>
            </a:r>
            <a:endParaRPr/>
          </a:p>
        </p:txBody>
      </p:sp>
      <p:grpSp>
        <p:nvGrpSpPr>
          <p:cNvPr id="767" name="Google Shape;767;p33"/>
          <p:cNvGrpSpPr/>
          <p:nvPr/>
        </p:nvGrpSpPr>
        <p:grpSpPr>
          <a:xfrm>
            <a:off x="2057400" y="2286000"/>
            <a:ext cx="1143000" cy="566738"/>
            <a:chOff x="1200" y="1248"/>
            <a:chExt cx="720" cy="357"/>
          </a:xfrm>
        </p:grpSpPr>
        <p:pic>
          <p:nvPicPr>
            <p:cNvPr id="768" name="Google Shape;768;p33"/>
            <p:cNvPicPr preferRelativeResize="0"/>
            <p:nvPr/>
          </p:nvPicPr>
          <p:blipFill rotWithShape="1">
            <a:blip r:embed="rId3">
              <a:alphaModFix/>
            </a:blip>
            <a:srcRect/>
            <a:stretch/>
          </p:blipFill>
          <p:spPr>
            <a:xfrm>
              <a:off x="1200" y="1248"/>
              <a:ext cx="720" cy="357"/>
            </a:xfrm>
            <a:prstGeom prst="rect">
              <a:avLst/>
            </a:prstGeom>
            <a:noFill/>
            <a:ln>
              <a:noFill/>
            </a:ln>
          </p:spPr>
        </p:pic>
        <p:sp>
          <p:nvSpPr>
            <p:cNvPr id="769" name="Google Shape;769;p33"/>
            <p:cNvSpPr txBox="1"/>
            <p:nvPr/>
          </p:nvSpPr>
          <p:spPr>
            <a:xfrm>
              <a:off x="1284" y="1248"/>
              <a:ext cx="551" cy="32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b="1" i="1" u="none" strike="noStrike" cap="none">
                  <a:solidFill>
                    <a:srgbClr val="FF0000"/>
                  </a:solidFill>
                  <a:latin typeface="Times New Roman"/>
                  <a:ea typeface="Times New Roman"/>
                  <a:cs typeface="Times New Roman"/>
                  <a:sym typeface="Times New Roman"/>
                </a:rPr>
                <a:t>Note</a:t>
              </a:r>
              <a:endParaRPr/>
            </a:p>
          </p:txBody>
        </p:sp>
      </p:gr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773"/>
        <p:cNvGrpSpPr/>
        <p:nvPr/>
      </p:nvGrpSpPr>
      <p:grpSpPr>
        <a:xfrm>
          <a:off x="0" y="0"/>
          <a:ext cx="0" cy="0"/>
          <a:chOff x="0" y="0"/>
          <a:chExt cx="0" cy="0"/>
        </a:xfrm>
      </p:grpSpPr>
      <p:sp>
        <p:nvSpPr>
          <p:cNvPr id="774" name="Google Shape;774;p34"/>
          <p:cNvSpPr txBox="1">
            <a:spLocks noGrp="1"/>
          </p:cNvSpPr>
          <p:nvPr>
            <p:ph type="title"/>
          </p:nvPr>
        </p:nvSpPr>
        <p:spPr>
          <a:xfrm>
            <a:off x="609600" y="274638"/>
            <a:ext cx="10972800" cy="1143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sz="3600"/>
              <a:t>Specific services provided by the application layer include the following:</a:t>
            </a:r>
            <a:endParaRPr/>
          </a:p>
        </p:txBody>
      </p:sp>
      <p:sp>
        <p:nvSpPr>
          <p:cNvPr id="775" name="Google Shape;775;p34"/>
          <p:cNvSpPr txBox="1">
            <a:spLocks noGrp="1"/>
          </p:cNvSpPr>
          <p:nvPr>
            <p:ph type="body" idx="1"/>
          </p:nvPr>
        </p:nvSpPr>
        <p:spPr>
          <a:xfrm>
            <a:off x="1981200" y="1905001"/>
            <a:ext cx="8229600" cy="4221163"/>
          </a:xfrm>
          <a:prstGeom prst="rect">
            <a:avLst/>
          </a:prstGeom>
          <a:noFill/>
          <a:ln>
            <a:noFill/>
          </a:ln>
        </p:spPr>
        <p:txBody>
          <a:bodyPr spcFirstLastPara="1" wrap="square" lIns="91425" tIns="45700" rIns="91425" bIns="45700" anchor="t" anchorCtr="0">
            <a:noAutofit/>
          </a:bodyPr>
          <a:lstStyle/>
          <a:p>
            <a:pPr marL="342900" lvl="0" indent="-342900" algn="l" rtl="0">
              <a:spcBef>
                <a:spcPts val="0"/>
              </a:spcBef>
              <a:spcAft>
                <a:spcPts val="0"/>
              </a:spcAft>
              <a:buSzPts val="1920"/>
              <a:buChar char="■"/>
            </a:pPr>
            <a:r>
              <a:rPr lang="en-US"/>
              <a:t>Network virtual terminal</a:t>
            </a:r>
            <a:endParaRPr/>
          </a:p>
          <a:p>
            <a:pPr marL="342900" lvl="0" indent="-342900" algn="l" rtl="0">
              <a:spcBef>
                <a:spcPts val="640"/>
              </a:spcBef>
              <a:spcAft>
                <a:spcPts val="0"/>
              </a:spcAft>
              <a:buSzPts val="1920"/>
              <a:buChar char="■"/>
            </a:pPr>
            <a:r>
              <a:rPr lang="en-US"/>
              <a:t>File transfer, access, and management</a:t>
            </a:r>
            <a:endParaRPr/>
          </a:p>
          <a:p>
            <a:pPr marL="342900" lvl="0" indent="-342900" algn="l" rtl="0">
              <a:spcBef>
                <a:spcPts val="640"/>
              </a:spcBef>
              <a:spcAft>
                <a:spcPts val="0"/>
              </a:spcAft>
              <a:buSzPts val="1920"/>
              <a:buChar char="■"/>
            </a:pPr>
            <a:r>
              <a:rPr lang="en-US"/>
              <a:t>Mail services</a:t>
            </a:r>
            <a:endParaRPr/>
          </a:p>
          <a:p>
            <a:pPr marL="342900" lvl="0" indent="-342900" algn="l" rtl="0">
              <a:spcBef>
                <a:spcPts val="640"/>
              </a:spcBef>
              <a:spcAft>
                <a:spcPts val="0"/>
              </a:spcAft>
              <a:buSzPts val="1920"/>
              <a:buChar char="■"/>
            </a:pPr>
            <a:r>
              <a:rPr lang="en-US"/>
              <a:t>Directory services</a:t>
            </a:r>
            <a:endParaRPr/>
          </a:p>
        </p:txBody>
      </p:sp>
      <p:sp>
        <p:nvSpPr>
          <p:cNvPr id="776" name="Google Shape;776;p34"/>
          <p:cNvSpPr txBox="1">
            <a:spLocks noGrp="1"/>
          </p:cNvSpPr>
          <p:nvPr>
            <p:ph type="sldNum" idx="12"/>
          </p:nvPr>
        </p:nvSpPr>
        <p:spPr>
          <a:xfrm>
            <a:off x="0" y="6400800"/>
            <a:ext cx="2540000" cy="457200"/>
          </a:xfrm>
          <a:prstGeom prst="rect">
            <a:avLst/>
          </a:prstGeom>
          <a:noFill/>
          <a:ln>
            <a:noFill/>
          </a:ln>
        </p:spPr>
        <p:txBody>
          <a:bodyPr spcFirstLastPara="1" wrap="square" lIns="91425" tIns="45700" rIns="91425" bIns="45700" anchor="b" anchorCtr="0">
            <a:noAutofit/>
          </a:bodyPr>
          <a:lstStyle/>
          <a:p>
            <a:pPr marL="0" marR="0" lvl="0" indent="0" algn="l" rtl="0">
              <a:spcBef>
                <a:spcPts val="0"/>
              </a:spcBef>
              <a:spcAft>
                <a:spcPts val="0"/>
              </a:spcAft>
              <a:buNone/>
            </a:pPr>
            <a:r>
              <a:rPr lang="en-US" sz="2000" b="1" i="0" u="none" strike="noStrike" cap="none">
                <a:solidFill>
                  <a:srgbClr val="000000"/>
                </a:solidFill>
                <a:latin typeface="Arial"/>
                <a:ea typeface="Arial"/>
                <a:cs typeface="Arial"/>
                <a:sym typeface="Arial"/>
              </a:rPr>
              <a:t>2.</a:t>
            </a:r>
            <a:fld id="{00000000-1234-1234-1234-123412341234}" type="slidenum">
              <a:rPr lang="en-US" sz="2000" b="1" i="0" u="none" strike="noStrike" cap="none">
                <a:solidFill>
                  <a:srgbClr val="000000"/>
                </a:solidFill>
                <a:latin typeface="Arial"/>
                <a:ea typeface="Arial"/>
                <a:cs typeface="Arial"/>
                <a:sym typeface="Arial"/>
              </a:rPr>
              <a:t>34</a:t>
            </a:fld>
            <a:endParaRPr sz="2000" b="1" i="0" u="none" strike="noStrike" cap="none">
              <a:solidFill>
                <a:srgbClr val="000000"/>
              </a:solidFill>
              <a:latin typeface="Arial"/>
              <a:ea typeface="Arial"/>
              <a:cs typeface="Arial"/>
              <a:sym typeface="Arial"/>
            </a:endParaRPr>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781"/>
        <p:cNvGrpSpPr/>
        <p:nvPr/>
      </p:nvGrpSpPr>
      <p:grpSpPr>
        <a:xfrm>
          <a:off x="0" y="0"/>
          <a:ext cx="0" cy="0"/>
          <a:chOff x="0" y="0"/>
          <a:chExt cx="0" cy="0"/>
        </a:xfrm>
      </p:grpSpPr>
      <p:sp>
        <p:nvSpPr>
          <p:cNvPr id="782" name="Google Shape;782;p35"/>
          <p:cNvSpPr txBox="1">
            <a:spLocks noGrp="1"/>
          </p:cNvSpPr>
          <p:nvPr>
            <p:ph type="sldNum" idx="12"/>
          </p:nvPr>
        </p:nvSpPr>
        <p:spPr>
          <a:xfrm>
            <a:off x="0" y="6400800"/>
            <a:ext cx="2540000" cy="457200"/>
          </a:xfrm>
          <a:prstGeom prst="rect">
            <a:avLst/>
          </a:prstGeom>
          <a:noFill/>
          <a:ln>
            <a:noFill/>
          </a:ln>
        </p:spPr>
        <p:txBody>
          <a:bodyPr spcFirstLastPara="1" wrap="square" lIns="91425" tIns="45700" rIns="91425" bIns="45700" anchor="b" anchorCtr="0">
            <a:noAutofit/>
          </a:bodyPr>
          <a:lstStyle/>
          <a:p>
            <a:pPr marL="0" marR="0" lvl="0" indent="0" algn="l" rtl="0">
              <a:spcBef>
                <a:spcPts val="0"/>
              </a:spcBef>
              <a:spcAft>
                <a:spcPts val="0"/>
              </a:spcAft>
              <a:buNone/>
            </a:pPr>
            <a:r>
              <a:rPr lang="en-US" sz="2000" b="1" i="0" u="none" strike="noStrike" cap="none">
                <a:solidFill>
                  <a:srgbClr val="000000"/>
                </a:solidFill>
                <a:latin typeface="Arial"/>
                <a:ea typeface="Arial"/>
                <a:cs typeface="Arial"/>
                <a:sym typeface="Arial"/>
              </a:rPr>
              <a:t>2.</a:t>
            </a:r>
            <a:fld id="{00000000-1234-1234-1234-123412341234}" type="slidenum">
              <a:rPr lang="en-US" sz="2000" b="1" i="0" u="none" strike="noStrike" cap="none">
                <a:solidFill>
                  <a:srgbClr val="000000"/>
                </a:solidFill>
                <a:latin typeface="Arial"/>
                <a:ea typeface="Arial"/>
                <a:cs typeface="Arial"/>
                <a:sym typeface="Arial"/>
              </a:rPr>
              <a:t>35</a:t>
            </a:fld>
            <a:endParaRPr sz="2000" b="1" i="0" u="none" strike="noStrike" cap="none">
              <a:solidFill>
                <a:srgbClr val="000000"/>
              </a:solidFill>
              <a:latin typeface="Arial"/>
              <a:ea typeface="Arial"/>
              <a:cs typeface="Arial"/>
              <a:sym typeface="Arial"/>
            </a:endParaRPr>
          </a:p>
        </p:txBody>
      </p:sp>
      <p:cxnSp>
        <p:nvCxnSpPr>
          <p:cNvPr id="783" name="Google Shape;783;p35"/>
          <p:cNvCxnSpPr/>
          <p:nvPr/>
        </p:nvCxnSpPr>
        <p:spPr>
          <a:xfrm>
            <a:off x="1676400" y="76200"/>
            <a:ext cx="8763000" cy="0"/>
          </a:xfrm>
          <a:prstGeom prst="straightConnector1">
            <a:avLst/>
          </a:prstGeom>
          <a:noFill/>
          <a:ln w="76200" cap="flat" cmpd="sng">
            <a:solidFill>
              <a:schemeClr val="hlink"/>
            </a:solidFill>
            <a:prstDash val="solid"/>
            <a:round/>
            <a:headEnd type="none" w="med" len="med"/>
            <a:tailEnd type="none" w="med" len="med"/>
          </a:ln>
        </p:spPr>
      </p:cxnSp>
      <p:cxnSp>
        <p:nvCxnSpPr>
          <p:cNvPr id="784" name="Google Shape;784;p35"/>
          <p:cNvCxnSpPr/>
          <p:nvPr/>
        </p:nvCxnSpPr>
        <p:spPr>
          <a:xfrm>
            <a:off x="1676400" y="914400"/>
            <a:ext cx="8763000" cy="0"/>
          </a:xfrm>
          <a:prstGeom prst="straightConnector1">
            <a:avLst/>
          </a:prstGeom>
          <a:noFill/>
          <a:ln w="19050" cap="flat" cmpd="sng">
            <a:solidFill>
              <a:schemeClr val="hlink"/>
            </a:solidFill>
            <a:prstDash val="solid"/>
            <a:round/>
            <a:headEnd type="none" w="med" len="med"/>
            <a:tailEnd type="none" w="med" len="med"/>
          </a:ln>
        </p:spPr>
      </p:cxnSp>
      <p:sp>
        <p:nvSpPr>
          <p:cNvPr id="785" name="Google Shape;785;p35"/>
          <p:cNvSpPr txBox="1"/>
          <p:nvPr/>
        </p:nvSpPr>
        <p:spPr>
          <a:xfrm>
            <a:off x="1828800" y="304800"/>
            <a:ext cx="3784600" cy="4572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1" i="0" u="none" strike="noStrike" cap="none">
                <a:solidFill>
                  <a:srgbClr val="3333CC"/>
                </a:solidFill>
                <a:latin typeface="Times New Roman"/>
                <a:ea typeface="Times New Roman"/>
                <a:cs typeface="Times New Roman"/>
                <a:sym typeface="Times New Roman"/>
              </a:rPr>
              <a:t>Figure 2.15  </a:t>
            </a:r>
            <a:r>
              <a:rPr lang="en-US" sz="2000" b="1" i="1" u="none" strike="noStrike" cap="none">
                <a:solidFill>
                  <a:srgbClr val="000000"/>
                </a:solidFill>
                <a:latin typeface="Times New Roman"/>
                <a:ea typeface="Times New Roman"/>
                <a:cs typeface="Times New Roman"/>
                <a:sym typeface="Times New Roman"/>
              </a:rPr>
              <a:t>Summary of layers</a:t>
            </a:r>
            <a:endParaRPr/>
          </a:p>
        </p:txBody>
      </p:sp>
      <p:cxnSp>
        <p:nvCxnSpPr>
          <p:cNvPr id="786" name="Google Shape;786;p35"/>
          <p:cNvCxnSpPr/>
          <p:nvPr/>
        </p:nvCxnSpPr>
        <p:spPr>
          <a:xfrm>
            <a:off x="1676400" y="6248400"/>
            <a:ext cx="8763000" cy="0"/>
          </a:xfrm>
          <a:prstGeom prst="straightConnector1">
            <a:avLst/>
          </a:prstGeom>
          <a:noFill/>
          <a:ln w="76200" cap="flat" cmpd="sng">
            <a:solidFill>
              <a:schemeClr val="hlink"/>
            </a:solidFill>
            <a:prstDash val="solid"/>
            <a:round/>
            <a:headEnd type="none" w="med" len="med"/>
            <a:tailEnd type="none" w="med" len="med"/>
          </a:ln>
        </p:spPr>
      </p:cxnSp>
      <p:pic>
        <p:nvPicPr>
          <p:cNvPr id="787" name="Google Shape;787;p35"/>
          <p:cNvPicPr preferRelativeResize="0"/>
          <p:nvPr/>
        </p:nvPicPr>
        <p:blipFill rotWithShape="1">
          <a:blip r:embed="rId3">
            <a:alphaModFix/>
          </a:blip>
          <a:srcRect/>
          <a:stretch/>
        </p:blipFill>
        <p:spPr>
          <a:xfrm>
            <a:off x="1868488" y="1644650"/>
            <a:ext cx="8189912" cy="3765550"/>
          </a:xfrm>
          <a:prstGeom prst="rect">
            <a:avLst/>
          </a:prstGeom>
          <a:noFill/>
          <a:ln>
            <a:noFill/>
          </a:ln>
        </p:spPr>
      </p:pic>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792"/>
        <p:cNvGrpSpPr/>
        <p:nvPr/>
      </p:nvGrpSpPr>
      <p:grpSpPr>
        <a:xfrm>
          <a:off x="0" y="0"/>
          <a:ext cx="0" cy="0"/>
          <a:chOff x="0" y="0"/>
          <a:chExt cx="0" cy="0"/>
        </a:xfrm>
      </p:grpSpPr>
      <p:sp>
        <p:nvSpPr>
          <p:cNvPr id="793" name="Google Shape;793;p36"/>
          <p:cNvSpPr txBox="1">
            <a:spLocks noGrp="1"/>
          </p:cNvSpPr>
          <p:nvPr>
            <p:ph type="sldNum" idx="12"/>
          </p:nvPr>
        </p:nvSpPr>
        <p:spPr>
          <a:xfrm>
            <a:off x="0" y="6400800"/>
            <a:ext cx="2540000" cy="457200"/>
          </a:xfrm>
          <a:prstGeom prst="rect">
            <a:avLst/>
          </a:prstGeom>
          <a:noFill/>
          <a:ln>
            <a:noFill/>
          </a:ln>
        </p:spPr>
        <p:txBody>
          <a:bodyPr spcFirstLastPara="1" wrap="square" lIns="91425" tIns="45700" rIns="91425" bIns="45700" anchor="b" anchorCtr="0">
            <a:noAutofit/>
          </a:bodyPr>
          <a:lstStyle/>
          <a:p>
            <a:pPr marL="0" marR="0" lvl="0" indent="0" algn="l" rtl="0">
              <a:spcBef>
                <a:spcPts val="0"/>
              </a:spcBef>
              <a:spcAft>
                <a:spcPts val="0"/>
              </a:spcAft>
              <a:buNone/>
            </a:pPr>
            <a:r>
              <a:rPr lang="en-US" sz="2000" b="1" i="0" u="none" strike="noStrike" cap="none">
                <a:solidFill>
                  <a:srgbClr val="000000"/>
                </a:solidFill>
                <a:latin typeface="Arial"/>
                <a:ea typeface="Arial"/>
                <a:cs typeface="Arial"/>
                <a:sym typeface="Arial"/>
              </a:rPr>
              <a:t>2.</a:t>
            </a:r>
            <a:fld id="{00000000-1234-1234-1234-123412341234}" type="slidenum">
              <a:rPr lang="en-US" sz="2000" b="1" i="0" u="none" strike="noStrike" cap="none">
                <a:solidFill>
                  <a:srgbClr val="000000"/>
                </a:solidFill>
                <a:latin typeface="Arial"/>
                <a:ea typeface="Arial"/>
                <a:cs typeface="Arial"/>
                <a:sym typeface="Arial"/>
              </a:rPr>
              <a:t>36</a:t>
            </a:fld>
            <a:endParaRPr sz="2000" b="1" i="0" u="none" strike="noStrike" cap="none">
              <a:solidFill>
                <a:srgbClr val="000000"/>
              </a:solidFill>
              <a:latin typeface="Arial"/>
              <a:ea typeface="Arial"/>
              <a:cs typeface="Arial"/>
              <a:sym typeface="Arial"/>
            </a:endParaRPr>
          </a:p>
        </p:txBody>
      </p:sp>
      <p:sp>
        <p:nvSpPr>
          <p:cNvPr id="794" name="Google Shape;794;p36"/>
          <p:cNvSpPr/>
          <p:nvPr/>
        </p:nvSpPr>
        <p:spPr>
          <a:xfrm>
            <a:off x="1512886" y="485192"/>
            <a:ext cx="9144000" cy="838200"/>
          </a:xfrm>
          <a:prstGeom prst="rect">
            <a:avLst/>
          </a:prstGeom>
          <a:solidFill>
            <a:srgbClr val="33CCFF"/>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3200" b="1" i="0" u="none" strike="noStrike" cap="none">
              <a:solidFill>
                <a:srgbClr val="000000"/>
              </a:solidFill>
              <a:latin typeface="Times New Roman"/>
              <a:ea typeface="Times New Roman"/>
              <a:cs typeface="Times New Roman"/>
              <a:sym typeface="Times New Roman"/>
            </a:endParaRPr>
          </a:p>
        </p:txBody>
      </p:sp>
      <p:sp>
        <p:nvSpPr>
          <p:cNvPr id="795" name="Google Shape;795;p36"/>
          <p:cNvSpPr txBox="1"/>
          <p:nvPr/>
        </p:nvSpPr>
        <p:spPr>
          <a:xfrm>
            <a:off x="1741487" y="561392"/>
            <a:ext cx="6111875" cy="579438"/>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200" b="1" i="0" u="none" strike="noStrike" cap="none">
                <a:solidFill>
                  <a:srgbClr val="000000"/>
                </a:solidFill>
                <a:latin typeface="Times"/>
                <a:ea typeface="Times"/>
                <a:cs typeface="Times"/>
                <a:sym typeface="Times"/>
              </a:rPr>
              <a:t>2-4   TCP/IP PROTOCOL SUITE</a:t>
            </a:r>
            <a:endParaRPr/>
          </a:p>
        </p:txBody>
      </p:sp>
      <p:sp>
        <p:nvSpPr>
          <p:cNvPr id="796" name="Google Shape;796;p36"/>
          <p:cNvSpPr txBox="1"/>
          <p:nvPr/>
        </p:nvSpPr>
        <p:spPr>
          <a:xfrm>
            <a:off x="9753600" y="6400801"/>
            <a:ext cx="184150" cy="36671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endParaRPr sz="1800" b="1" i="0" u="none" strike="noStrike" cap="none">
              <a:solidFill>
                <a:srgbClr val="000000"/>
              </a:solidFill>
              <a:latin typeface="Times New Roman"/>
              <a:ea typeface="Times New Roman"/>
              <a:cs typeface="Times New Roman"/>
              <a:sym typeface="Times New Roman"/>
            </a:endParaRPr>
          </a:p>
        </p:txBody>
      </p:sp>
      <p:sp>
        <p:nvSpPr>
          <p:cNvPr id="797" name="Google Shape;797;p36"/>
          <p:cNvSpPr/>
          <p:nvPr/>
        </p:nvSpPr>
        <p:spPr>
          <a:xfrm>
            <a:off x="1589085" y="1475792"/>
            <a:ext cx="9215763" cy="3081338"/>
          </a:xfrm>
          <a:prstGeom prst="rect">
            <a:avLst/>
          </a:prstGeom>
          <a:noFill/>
          <a:ln>
            <a:noFill/>
          </a:ln>
        </p:spPr>
        <p:txBody>
          <a:bodyPr spcFirstLastPara="1" wrap="square" lIns="91425" tIns="45700" rIns="91425" bIns="45700" anchor="ctr" anchorCtr="0">
            <a:spAutoFit/>
          </a:bodyPr>
          <a:lstStyle/>
          <a:p>
            <a:pPr marL="0" marR="0" lvl="0" indent="0" algn="just" rtl="0">
              <a:spcBef>
                <a:spcPts val="0"/>
              </a:spcBef>
              <a:spcAft>
                <a:spcPts val="0"/>
              </a:spcAft>
              <a:buNone/>
            </a:pPr>
            <a:r>
              <a:rPr lang="en-US" sz="2800" b="1" i="1" u="none" strike="noStrike" cap="none">
                <a:solidFill>
                  <a:srgbClr val="000000"/>
                </a:solidFill>
                <a:latin typeface="Times New Roman"/>
                <a:ea typeface="Times New Roman"/>
                <a:cs typeface="Times New Roman"/>
                <a:sym typeface="Times New Roman"/>
              </a:rPr>
              <a:t>The layers in the </a:t>
            </a:r>
            <a:r>
              <a:rPr lang="en-US" sz="2800" b="1" i="1" u="none" strike="noStrike" cap="none">
                <a:solidFill>
                  <a:srgbClr val="FF0000"/>
                </a:solidFill>
                <a:latin typeface="Times New Roman"/>
                <a:ea typeface="Times New Roman"/>
                <a:cs typeface="Times New Roman"/>
                <a:sym typeface="Times New Roman"/>
              </a:rPr>
              <a:t>TCP/IP protocol suite</a:t>
            </a:r>
            <a:r>
              <a:rPr lang="en-US" sz="2800" b="1" i="1" u="none" strike="noStrike" cap="none">
                <a:solidFill>
                  <a:srgbClr val="000000"/>
                </a:solidFill>
                <a:latin typeface="Times New Roman"/>
                <a:ea typeface="Times New Roman"/>
                <a:cs typeface="Times New Roman"/>
                <a:sym typeface="Times New Roman"/>
              </a:rPr>
              <a:t> do not exactly match those in the OSI model. The original TCP/IP protocol suite was defined as having four layers: </a:t>
            </a:r>
            <a:r>
              <a:rPr lang="en-US" sz="2800" b="1" i="1" u="none" strike="noStrike" cap="none">
                <a:solidFill>
                  <a:srgbClr val="3333CC"/>
                </a:solidFill>
                <a:latin typeface="Times New Roman"/>
                <a:ea typeface="Times New Roman"/>
                <a:cs typeface="Times New Roman"/>
                <a:sym typeface="Times New Roman"/>
              </a:rPr>
              <a:t>host-to-network</a:t>
            </a:r>
            <a:r>
              <a:rPr lang="en-US" sz="2800" b="1" i="1" u="none" strike="noStrike" cap="none">
                <a:solidFill>
                  <a:srgbClr val="000000"/>
                </a:solidFill>
                <a:latin typeface="Times New Roman"/>
                <a:ea typeface="Times New Roman"/>
                <a:cs typeface="Times New Roman"/>
                <a:sym typeface="Times New Roman"/>
              </a:rPr>
              <a:t>, </a:t>
            </a:r>
            <a:r>
              <a:rPr lang="en-US" sz="2800" b="1" i="1" u="none" strike="noStrike" cap="none">
                <a:solidFill>
                  <a:srgbClr val="3333CC"/>
                </a:solidFill>
                <a:latin typeface="Times New Roman"/>
                <a:ea typeface="Times New Roman"/>
                <a:cs typeface="Times New Roman"/>
                <a:sym typeface="Times New Roman"/>
              </a:rPr>
              <a:t>internet</a:t>
            </a:r>
            <a:r>
              <a:rPr lang="en-US" sz="2800" b="1" i="1" u="none" strike="noStrike" cap="none">
                <a:solidFill>
                  <a:srgbClr val="000000"/>
                </a:solidFill>
                <a:latin typeface="Times New Roman"/>
                <a:ea typeface="Times New Roman"/>
                <a:cs typeface="Times New Roman"/>
                <a:sym typeface="Times New Roman"/>
              </a:rPr>
              <a:t>, </a:t>
            </a:r>
            <a:r>
              <a:rPr lang="en-US" sz="2800" b="1" i="1" u="none" strike="noStrike" cap="none">
                <a:solidFill>
                  <a:srgbClr val="3333CC"/>
                </a:solidFill>
                <a:latin typeface="Times New Roman"/>
                <a:ea typeface="Times New Roman"/>
                <a:cs typeface="Times New Roman"/>
                <a:sym typeface="Times New Roman"/>
              </a:rPr>
              <a:t>transport</a:t>
            </a:r>
            <a:r>
              <a:rPr lang="en-US" sz="2800" b="1" i="1" u="none" strike="noStrike" cap="none">
                <a:solidFill>
                  <a:srgbClr val="000000"/>
                </a:solidFill>
                <a:latin typeface="Times New Roman"/>
                <a:ea typeface="Times New Roman"/>
                <a:cs typeface="Times New Roman"/>
                <a:sym typeface="Times New Roman"/>
              </a:rPr>
              <a:t>, and </a:t>
            </a:r>
            <a:r>
              <a:rPr lang="en-US" sz="2800" b="1" i="1" u="none" strike="noStrike" cap="none">
                <a:solidFill>
                  <a:srgbClr val="3333CC"/>
                </a:solidFill>
                <a:latin typeface="Times New Roman"/>
                <a:ea typeface="Times New Roman"/>
                <a:cs typeface="Times New Roman"/>
                <a:sym typeface="Times New Roman"/>
              </a:rPr>
              <a:t>application</a:t>
            </a:r>
            <a:r>
              <a:rPr lang="en-US" sz="2800" b="1" i="1" u="none" strike="noStrike" cap="none">
                <a:solidFill>
                  <a:srgbClr val="000000"/>
                </a:solidFill>
                <a:latin typeface="Times New Roman"/>
                <a:ea typeface="Times New Roman"/>
                <a:cs typeface="Times New Roman"/>
                <a:sym typeface="Times New Roman"/>
              </a:rPr>
              <a:t>. However, when TCP/IP is compared to OSI, we can say that the TCP/IP protocol suite is made of five layers: </a:t>
            </a:r>
            <a:r>
              <a:rPr lang="en-US" sz="2800" b="1" i="1" u="none" strike="noStrike" cap="none">
                <a:solidFill>
                  <a:srgbClr val="3333CC"/>
                </a:solidFill>
                <a:latin typeface="Times New Roman"/>
                <a:ea typeface="Times New Roman"/>
                <a:cs typeface="Times New Roman"/>
                <a:sym typeface="Times New Roman"/>
              </a:rPr>
              <a:t>physical</a:t>
            </a:r>
            <a:r>
              <a:rPr lang="en-US" sz="2800" b="1" i="1" u="none" strike="noStrike" cap="none">
                <a:solidFill>
                  <a:srgbClr val="000000"/>
                </a:solidFill>
                <a:latin typeface="Times New Roman"/>
                <a:ea typeface="Times New Roman"/>
                <a:cs typeface="Times New Roman"/>
                <a:sym typeface="Times New Roman"/>
              </a:rPr>
              <a:t>, </a:t>
            </a:r>
            <a:r>
              <a:rPr lang="en-US" sz="2800" b="1" i="1" u="none" strike="noStrike" cap="none">
                <a:solidFill>
                  <a:srgbClr val="3333CC"/>
                </a:solidFill>
                <a:latin typeface="Times New Roman"/>
                <a:ea typeface="Times New Roman"/>
                <a:cs typeface="Times New Roman"/>
                <a:sym typeface="Times New Roman"/>
              </a:rPr>
              <a:t>data link</a:t>
            </a:r>
            <a:r>
              <a:rPr lang="en-US" sz="2800" b="1" i="1" u="none" strike="noStrike" cap="none">
                <a:solidFill>
                  <a:srgbClr val="000000"/>
                </a:solidFill>
                <a:latin typeface="Times New Roman"/>
                <a:ea typeface="Times New Roman"/>
                <a:cs typeface="Times New Roman"/>
                <a:sym typeface="Times New Roman"/>
              </a:rPr>
              <a:t>, </a:t>
            </a:r>
            <a:r>
              <a:rPr lang="en-US" sz="2800" b="1" i="1" u="none" strike="noStrike" cap="none">
                <a:solidFill>
                  <a:srgbClr val="3333CC"/>
                </a:solidFill>
                <a:latin typeface="Times New Roman"/>
                <a:ea typeface="Times New Roman"/>
                <a:cs typeface="Times New Roman"/>
                <a:sym typeface="Times New Roman"/>
              </a:rPr>
              <a:t>network</a:t>
            </a:r>
            <a:r>
              <a:rPr lang="en-US" sz="2800" b="1" i="1" u="none" strike="noStrike" cap="none">
                <a:solidFill>
                  <a:srgbClr val="000000"/>
                </a:solidFill>
                <a:latin typeface="Times New Roman"/>
                <a:ea typeface="Times New Roman"/>
                <a:cs typeface="Times New Roman"/>
                <a:sym typeface="Times New Roman"/>
              </a:rPr>
              <a:t>, </a:t>
            </a:r>
            <a:r>
              <a:rPr lang="en-US" sz="2800" b="1" i="1" u="none" strike="noStrike" cap="none">
                <a:solidFill>
                  <a:srgbClr val="3333CC"/>
                </a:solidFill>
                <a:latin typeface="Times New Roman"/>
                <a:ea typeface="Times New Roman"/>
                <a:cs typeface="Times New Roman"/>
                <a:sym typeface="Times New Roman"/>
              </a:rPr>
              <a:t>transport</a:t>
            </a:r>
            <a:r>
              <a:rPr lang="en-US" sz="2800" b="1" i="1" u="none" strike="noStrike" cap="none">
                <a:solidFill>
                  <a:srgbClr val="000000"/>
                </a:solidFill>
                <a:latin typeface="Times New Roman"/>
                <a:ea typeface="Times New Roman"/>
                <a:cs typeface="Times New Roman"/>
                <a:sym typeface="Times New Roman"/>
              </a:rPr>
              <a:t>, and </a:t>
            </a:r>
            <a:r>
              <a:rPr lang="en-US" sz="2800" b="1" i="1" u="none" strike="noStrike" cap="none">
                <a:solidFill>
                  <a:srgbClr val="3333CC"/>
                </a:solidFill>
                <a:latin typeface="Times New Roman"/>
                <a:ea typeface="Times New Roman"/>
                <a:cs typeface="Times New Roman"/>
                <a:sym typeface="Times New Roman"/>
              </a:rPr>
              <a:t>application</a:t>
            </a:r>
            <a:r>
              <a:rPr lang="en-US" sz="2800" b="1" i="1" u="none" strike="noStrike" cap="none">
                <a:solidFill>
                  <a:srgbClr val="000000"/>
                </a:solidFill>
                <a:latin typeface="Times New Roman"/>
                <a:ea typeface="Times New Roman"/>
                <a:cs typeface="Times New Roman"/>
                <a:sym typeface="Times New Roman"/>
              </a:rPr>
              <a:t>.</a:t>
            </a:r>
            <a:endParaRPr/>
          </a:p>
        </p:txBody>
      </p:sp>
      <p:sp>
        <p:nvSpPr>
          <p:cNvPr id="798" name="Google Shape;798;p36"/>
          <p:cNvSpPr/>
          <p:nvPr/>
        </p:nvSpPr>
        <p:spPr>
          <a:xfrm>
            <a:off x="1589086" y="5197854"/>
            <a:ext cx="5715000" cy="156966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1" i="0" u="none" strike="noStrike" cap="none">
                <a:solidFill>
                  <a:srgbClr val="0033CC"/>
                </a:solidFill>
                <a:latin typeface="Times New Roman"/>
                <a:ea typeface="Times New Roman"/>
                <a:cs typeface="Times New Roman"/>
                <a:sym typeface="Times New Roman"/>
              </a:rPr>
              <a:t>Physical and Data Link Layers</a:t>
            </a:r>
            <a:br>
              <a:rPr lang="en-US" sz="2400" b="1" i="0" u="none" strike="noStrike" cap="none">
                <a:solidFill>
                  <a:srgbClr val="0033CC"/>
                </a:solidFill>
                <a:latin typeface="Times New Roman"/>
                <a:ea typeface="Times New Roman"/>
                <a:cs typeface="Times New Roman"/>
                <a:sym typeface="Times New Roman"/>
              </a:rPr>
            </a:br>
            <a:r>
              <a:rPr lang="en-US" sz="2400" b="1" i="0" u="none" strike="noStrike" cap="none">
                <a:solidFill>
                  <a:srgbClr val="0033CC"/>
                </a:solidFill>
                <a:latin typeface="Times New Roman"/>
                <a:ea typeface="Times New Roman"/>
                <a:cs typeface="Times New Roman"/>
                <a:sym typeface="Times New Roman"/>
              </a:rPr>
              <a:t>Network Layer</a:t>
            </a:r>
            <a:br>
              <a:rPr lang="en-US" sz="2400" b="1" i="0" u="none" strike="noStrike" cap="none">
                <a:solidFill>
                  <a:srgbClr val="0033CC"/>
                </a:solidFill>
                <a:latin typeface="Times New Roman"/>
                <a:ea typeface="Times New Roman"/>
                <a:cs typeface="Times New Roman"/>
                <a:sym typeface="Times New Roman"/>
              </a:rPr>
            </a:br>
            <a:r>
              <a:rPr lang="en-US" sz="2400" b="1" i="0" u="none" strike="noStrike" cap="none">
                <a:solidFill>
                  <a:srgbClr val="0033CC"/>
                </a:solidFill>
                <a:latin typeface="Times New Roman"/>
                <a:ea typeface="Times New Roman"/>
                <a:cs typeface="Times New Roman"/>
                <a:sym typeface="Times New Roman"/>
              </a:rPr>
              <a:t>Transport Layer</a:t>
            </a:r>
            <a:endParaRPr/>
          </a:p>
          <a:p>
            <a:pPr marL="0" marR="0" lvl="0" indent="0" algn="l" rtl="0">
              <a:spcBef>
                <a:spcPts val="0"/>
              </a:spcBef>
              <a:spcAft>
                <a:spcPts val="0"/>
              </a:spcAft>
              <a:buNone/>
            </a:pPr>
            <a:r>
              <a:rPr lang="en-US" sz="2400" b="1" i="0" u="none" strike="noStrike" cap="none">
                <a:solidFill>
                  <a:srgbClr val="0033CC"/>
                </a:solidFill>
                <a:latin typeface="Times New Roman"/>
                <a:ea typeface="Times New Roman"/>
                <a:cs typeface="Times New Roman"/>
                <a:sym typeface="Times New Roman"/>
              </a:rPr>
              <a:t>Application Layer</a:t>
            </a:r>
            <a:endParaRPr/>
          </a:p>
        </p:txBody>
      </p:sp>
      <p:sp>
        <p:nvSpPr>
          <p:cNvPr id="799" name="Google Shape;799;p36"/>
          <p:cNvSpPr txBox="1"/>
          <p:nvPr/>
        </p:nvSpPr>
        <p:spPr>
          <a:xfrm>
            <a:off x="1600200" y="4721605"/>
            <a:ext cx="4867275" cy="519113"/>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800" b="1" i="1" u="sng" strike="noStrike" cap="none">
                <a:solidFill>
                  <a:srgbClr val="FF0000"/>
                </a:solidFill>
                <a:latin typeface="Times New Roman"/>
                <a:ea typeface="Times New Roman"/>
                <a:cs typeface="Times New Roman"/>
                <a:sym typeface="Times New Roman"/>
              </a:rPr>
              <a:t>Topics discussed in this section:</a:t>
            </a:r>
            <a:endParaRPr/>
          </a:p>
        </p:txBody>
      </p:sp>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804"/>
        <p:cNvGrpSpPr/>
        <p:nvPr/>
      </p:nvGrpSpPr>
      <p:grpSpPr>
        <a:xfrm>
          <a:off x="0" y="0"/>
          <a:ext cx="0" cy="0"/>
          <a:chOff x="0" y="0"/>
          <a:chExt cx="0" cy="0"/>
        </a:xfrm>
      </p:grpSpPr>
      <p:sp>
        <p:nvSpPr>
          <p:cNvPr id="805" name="Google Shape;805;p37"/>
          <p:cNvSpPr txBox="1">
            <a:spLocks noGrp="1"/>
          </p:cNvSpPr>
          <p:nvPr>
            <p:ph type="sldNum" idx="12"/>
          </p:nvPr>
        </p:nvSpPr>
        <p:spPr>
          <a:xfrm>
            <a:off x="0" y="6400800"/>
            <a:ext cx="2540000" cy="457200"/>
          </a:xfrm>
          <a:prstGeom prst="rect">
            <a:avLst/>
          </a:prstGeom>
          <a:noFill/>
          <a:ln>
            <a:noFill/>
          </a:ln>
        </p:spPr>
        <p:txBody>
          <a:bodyPr spcFirstLastPara="1" wrap="square" lIns="91425" tIns="45700" rIns="91425" bIns="45700" anchor="b" anchorCtr="0">
            <a:noAutofit/>
          </a:bodyPr>
          <a:lstStyle/>
          <a:p>
            <a:pPr marL="0" marR="0" lvl="0" indent="0" algn="l" rtl="0">
              <a:spcBef>
                <a:spcPts val="0"/>
              </a:spcBef>
              <a:spcAft>
                <a:spcPts val="0"/>
              </a:spcAft>
              <a:buNone/>
            </a:pPr>
            <a:r>
              <a:rPr lang="en-US" sz="2000" b="1" i="0" u="none" strike="noStrike" cap="none">
                <a:solidFill>
                  <a:srgbClr val="000000"/>
                </a:solidFill>
                <a:latin typeface="Arial"/>
                <a:ea typeface="Arial"/>
                <a:cs typeface="Arial"/>
                <a:sym typeface="Arial"/>
              </a:rPr>
              <a:t>2.</a:t>
            </a:r>
            <a:fld id="{00000000-1234-1234-1234-123412341234}" type="slidenum">
              <a:rPr lang="en-US" sz="2000" b="1" i="0" u="none" strike="noStrike" cap="none">
                <a:solidFill>
                  <a:srgbClr val="000000"/>
                </a:solidFill>
                <a:latin typeface="Arial"/>
                <a:ea typeface="Arial"/>
                <a:cs typeface="Arial"/>
                <a:sym typeface="Arial"/>
              </a:rPr>
              <a:t>37</a:t>
            </a:fld>
            <a:endParaRPr sz="2000" b="1" i="0" u="none" strike="noStrike" cap="none">
              <a:solidFill>
                <a:srgbClr val="000000"/>
              </a:solidFill>
              <a:latin typeface="Arial"/>
              <a:ea typeface="Arial"/>
              <a:cs typeface="Arial"/>
              <a:sym typeface="Arial"/>
            </a:endParaRPr>
          </a:p>
        </p:txBody>
      </p:sp>
      <p:cxnSp>
        <p:nvCxnSpPr>
          <p:cNvPr id="806" name="Google Shape;806;p37"/>
          <p:cNvCxnSpPr/>
          <p:nvPr/>
        </p:nvCxnSpPr>
        <p:spPr>
          <a:xfrm>
            <a:off x="1676400" y="152400"/>
            <a:ext cx="8763000" cy="0"/>
          </a:xfrm>
          <a:prstGeom prst="straightConnector1">
            <a:avLst/>
          </a:prstGeom>
          <a:noFill/>
          <a:ln w="76200" cap="flat" cmpd="sng">
            <a:solidFill>
              <a:schemeClr val="hlink"/>
            </a:solidFill>
            <a:prstDash val="solid"/>
            <a:round/>
            <a:headEnd type="none" w="med" len="med"/>
            <a:tailEnd type="none" w="med" len="med"/>
          </a:ln>
        </p:spPr>
      </p:cxnSp>
      <p:cxnSp>
        <p:nvCxnSpPr>
          <p:cNvPr id="807" name="Google Shape;807;p37"/>
          <p:cNvCxnSpPr/>
          <p:nvPr/>
        </p:nvCxnSpPr>
        <p:spPr>
          <a:xfrm>
            <a:off x="1676400" y="990600"/>
            <a:ext cx="8763000" cy="0"/>
          </a:xfrm>
          <a:prstGeom prst="straightConnector1">
            <a:avLst/>
          </a:prstGeom>
          <a:noFill/>
          <a:ln w="19050" cap="flat" cmpd="sng">
            <a:solidFill>
              <a:schemeClr val="hlink"/>
            </a:solidFill>
            <a:prstDash val="solid"/>
            <a:round/>
            <a:headEnd type="none" w="med" len="med"/>
            <a:tailEnd type="none" w="med" len="med"/>
          </a:ln>
        </p:spPr>
      </p:cxnSp>
      <p:sp>
        <p:nvSpPr>
          <p:cNvPr id="808" name="Google Shape;808;p37"/>
          <p:cNvSpPr txBox="1"/>
          <p:nvPr/>
        </p:nvSpPr>
        <p:spPr>
          <a:xfrm>
            <a:off x="1828801" y="381000"/>
            <a:ext cx="4257675" cy="4572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1" i="0" u="none" strike="noStrike" cap="none">
                <a:solidFill>
                  <a:srgbClr val="3333CC"/>
                </a:solidFill>
                <a:latin typeface="Times New Roman"/>
                <a:ea typeface="Times New Roman"/>
                <a:cs typeface="Times New Roman"/>
                <a:sym typeface="Times New Roman"/>
              </a:rPr>
              <a:t>Figure 2.16  </a:t>
            </a:r>
            <a:r>
              <a:rPr lang="en-US" sz="2000" b="1" i="1" u="none" strike="noStrike" cap="none">
                <a:solidFill>
                  <a:srgbClr val="000000"/>
                </a:solidFill>
                <a:latin typeface="Times New Roman"/>
                <a:ea typeface="Times New Roman"/>
                <a:cs typeface="Times New Roman"/>
                <a:sym typeface="Times New Roman"/>
              </a:rPr>
              <a:t>TCP/IP and OSI model</a:t>
            </a:r>
            <a:endParaRPr/>
          </a:p>
        </p:txBody>
      </p:sp>
      <p:cxnSp>
        <p:nvCxnSpPr>
          <p:cNvPr id="809" name="Google Shape;809;p37"/>
          <p:cNvCxnSpPr/>
          <p:nvPr/>
        </p:nvCxnSpPr>
        <p:spPr>
          <a:xfrm>
            <a:off x="1676400" y="6324600"/>
            <a:ext cx="8763000" cy="0"/>
          </a:xfrm>
          <a:prstGeom prst="straightConnector1">
            <a:avLst/>
          </a:prstGeom>
          <a:noFill/>
          <a:ln w="76200" cap="flat" cmpd="sng">
            <a:solidFill>
              <a:schemeClr val="hlink"/>
            </a:solidFill>
            <a:prstDash val="solid"/>
            <a:round/>
            <a:headEnd type="none" w="med" len="med"/>
            <a:tailEnd type="none" w="med" len="med"/>
          </a:ln>
        </p:spPr>
      </p:cxnSp>
      <p:pic>
        <p:nvPicPr>
          <p:cNvPr id="810" name="Google Shape;810;p37"/>
          <p:cNvPicPr preferRelativeResize="0"/>
          <p:nvPr/>
        </p:nvPicPr>
        <p:blipFill rotWithShape="1">
          <a:blip r:embed="rId3">
            <a:alphaModFix/>
          </a:blip>
          <a:srcRect/>
          <a:stretch/>
        </p:blipFill>
        <p:spPr>
          <a:xfrm>
            <a:off x="2220914" y="1143001"/>
            <a:ext cx="7532687" cy="5002213"/>
          </a:xfrm>
          <a:prstGeom prst="rect">
            <a:avLst/>
          </a:prstGeom>
          <a:noFill/>
          <a:ln>
            <a:noFill/>
          </a:ln>
        </p:spPr>
      </p:pic>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815"/>
        <p:cNvGrpSpPr/>
        <p:nvPr/>
      </p:nvGrpSpPr>
      <p:grpSpPr>
        <a:xfrm>
          <a:off x="0" y="0"/>
          <a:ext cx="0" cy="0"/>
          <a:chOff x="0" y="0"/>
          <a:chExt cx="0" cy="0"/>
        </a:xfrm>
      </p:grpSpPr>
      <p:sp>
        <p:nvSpPr>
          <p:cNvPr id="816" name="Google Shape;816;p38"/>
          <p:cNvSpPr txBox="1">
            <a:spLocks noGrp="1"/>
          </p:cNvSpPr>
          <p:nvPr>
            <p:ph type="sldNum" idx="12"/>
          </p:nvPr>
        </p:nvSpPr>
        <p:spPr>
          <a:xfrm>
            <a:off x="0" y="6400800"/>
            <a:ext cx="2540000" cy="457200"/>
          </a:xfrm>
          <a:prstGeom prst="rect">
            <a:avLst/>
          </a:prstGeom>
          <a:noFill/>
          <a:ln>
            <a:noFill/>
          </a:ln>
        </p:spPr>
        <p:txBody>
          <a:bodyPr spcFirstLastPara="1" wrap="square" lIns="91425" tIns="45700" rIns="91425" bIns="45700" anchor="b" anchorCtr="0">
            <a:noAutofit/>
          </a:bodyPr>
          <a:lstStyle/>
          <a:p>
            <a:pPr marL="0" marR="0" lvl="0" indent="0" algn="l" rtl="0">
              <a:spcBef>
                <a:spcPts val="0"/>
              </a:spcBef>
              <a:spcAft>
                <a:spcPts val="0"/>
              </a:spcAft>
              <a:buNone/>
            </a:pPr>
            <a:r>
              <a:rPr lang="en-US" sz="2000" b="1" i="0" u="none" strike="noStrike" cap="none">
                <a:solidFill>
                  <a:srgbClr val="000000"/>
                </a:solidFill>
                <a:latin typeface="Arial"/>
                <a:ea typeface="Arial"/>
                <a:cs typeface="Arial"/>
                <a:sym typeface="Arial"/>
              </a:rPr>
              <a:t>2.</a:t>
            </a:r>
            <a:fld id="{00000000-1234-1234-1234-123412341234}" type="slidenum">
              <a:rPr lang="en-US" sz="2000" b="1" i="0" u="none" strike="noStrike" cap="none">
                <a:solidFill>
                  <a:srgbClr val="000000"/>
                </a:solidFill>
                <a:latin typeface="Arial"/>
                <a:ea typeface="Arial"/>
                <a:cs typeface="Arial"/>
                <a:sym typeface="Arial"/>
              </a:rPr>
              <a:t>38</a:t>
            </a:fld>
            <a:endParaRPr sz="2000" b="1" i="0" u="none" strike="noStrike" cap="none">
              <a:solidFill>
                <a:srgbClr val="000000"/>
              </a:solidFill>
              <a:latin typeface="Arial"/>
              <a:ea typeface="Arial"/>
              <a:cs typeface="Arial"/>
              <a:sym typeface="Arial"/>
            </a:endParaRPr>
          </a:p>
        </p:txBody>
      </p:sp>
      <p:sp>
        <p:nvSpPr>
          <p:cNvPr id="817" name="Google Shape;817;p38"/>
          <p:cNvSpPr/>
          <p:nvPr/>
        </p:nvSpPr>
        <p:spPr>
          <a:xfrm>
            <a:off x="1562100" y="676276"/>
            <a:ext cx="9144000" cy="838200"/>
          </a:xfrm>
          <a:prstGeom prst="rect">
            <a:avLst/>
          </a:prstGeom>
          <a:solidFill>
            <a:srgbClr val="33CCFF"/>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3200" b="1" i="0" u="none" strike="noStrike" cap="none">
              <a:solidFill>
                <a:srgbClr val="000000"/>
              </a:solidFill>
              <a:latin typeface="Times New Roman"/>
              <a:ea typeface="Times New Roman"/>
              <a:cs typeface="Times New Roman"/>
              <a:sym typeface="Times New Roman"/>
            </a:endParaRPr>
          </a:p>
        </p:txBody>
      </p:sp>
      <p:sp>
        <p:nvSpPr>
          <p:cNvPr id="818" name="Google Shape;818;p38"/>
          <p:cNvSpPr txBox="1"/>
          <p:nvPr/>
        </p:nvSpPr>
        <p:spPr>
          <a:xfrm>
            <a:off x="1790700" y="752476"/>
            <a:ext cx="3695700" cy="579438"/>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200" b="1" i="0" u="none" strike="noStrike" cap="none">
                <a:solidFill>
                  <a:srgbClr val="000000"/>
                </a:solidFill>
                <a:latin typeface="Times"/>
                <a:ea typeface="Times"/>
                <a:cs typeface="Times"/>
                <a:sym typeface="Times"/>
              </a:rPr>
              <a:t>2-5   ADDRESSING</a:t>
            </a:r>
            <a:endParaRPr/>
          </a:p>
        </p:txBody>
      </p:sp>
      <p:sp>
        <p:nvSpPr>
          <p:cNvPr id="819" name="Google Shape;819;p38"/>
          <p:cNvSpPr txBox="1"/>
          <p:nvPr/>
        </p:nvSpPr>
        <p:spPr>
          <a:xfrm>
            <a:off x="9753600" y="6400801"/>
            <a:ext cx="184150" cy="36671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endParaRPr sz="1800" b="1" i="0" u="none" strike="noStrike" cap="none">
              <a:solidFill>
                <a:srgbClr val="000000"/>
              </a:solidFill>
              <a:latin typeface="Times New Roman"/>
              <a:ea typeface="Times New Roman"/>
              <a:cs typeface="Times New Roman"/>
              <a:sym typeface="Times New Roman"/>
            </a:endParaRPr>
          </a:p>
        </p:txBody>
      </p:sp>
      <p:sp>
        <p:nvSpPr>
          <p:cNvPr id="820" name="Google Shape;820;p38"/>
          <p:cNvSpPr/>
          <p:nvPr/>
        </p:nvSpPr>
        <p:spPr>
          <a:xfrm>
            <a:off x="1638300" y="1743076"/>
            <a:ext cx="8915400" cy="946150"/>
          </a:xfrm>
          <a:prstGeom prst="rect">
            <a:avLst/>
          </a:prstGeom>
          <a:noFill/>
          <a:ln>
            <a:noFill/>
          </a:ln>
        </p:spPr>
        <p:txBody>
          <a:bodyPr spcFirstLastPara="1" wrap="square" lIns="91425" tIns="45700" rIns="91425" bIns="45700" anchor="ctr" anchorCtr="0">
            <a:spAutoFit/>
          </a:bodyPr>
          <a:lstStyle/>
          <a:p>
            <a:pPr marL="0" marR="0" lvl="0" indent="0" algn="just" rtl="0">
              <a:spcBef>
                <a:spcPts val="0"/>
              </a:spcBef>
              <a:spcAft>
                <a:spcPts val="0"/>
              </a:spcAft>
              <a:buNone/>
            </a:pPr>
            <a:r>
              <a:rPr lang="en-US" sz="2800" b="1" i="1" u="none" strike="noStrike" cap="none">
                <a:solidFill>
                  <a:srgbClr val="000000"/>
                </a:solidFill>
                <a:latin typeface="Times New Roman"/>
                <a:ea typeface="Times New Roman"/>
                <a:cs typeface="Times New Roman"/>
                <a:sym typeface="Times New Roman"/>
              </a:rPr>
              <a:t>Four levels of addresses are used in an internet employing the TCP/IP protocols: </a:t>
            </a:r>
            <a:r>
              <a:rPr lang="en-US" sz="2800" b="1" i="1" u="none" strike="noStrike" cap="none">
                <a:solidFill>
                  <a:srgbClr val="FF0000"/>
                </a:solidFill>
                <a:latin typeface="Times New Roman"/>
                <a:ea typeface="Times New Roman"/>
                <a:cs typeface="Times New Roman"/>
                <a:sym typeface="Times New Roman"/>
              </a:rPr>
              <a:t>physical</a:t>
            </a:r>
            <a:r>
              <a:rPr lang="en-US" sz="2800" b="1" i="1" u="none" strike="noStrike" cap="none">
                <a:solidFill>
                  <a:srgbClr val="000000"/>
                </a:solidFill>
                <a:latin typeface="Times New Roman"/>
                <a:ea typeface="Times New Roman"/>
                <a:cs typeface="Times New Roman"/>
                <a:sym typeface="Times New Roman"/>
              </a:rPr>
              <a:t>, </a:t>
            </a:r>
            <a:r>
              <a:rPr lang="en-US" sz="2800" b="1" i="1" u="none" strike="noStrike" cap="none">
                <a:solidFill>
                  <a:srgbClr val="FF0000"/>
                </a:solidFill>
                <a:latin typeface="Times New Roman"/>
                <a:ea typeface="Times New Roman"/>
                <a:cs typeface="Times New Roman"/>
                <a:sym typeface="Times New Roman"/>
              </a:rPr>
              <a:t>logical</a:t>
            </a:r>
            <a:r>
              <a:rPr lang="en-US" sz="2800" b="1" i="1" u="none" strike="noStrike" cap="none">
                <a:solidFill>
                  <a:srgbClr val="000000"/>
                </a:solidFill>
                <a:latin typeface="Times New Roman"/>
                <a:ea typeface="Times New Roman"/>
                <a:cs typeface="Times New Roman"/>
                <a:sym typeface="Times New Roman"/>
              </a:rPr>
              <a:t>, </a:t>
            </a:r>
            <a:r>
              <a:rPr lang="en-US" sz="2800" b="1" i="1" u="none" strike="noStrike" cap="none">
                <a:solidFill>
                  <a:srgbClr val="FF0000"/>
                </a:solidFill>
                <a:latin typeface="Times New Roman"/>
                <a:ea typeface="Times New Roman"/>
                <a:cs typeface="Times New Roman"/>
                <a:sym typeface="Times New Roman"/>
              </a:rPr>
              <a:t>port</a:t>
            </a:r>
            <a:r>
              <a:rPr lang="en-US" sz="2800" b="1" i="1" u="none" strike="noStrike" cap="none">
                <a:solidFill>
                  <a:srgbClr val="000000"/>
                </a:solidFill>
                <a:latin typeface="Times New Roman"/>
                <a:ea typeface="Times New Roman"/>
                <a:cs typeface="Times New Roman"/>
                <a:sym typeface="Times New Roman"/>
              </a:rPr>
              <a:t>, and </a:t>
            </a:r>
            <a:r>
              <a:rPr lang="en-US" sz="2800" b="1" i="1" u="none" strike="noStrike" cap="none">
                <a:solidFill>
                  <a:srgbClr val="FF0000"/>
                </a:solidFill>
                <a:latin typeface="Times New Roman"/>
                <a:ea typeface="Times New Roman"/>
                <a:cs typeface="Times New Roman"/>
                <a:sym typeface="Times New Roman"/>
              </a:rPr>
              <a:t>specific</a:t>
            </a:r>
            <a:r>
              <a:rPr lang="en-US" sz="2800" b="1" i="1" u="none" strike="noStrike" cap="none">
                <a:solidFill>
                  <a:srgbClr val="000000"/>
                </a:solidFill>
                <a:latin typeface="Times New Roman"/>
                <a:ea typeface="Times New Roman"/>
                <a:cs typeface="Times New Roman"/>
                <a:sym typeface="Times New Roman"/>
              </a:rPr>
              <a:t>.</a:t>
            </a:r>
            <a:endParaRPr/>
          </a:p>
        </p:txBody>
      </p:sp>
      <p:sp>
        <p:nvSpPr>
          <p:cNvPr id="821" name="Google Shape;821;p38"/>
          <p:cNvSpPr/>
          <p:nvPr/>
        </p:nvSpPr>
        <p:spPr>
          <a:xfrm>
            <a:off x="1799253" y="4168775"/>
            <a:ext cx="5715000" cy="156966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1" i="0" u="none" strike="noStrike" cap="none">
                <a:solidFill>
                  <a:srgbClr val="0033CC"/>
                </a:solidFill>
                <a:latin typeface="Times New Roman"/>
                <a:ea typeface="Times New Roman"/>
                <a:cs typeface="Times New Roman"/>
                <a:sym typeface="Times New Roman"/>
              </a:rPr>
              <a:t>Physical Addresses</a:t>
            </a:r>
            <a:br>
              <a:rPr lang="en-US" sz="2400" b="1" i="0" u="none" strike="noStrike" cap="none">
                <a:solidFill>
                  <a:srgbClr val="0033CC"/>
                </a:solidFill>
                <a:latin typeface="Times New Roman"/>
                <a:ea typeface="Times New Roman"/>
                <a:cs typeface="Times New Roman"/>
                <a:sym typeface="Times New Roman"/>
              </a:rPr>
            </a:br>
            <a:r>
              <a:rPr lang="en-US" sz="2400" b="1" i="0" u="none" strike="noStrike" cap="none">
                <a:solidFill>
                  <a:srgbClr val="0033CC"/>
                </a:solidFill>
                <a:latin typeface="Times New Roman"/>
                <a:ea typeface="Times New Roman"/>
                <a:cs typeface="Times New Roman"/>
                <a:sym typeface="Times New Roman"/>
              </a:rPr>
              <a:t>Logical Addresses</a:t>
            </a:r>
            <a:br>
              <a:rPr lang="en-US" sz="2400" b="1" i="0" u="none" strike="noStrike" cap="none">
                <a:solidFill>
                  <a:srgbClr val="0033CC"/>
                </a:solidFill>
                <a:latin typeface="Times New Roman"/>
                <a:ea typeface="Times New Roman"/>
                <a:cs typeface="Times New Roman"/>
                <a:sym typeface="Times New Roman"/>
              </a:rPr>
            </a:br>
            <a:r>
              <a:rPr lang="en-US" sz="2400" b="1" i="0" u="none" strike="noStrike" cap="none">
                <a:solidFill>
                  <a:srgbClr val="0033CC"/>
                </a:solidFill>
                <a:latin typeface="Times New Roman"/>
                <a:ea typeface="Times New Roman"/>
                <a:cs typeface="Times New Roman"/>
                <a:sym typeface="Times New Roman"/>
              </a:rPr>
              <a:t>Port Addresses</a:t>
            </a:r>
            <a:br>
              <a:rPr lang="en-US" sz="2400" b="1" i="0" u="none" strike="noStrike" cap="none">
                <a:solidFill>
                  <a:srgbClr val="0033CC"/>
                </a:solidFill>
                <a:latin typeface="Times New Roman"/>
                <a:ea typeface="Times New Roman"/>
                <a:cs typeface="Times New Roman"/>
                <a:sym typeface="Times New Roman"/>
              </a:rPr>
            </a:br>
            <a:r>
              <a:rPr lang="en-US" sz="2400" b="1" i="0" u="none" strike="noStrike" cap="none">
                <a:solidFill>
                  <a:srgbClr val="0033CC"/>
                </a:solidFill>
                <a:latin typeface="Times New Roman"/>
                <a:ea typeface="Times New Roman"/>
                <a:cs typeface="Times New Roman"/>
                <a:sym typeface="Times New Roman"/>
              </a:rPr>
              <a:t>Specific Addresses</a:t>
            </a:r>
            <a:endParaRPr/>
          </a:p>
        </p:txBody>
      </p:sp>
      <p:sp>
        <p:nvSpPr>
          <p:cNvPr id="822" name="Google Shape;822;p38"/>
          <p:cNvSpPr txBox="1"/>
          <p:nvPr/>
        </p:nvSpPr>
        <p:spPr>
          <a:xfrm>
            <a:off x="1763714" y="3457576"/>
            <a:ext cx="4867275" cy="519113"/>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800" b="1" i="1" u="sng" strike="noStrike" cap="none">
                <a:solidFill>
                  <a:srgbClr val="FF0000"/>
                </a:solidFill>
                <a:latin typeface="Times New Roman"/>
                <a:ea typeface="Times New Roman"/>
                <a:cs typeface="Times New Roman"/>
                <a:sym typeface="Times New Roman"/>
              </a:rPr>
              <a:t>Topics discussed in this section:</a:t>
            </a:r>
            <a:endParaRPr/>
          </a:p>
        </p:txBody>
      </p:sp>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827"/>
        <p:cNvGrpSpPr/>
        <p:nvPr/>
      </p:nvGrpSpPr>
      <p:grpSpPr>
        <a:xfrm>
          <a:off x="0" y="0"/>
          <a:ext cx="0" cy="0"/>
          <a:chOff x="0" y="0"/>
          <a:chExt cx="0" cy="0"/>
        </a:xfrm>
      </p:grpSpPr>
      <p:sp>
        <p:nvSpPr>
          <p:cNvPr id="828" name="Google Shape;828;p39"/>
          <p:cNvSpPr txBox="1">
            <a:spLocks noGrp="1"/>
          </p:cNvSpPr>
          <p:nvPr>
            <p:ph type="sldNum" idx="12"/>
          </p:nvPr>
        </p:nvSpPr>
        <p:spPr>
          <a:xfrm>
            <a:off x="0" y="6400800"/>
            <a:ext cx="2540000" cy="457200"/>
          </a:xfrm>
          <a:prstGeom prst="rect">
            <a:avLst/>
          </a:prstGeom>
          <a:noFill/>
          <a:ln>
            <a:noFill/>
          </a:ln>
        </p:spPr>
        <p:txBody>
          <a:bodyPr spcFirstLastPara="1" wrap="square" lIns="91425" tIns="45700" rIns="91425" bIns="45700" anchor="b" anchorCtr="0">
            <a:noAutofit/>
          </a:bodyPr>
          <a:lstStyle/>
          <a:p>
            <a:pPr marL="0" marR="0" lvl="0" indent="0" algn="l" rtl="0">
              <a:spcBef>
                <a:spcPts val="0"/>
              </a:spcBef>
              <a:spcAft>
                <a:spcPts val="0"/>
              </a:spcAft>
              <a:buNone/>
            </a:pPr>
            <a:r>
              <a:rPr lang="en-US" sz="2000" b="1" i="0" u="none" strike="noStrike" cap="none">
                <a:solidFill>
                  <a:srgbClr val="000000"/>
                </a:solidFill>
                <a:latin typeface="Arial"/>
                <a:ea typeface="Arial"/>
                <a:cs typeface="Arial"/>
                <a:sym typeface="Arial"/>
              </a:rPr>
              <a:t>2.</a:t>
            </a:r>
            <a:fld id="{00000000-1234-1234-1234-123412341234}" type="slidenum">
              <a:rPr lang="en-US" sz="2000" b="1" i="0" u="none" strike="noStrike" cap="none">
                <a:solidFill>
                  <a:srgbClr val="000000"/>
                </a:solidFill>
                <a:latin typeface="Arial"/>
                <a:ea typeface="Arial"/>
                <a:cs typeface="Arial"/>
                <a:sym typeface="Arial"/>
              </a:rPr>
              <a:t>39</a:t>
            </a:fld>
            <a:endParaRPr sz="2000" b="1" i="0" u="none" strike="noStrike" cap="none">
              <a:solidFill>
                <a:srgbClr val="000000"/>
              </a:solidFill>
              <a:latin typeface="Arial"/>
              <a:ea typeface="Arial"/>
              <a:cs typeface="Arial"/>
              <a:sym typeface="Arial"/>
            </a:endParaRPr>
          </a:p>
        </p:txBody>
      </p:sp>
      <p:cxnSp>
        <p:nvCxnSpPr>
          <p:cNvPr id="829" name="Google Shape;829;p39"/>
          <p:cNvCxnSpPr/>
          <p:nvPr/>
        </p:nvCxnSpPr>
        <p:spPr>
          <a:xfrm>
            <a:off x="1676400" y="152400"/>
            <a:ext cx="8763000" cy="0"/>
          </a:xfrm>
          <a:prstGeom prst="straightConnector1">
            <a:avLst/>
          </a:prstGeom>
          <a:noFill/>
          <a:ln w="76200" cap="flat" cmpd="sng">
            <a:solidFill>
              <a:schemeClr val="hlink"/>
            </a:solidFill>
            <a:prstDash val="solid"/>
            <a:round/>
            <a:headEnd type="none" w="med" len="med"/>
            <a:tailEnd type="none" w="med" len="med"/>
          </a:ln>
        </p:spPr>
      </p:cxnSp>
      <p:cxnSp>
        <p:nvCxnSpPr>
          <p:cNvPr id="830" name="Google Shape;830;p39"/>
          <p:cNvCxnSpPr/>
          <p:nvPr/>
        </p:nvCxnSpPr>
        <p:spPr>
          <a:xfrm>
            <a:off x="1676400" y="990600"/>
            <a:ext cx="8763000" cy="0"/>
          </a:xfrm>
          <a:prstGeom prst="straightConnector1">
            <a:avLst/>
          </a:prstGeom>
          <a:noFill/>
          <a:ln w="19050" cap="flat" cmpd="sng">
            <a:solidFill>
              <a:schemeClr val="hlink"/>
            </a:solidFill>
            <a:prstDash val="solid"/>
            <a:round/>
            <a:headEnd type="none" w="med" len="med"/>
            <a:tailEnd type="none" w="med" len="med"/>
          </a:ln>
        </p:spPr>
      </p:cxnSp>
      <p:sp>
        <p:nvSpPr>
          <p:cNvPr id="831" name="Google Shape;831;p39"/>
          <p:cNvSpPr txBox="1"/>
          <p:nvPr/>
        </p:nvSpPr>
        <p:spPr>
          <a:xfrm>
            <a:off x="1828801" y="381000"/>
            <a:ext cx="3997325" cy="4572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1" i="0" u="none" strike="noStrike" cap="none">
                <a:solidFill>
                  <a:srgbClr val="3333CC"/>
                </a:solidFill>
                <a:latin typeface="Times New Roman"/>
                <a:ea typeface="Times New Roman"/>
                <a:cs typeface="Times New Roman"/>
                <a:sym typeface="Times New Roman"/>
              </a:rPr>
              <a:t>Figure 2.17  </a:t>
            </a:r>
            <a:r>
              <a:rPr lang="en-US" sz="2000" b="1" i="1" u="none" strike="noStrike" cap="none">
                <a:solidFill>
                  <a:srgbClr val="000000"/>
                </a:solidFill>
                <a:latin typeface="Times New Roman"/>
                <a:ea typeface="Times New Roman"/>
                <a:cs typeface="Times New Roman"/>
                <a:sym typeface="Times New Roman"/>
              </a:rPr>
              <a:t>Addresses in TCP/IP</a:t>
            </a:r>
            <a:endParaRPr/>
          </a:p>
        </p:txBody>
      </p:sp>
      <p:cxnSp>
        <p:nvCxnSpPr>
          <p:cNvPr id="832" name="Google Shape;832;p39"/>
          <p:cNvCxnSpPr/>
          <p:nvPr/>
        </p:nvCxnSpPr>
        <p:spPr>
          <a:xfrm>
            <a:off x="1676400" y="6248400"/>
            <a:ext cx="8763000" cy="0"/>
          </a:xfrm>
          <a:prstGeom prst="straightConnector1">
            <a:avLst/>
          </a:prstGeom>
          <a:noFill/>
          <a:ln w="76200" cap="flat" cmpd="sng">
            <a:solidFill>
              <a:schemeClr val="hlink"/>
            </a:solidFill>
            <a:prstDash val="solid"/>
            <a:round/>
            <a:headEnd type="none" w="med" len="med"/>
            <a:tailEnd type="none" w="med" len="med"/>
          </a:ln>
        </p:spPr>
      </p:cxnSp>
      <p:pic>
        <p:nvPicPr>
          <p:cNvPr id="833" name="Google Shape;833;p39"/>
          <p:cNvPicPr preferRelativeResize="0"/>
          <p:nvPr/>
        </p:nvPicPr>
        <p:blipFill rotWithShape="1">
          <a:blip r:embed="rId3">
            <a:alphaModFix/>
          </a:blip>
          <a:srcRect/>
          <a:stretch/>
        </p:blipFill>
        <p:spPr>
          <a:xfrm>
            <a:off x="1919288" y="2286001"/>
            <a:ext cx="7834312" cy="1997075"/>
          </a:xfrm>
          <a:prstGeom prst="rect">
            <a:avLst/>
          </a:prstGeom>
          <a:noFill/>
          <a:ln>
            <a:noFill/>
          </a:ln>
        </p:spPr>
      </p:pic>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838"/>
        <p:cNvGrpSpPr/>
        <p:nvPr/>
      </p:nvGrpSpPr>
      <p:grpSpPr>
        <a:xfrm>
          <a:off x="0" y="0"/>
          <a:ext cx="0" cy="0"/>
          <a:chOff x="0" y="0"/>
          <a:chExt cx="0" cy="0"/>
        </a:xfrm>
      </p:grpSpPr>
      <p:sp>
        <p:nvSpPr>
          <p:cNvPr id="839" name="Google Shape;839;p40"/>
          <p:cNvSpPr txBox="1">
            <a:spLocks noGrp="1"/>
          </p:cNvSpPr>
          <p:nvPr>
            <p:ph type="sldNum" idx="12"/>
          </p:nvPr>
        </p:nvSpPr>
        <p:spPr>
          <a:xfrm>
            <a:off x="0" y="6400800"/>
            <a:ext cx="2540000" cy="457200"/>
          </a:xfrm>
          <a:prstGeom prst="rect">
            <a:avLst/>
          </a:prstGeom>
          <a:noFill/>
          <a:ln>
            <a:noFill/>
          </a:ln>
        </p:spPr>
        <p:txBody>
          <a:bodyPr spcFirstLastPara="1" wrap="square" lIns="91425" tIns="45700" rIns="91425" bIns="45700" anchor="b" anchorCtr="0">
            <a:noAutofit/>
          </a:bodyPr>
          <a:lstStyle/>
          <a:p>
            <a:pPr marL="0" marR="0" lvl="0" indent="0" algn="l" rtl="0">
              <a:spcBef>
                <a:spcPts val="0"/>
              </a:spcBef>
              <a:spcAft>
                <a:spcPts val="0"/>
              </a:spcAft>
              <a:buNone/>
            </a:pPr>
            <a:r>
              <a:rPr lang="en-US" sz="2000" b="1" i="0" u="none" strike="noStrike" cap="none">
                <a:solidFill>
                  <a:srgbClr val="000000"/>
                </a:solidFill>
                <a:latin typeface="Arial"/>
                <a:ea typeface="Arial"/>
                <a:cs typeface="Arial"/>
                <a:sym typeface="Arial"/>
              </a:rPr>
              <a:t>2.</a:t>
            </a:r>
            <a:fld id="{00000000-1234-1234-1234-123412341234}" type="slidenum">
              <a:rPr lang="en-US" sz="2000" b="1" i="0" u="none" strike="noStrike" cap="none">
                <a:solidFill>
                  <a:srgbClr val="000000"/>
                </a:solidFill>
                <a:latin typeface="Arial"/>
                <a:ea typeface="Arial"/>
                <a:cs typeface="Arial"/>
                <a:sym typeface="Arial"/>
              </a:rPr>
              <a:t>40</a:t>
            </a:fld>
            <a:endParaRPr sz="2000" b="1" i="0" u="none" strike="noStrike" cap="none">
              <a:solidFill>
                <a:srgbClr val="000000"/>
              </a:solidFill>
              <a:latin typeface="Arial"/>
              <a:ea typeface="Arial"/>
              <a:cs typeface="Arial"/>
              <a:sym typeface="Arial"/>
            </a:endParaRPr>
          </a:p>
        </p:txBody>
      </p:sp>
      <p:cxnSp>
        <p:nvCxnSpPr>
          <p:cNvPr id="840" name="Google Shape;840;p40"/>
          <p:cNvCxnSpPr/>
          <p:nvPr/>
        </p:nvCxnSpPr>
        <p:spPr>
          <a:xfrm>
            <a:off x="1676400" y="152400"/>
            <a:ext cx="8763000" cy="0"/>
          </a:xfrm>
          <a:prstGeom prst="straightConnector1">
            <a:avLst/>
          </a:prstGeom>
          <a:noFill/>
          <a:ln w="76200" cap="flat" cmpd="sng">
            <a:solidFill>
              <a:schemeClr val="hlink"/>
            </a:solidFill>
            <a:prstDash val="solid"/>
            <a:round/>
            <a:headEnd type="none" w="med" len="med"/>
            <a:tailEnd type="none" w="med" len="med"/>
          </a:ln>
        </p:spPr>
      </p:cxnSp>
      <p:cxnSp>
        <p:nvCxnSpPr>
          <p:cNvPr id="841" name="Google Shape;841;p40"/>
          <p:cNvCxnSpPr/>
          <p:nvPr/>
        </p:nvCxnSpPr>
        <p:spPr>
          <a:xfrm>
            <a:off x="1676400" y="990600"/>
            <a:ext cx="8763000" cy="0"/>
          </a:xfrm>
          <a:prstGeom prst="straightConnector1">
            <a:avLst/>
          </a:prstGeom>
          <a:noFill/>
          <a:ln w="19050" cap="flat" cmpd="sng">
            <a:solidFill>
              <a:schemeClr val="hlink"/>
            </a:solidFill>
            <a:prstDash val="solid"/>
            <a:round/>
            <a:headEnd type="none" w="med" len="med"/>
            <a:tailEnd type="none" w="med" len="med"/>
          </a:ln>
        </p:spPr>
      </p:cxnSp>
      <p:sp>
        <p:nvSpPr>
          <p:cNvPr id="842" name="Google Shape;842;p40"/>
          <p:cNvSpPr txBox="1"/>
          <p:nvPr/>
        </p:nvSpPr>
        <p:spPr>
          <a:xfrm>
            <a:off x="1828800" y="381000"/>
            <a:ext cx="6762750" cy="4572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1" i="0" u="none" strike="noStrike" cap="none">
                <a:solidFill>
                  <a:srgbClr val="3333CC"/>
                </a:solidFill>
                <a:latin typeface="Times New Roman"/>
                <a:ea typeface="Times New Roman"/>
                <a:cs typeface="Times New Roman"/>
                <a:sym typeface="Times New Roman"/>
              </a:rPr>
              <a:t>Figure 2.18  </a:t>
            </a:r>
            <a:r>
              <a:rPr lang="en-US" sz="2000" b="1" i="1" u="none" strike="noStrike" cap="none">
                <a:solidFill>
                  <a:srgbClr val="000000"/>
                </a:solidFill>
                <a:latin typeface="Times New Roman"/>
                <a:ea typeface="Times New Roman"/>
                <a:cs typeface="Times New Roman"/>
                <a:sym typeface="Times New Roman"/>
              </a:rPr>
              <a:t>Relationship of layers and addresses in TCP/IP</a:t>
            </a:r>
            <a:endParaRPr/>
          </a:p>
        </p:txBody>
      </p:sp>
      <p:cxnSp>
        <p:nvCxnSpPr>
          <p:cNvPr id="843" name="Google Shape;843;p40"/>
          <p:cNvCxnSpPr/>
          <p:nvPr/>
        </p:nvCxnSpPr>
        <p:spPr>
          <a:xfrm>
            <a:off x="1676400" y="6324600"/>
            <a:ext cx="8763000" cy="0"/>
          </a:xfrm>
          <a:prstGeom prst="straightConnector1">
            <a:avLst/>
          </a:prstGeom>
          <a:noFill/>
          <a:ln w="76200" cap="flat" cmpd="sng">
            <a:solidFill>
              <a:schemeClr val="hlink"/>
            </a:solidFill>
            <a:prstDash val="solid"/>
            <a:round/>
            <a:headEnd type="none" w="med" len="med"/>
            <a:tailEnd type="none" w="med" len="med"/>
          </a:ln>
        </p:spPr>
      </p:cxnSp>
      <p:pic>
        <p:nvPicPr>
          <p:cNvPr id="844" name="Google Shape;844;p40"/>
          <p:cNvPicPr preferRelativeResize="0"/>
          <p:nvPr/>
        </p:nvPicPr>
        <p:blipFill rotWithShape="1">
          <a:blip r:embed="rId3">
            <a:alphaModFix/>
          </a:blip>
          <a:srcRect/>
          <a:stretch/>
        </p:blipFill>
        <p:spPr>
          <a:xfrm>
            <a:off x="2209800" y="1266826"/>
            <a:ext cx="7467600" cy="4829175"/>
          </a:xfrm>
          <a:prstGeom prst="rect">
            <a:avLst/>
          </a:prstGeom>
          <a:noFill/>
          <a:ln>
            <a:noFill/>
          </a:ln>
        </p:spPr>
      </p:pic>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849"/>
        <p:cNvGrpSpPr/>
        <p:nvPr/>
      </p:nvGrpSpPr>
      <p:grpSpPr>
        <a:xfrm>
          <a:off x="0" y="0"/>
          <a:ext cx="0" cy="0"/>
          <a:chOff x="0" y="0"/>
          <a:chExt cx="0" cy="0"/>
        </a:xfrm>
      </p:grpSpPr>
      <p:sp>
        <p:nvSpPr>
          <p:cNvPr id="850" name="Google Shape;850;p41"/>
          <p:cNvSpPr txBox="1">
            <a:spLocks noGrp="1"/>
          </p:cNvSpPr>
          <p:nvPr>
            <p:ph type="sldNum" idx="12"/>
          </p:nvPr>
        </p:nvSpPr>
        <p:spPr>
          <a:xfrm>
            <a:off x="0" y="6400800"/>
            <a:ext cx="2540000" cy="457200"/>
          </a:xfrm>
          <a:prstGeom prst="rect">
            <a:avLst/>
          </a:prstGeom>
          <a:noFill/>
          <a:ln>
            <a:noFill/>
          </a:ln>
        </p:spPr>
        <p:txBody>
          <a:bodyPr spcFirstLastPara="1" wrap="square" lIns="91425" tIns="45700" rIns="91425" bIns="45700" anchor="b" anchorCtr="0">
            <a:noAutofit/>
          </a:bodyPr>
          <a:lstStyle/>
          <a:p>
            <a:pPr marL="0" marR="0" lvl="0" indent="0" algn="l" rtl="0">
              <a:spcBef>
                <a:spcPts val="0"/>
              </a:spcBef>
              <a:spcAft>
                <a:spcPts val="0"/>
              </a:spcAft>
              <a:buNone/>
            </a:pPr>
            <a:r>
              <a:rPr lang="en-US" sz="2000" b="1" i="0" u="none" strike="noStrike" cap="none">
                <a:solidFill>
                  <a:srgbClr val="000000"/>
                </a:solidFill>
                <a:latin typeface="Arial"/>
                <a:ea typeface="Arial"/>
                <a:cs typeface="Arial"/>
                <a:sym typeface="Arial"/>
              </a:rPr>
              <a:t>2.</a:t>
            </a:r>
            <a:fld id="{00000000-1234-1234-1234-123412341234}" type="slidenum">
              <a:rPr lang="en-US" sz="2000" b="1" i="0" u="none" strike="noStrike" cap="none">
                <a:solidFill>
                  <a:srgbClr val="000000"/>
                </a:solidFill>
                <a:latin typeface="Arial"/>
                <a:ea typeface="Arial"/>
                <a:cs typeface="Arial"/>
                <a:sym typeface="Arial"/>
              </a:rPr>
              <a:t>41</a:t>
            </a:fld>
            <a:endParaRPr sz="2000" b="1" i="0" u="none" strike="noStrike" cap="none">
              <a:solidFill>
                <a:srgbClr val="000000"/>
              </a:solidFill>
              <a:latin typeface="Arial"/>
              <a:ea typeface="Arial"/>
              <a:cs typeface="Arial"/>
              <a:sym typeface="Arial"/>
            </a:endParaRPr>
          </a:p>
        </p:txBody>
      </p:sp>
      <p:cxnSp>
        <p:nvCxnSpPr>
          <p:cNvPr id="851" name="Google Shape;851;p41"/>
          <p:cNvCxnSpPr/>
          <p:nvPr/>
        </p:nvCxnSpPr>
        <p:spPr>
          <a:xfrm>
            <a:off x="1676400" y="152400"/>
            <a:ext cx="8763000" cy="0"/>
          </a:xfrm>
          <a:prstGeom prst="straightConnector1">
            <a:avLst/>
          </a:prstGeom>
          <a:noFill/>
          <a:ln w="76200" cap="flat" cmpd="sng">
            <a:solidFill>
              <a:schemeClr val="hlink"/>
            </a:solidFill>
            <a:prstDash val="solid"/>
            <a:round/>
            <a:headEnd type="none" w="med" len="med"/>
            <a:tailEnd type="none" w="med" len="med"/>
          </a:ln>
        </p:spPr>
      </p:cxnSp>
      <p:cxnSp>
        <p:nvCxnSpPr>
          <p:cNvPr id="852" name="Google Shape;852;p41"/>
          <p:cNvCxnSpPr/>
          <p:nvPr/>
        </p:nvCxnSpPr>
        <p:spPr>
          <a:xfrm>
            <a:off x="1676400" y="990600"/>
            <a:ext cx="8763000" cy="0"/>
          </a:xfrm>
          <a:prstGeom prst="straightConnector1">
            <a:avLst/>
          </a:prstGeom>
          <a:noFill/>
          <a:ln w="19050" cap="flat" cmpd="sng">
            <a:solidFill>
              <a:schemeClr val="hlink"/>
            </a:solidFill>
            <a:prstDash val="solid"/>
            <a:round/>
            <a:headEnd type="none" w="med" len="med"/>
            <a:tailEnd type="none" w="med" len="med"/>
          </a:ln>
        </p:spPr>
      </p:cxnSp>
      <p:sp>
        <p:nvSpPr>
          <p:cNvPr id="853" name="Google Shape;853;p41"/>
          <p:cNvSpPr txBox="1"/>
          <p:nvPr/>
        </p:nvSpPr>
        <p:spPr>
          <a:xfrm>
            <a:off x="1828801" y="381000"/>
            <a:ext cx="3763963" cy="4572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1" i="0" u="none" strike="noStrike" cap="none">
                <a:solidFill>
                  <a:srgbClr val="3333CC"/>
                </a:solidFill>
                <a:latin typeface="Times New Roman"/>
                <a:ea typeface="Times New Roman"/>
                <a:cs typeface="Times New Roman"/>
                <a:sym typeface="Times New Roman"/>
              </a:rPr>
              <a:t>Figure 2.19  </a:t>
            </a:r>
            <a:r>
              <a:rPr lang="en-US" sz="2000" b="1" i="1" u="none" strike="noStrike" cap="none">
                <a:solidFill>
                  <a:srgbClr val="000000"/>
                </a:solidFill>
                <a:latin typeface="Times New Roman"/>
                <a:ea typeface="Times New Roman"/>
                <a:cs typeface="Times New Roman"/>
                <a:sym typeface="Times New Roman"/>
              </a:rPr>
              <a:t>Physical addresses</a:t>
            </a:r>
            <a:endParaRPr/>
          </a:p>
        </p:txBody>
      </p:sp>
      <p:cxnSp>
        <p:nvCxnSpPr>
          <p:cNvPr id="854" name="Google Shape;854;p41"/>
          <p:cNvCxnSpPr/>
          <p:nvPr/>
        </p:nvCxnSpPr>
        <p:spPr>
          <a:xfrm>
            <a:off x="1676400" y="6248400"/>
            <a:ext cx="8763000" cy="0"/>
          </a:xfrm>
          <a:prstGeom prst="straightConnector1">
            <a:avLst/>
          </a:prstGeom>
          <a:noFill/>
          <a:ln w="76200" cap="flat" cmpd="sng">
            <a:solidFill>
              <a:schemeClr val="hlink"/>
            </a:solidFill>
            <a:prstDash val="solid"/>
            <a:round/>
            <a:headEnd type="none" w="med" len="med"/>
            <a:tailEnd type="none" w="med" len="med"/>
          </a:ln>
        </p:spPr>
      </p:cxnSp>
      <p:pic>
        <p:nvPicPr>
          <p:cNvPr id="855" name="Google Shape;855;p41"/>
          <p:cNvPicPr preferRelativeResize="0"/>
          <p:nvPr/>
        </p:nvPicPr>
        <p:blipFill rotWithShape="1">
          <a:blip r:embed="rId3">
            <a:alphaModFix/>
          </a:blip>
          <a:srcRect/>
          <a:stretch/>
        </p:blipFill>
        <p:spPr>
          <a:xfrm>
            <a:off x="1854200" y="3657600"/>
            <a:ext cx="8597900" cy="1981200"/>
          </a:xfrm>
          <a:prstGeom prst="rect">
            <a:avLst/>
          </a:prstGeom>
          <a:noFill/>
          <a:ln>
            <a:noFill/>
          </a:ln>
        </p:spPr>
      </p:pic>
      <p:sp>
        <p:nvSpPr>
          <p:cNvPr id="856" name="Google Shape;856;p41"/>
          <p:cNvSpPr/>
          <p:nvPr/>
        </p:nvSpPr>
        <p:spPr>
          <a:xfrm>
            <a:off x="1752600" y="1447800"/>
            <a:ext cx="8534400" cy="1938338"/>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n-US" sz="2400" b="1" i="1" u="none" strike="noStrike" cap="none">
                <a:solidFill>
                  <a:srgbClr val="000000"/>
                </a:solidFill>
                <a:latin typeface="Times New Roman"/>
                <a:ea typeface="Times New Roman"/>
                <a:cs typeface="Times New Roman"/>
                <a:sym typeface="Times New Roman"/>
              </a:rPr>
              <a:t>In Figure 2.19 a node with physical address 10 sends a frame to a node with physical address 87. The two nodes are connected by a link (bus topology LAN). As the figure shows, the computer with physical address </a:t>
            </a:r>
            <a:r>
              <a:rPr lang="en-US" sz="2400" b="1" i="1" u="none" strike="noStrike" cap="none">
                <a:solidFill>
                  <a:srgbClr val="FF0000"/>
                </a:solidFill>
                <a:latin typeface="Times New Roman"/>
                <a:ea typeface="Times New Roman"/>
                <a:cs typeface="Times New Roman"/>
                <a:sym typeface="Times New Roman"/>
              </a:rPr>
              <a:t>10</a:t>
            </a:r>
            <a:r>
              <a:rPr lang="en-US" sz="2400" b="1" i="1" u="none" strike="noStrike" cap="none">
                <a:solidFill>
                  <a:srgbClr val="000000"/>
                </a:solidFill>
                <a:latin typeface="Times New Roman"/>
                <a:ea typeface="Times New Roman"/>
                <a:cs typeface="Times New Roman"/>
                <a:sym typeface="Times New Roman"/>
              </a:rPr>
              <a:t> is the sender, and the computer with physical address </a:t>
            </a:r>
            <a:r>
              <a:rPr lang="en-US" sz="2400" b="1" i="1" u="none" strike="noStrike" cap="none">
                <a:solidFill>
                  <a:srgbClr val="FF0000"/>
                </a:solidFill>
                <a:latin typeface="Times New Roman"/>
                <a:ea typeface="Times New Roman"/>
                <a:cs typeface="Times New Roman"/>
                <a:sym typeface="Times New Roman"/>
              </a:rPr>
              <a:t>87</a:t>
            </a:r>
            <a:r>
              <a:rPr lang="en-US" sz="2400" b="1" i="1" u="none" strike="noStrike" cap="none">
                <a:solidFill>
                  <a:srgbClr val="000000"/>
                </a:solidFill>
                <a:latin typeface="Times New Roman"/>
                <a:ea typeface="Times New Roman"/>
                <a:cs typeface="Times New Roman"/>
                <a:sym typeface="Times New Roman"/>
              </a:rPr>
              <a:t> is the receiver</a:t>
            </a:r>
            <a:r>
              <a:rPr lang="en-US" sz="2000" b="1" i="1" u="none" strike="noStrike" cap="none">
                <a:solidFill>
                  <a:srgbClr val="000000"/>
                </a:solidFill>
                <a:latin typeface="Times New Roman"/>
                <a:ea typeface="Times New Roman"/>
                <a:cs typeface="Times New Roman"/>
                <a:sym typeface="Times New Roman"/>
              </a:rPr>
              <a:t>.</a:t>
            </a:r>
            <a:endParaRPr/>
          </a:p>
        </p:txBody>
      </p:sp>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861"/>
        <p:cNvGrpSpPr/>
        <p:nvPr/>
      </p:nvGrpSpPr>
      <p:grpSpPr>
        <a:xfrm>
          <a:off x="0" y="0"/>
          <a:ext cx="0" cy="0"/>
          <a:chOff x="0" y="0"/>
          <a:chExt cx="0" cy="0"/>
        </a:xfrm>
      </p:grpSpPr>
      <p:sp>
        <p:nvSpPr>
          <p:cNvPr id="862" name="Google Shape;862;p42"/>
          <p:cNvSpPr txBox="1">
            <a:spLocks noGrp="1"/>
          </p:cNvSpPr>
          <p:nvPr>
            <p:ph type="sldNum" idx="12"/>
          </p:nvPr>
        </p:nvSpPr>
        <p:spPr>
          <a:xfrm>
            <a:off x="0" y="6400800"/>
            <a:ext cx="2540000" cy="457200"/>
          </a:xfrm>
          <a:prstGeom prst="rect">
            <a:avLst/>
          </a:prstGeom>
          <a:noFill/>
          <a:ln>
            <a:noFill/>
          </a:ln>
        </p:spPr>
        <p:txBody>
          <a:bodyPr spcFirstLastPara="1" wrap="square" lIns="91425" tIns="45700" rIns="91425" bIns="45700" anchor="b" anchorCtr="0">
            <a:noAutofit/>
          </a:bodyPr>
          <a:lstStyle/>
          <a:p>
            <a:pPr marL="0" marR="0" lvl="0" indent="0" algn="l" rtl="0">
              <a:spcBef>
                <a:spcPts val="0"/>
              </a:spcBef>
              <a:spcAft>
                <a:spcPts val="0"/>
              </a:spcAft>
              <a:buNone/>
            </a:pPr>
            <a:r>
              <a:rPr lang="en-US" sz="2000" b="1" i="0" u="none" strike="noStrike" cap="none">
                <a:solidFill>
                  <a:srgbClr val="000000"/>
                </a:solidFill>
                <a:latin typeface="Arial"/>
                <a:ea typeface="Arial"/>
                <a:cs typeface="Arial"/>
                <a:sym typeface="Arial"/>
              </a:rPr>
              <a:t>2.</a:t>
            </a:r>
            <a:fld id="{00000000-1234-1234-1234-123412341234}" type="slidenum">
              <a:rPr lang="en-US" sz="2000" b="1" i="0" u="none" strike="noStrike" cap="none">
                <a:solidFill>
                  <a:srgbClr val="000000"/>
                </a:solidFill>
                <a:latin typeface="Arial"/>
                <a:ea typeface="Arial"/>
                <a:cs typeface="Arial"/>
                <a:sym typeface="Arial"/>
              </a:rPr>
              <a:t>42</a:t>
            </a:fld>
            <a:endParaRPr sz="2000" b="1" i="0" u="none" strike="noStrike" cap="none">
              <a:solidFill>
                <a:srgbClr val="000000"/>
              </a:solidFill>
              <a:latin typeface="Arial"/>
              <a:ea typeface="Arial"/>
              <a:cs typeface="Arial"/>
              <a:sym typeface="Arial"/>
            </a:endParaRPr>
          </a:p>
        </p:txBody>
      </p:sp>
      <p:sp>
        <p:nvSpPr>
          <p:cNvPr id="863" name="Google Shape;863;p42"/>
          <p:cNvSpPr/>
          <p:nvPr/>
        </p:nvSpPr>
        <p:spPr>
          <a:xfrm>
            <a:off x="1890713" y="350838"/>
            <a:ext cx="438150" cy="474662"/>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0" i="0" u="none" strike="noStrike" cap="none">
              <a:solidFill>
                <a:srgbClr val="000000"/>
              </a:solidFill>
              <a:latin typeface="Tahoma"/>
              <a:ea typeface="Tahoma"/>
              <a:cs typeface="Tahoma"/>
              <a:sym typeface="Tahoma"/>
            </a:endParaRPr>
          </a:p>
        </p:txBody>
      </p:sp>
      <p:sp>
        <p:nvSpPr>
          <p:cNvPr id="864" name="Google Shape;864;p42"/>
          <p:cNvSpPr/>
          <p:nvPr/>
        </p:nvSpPr>
        <p:spPr>
          <a:xfrm>
            <a:off x="2273301" y="350838"/>
            <a:ext cx="328613" cy="474662"/>
          </a:xfrm>
          <a:prstGeom prst="rect">
            <a:avLst/>
          </a:prstGeom>
          <a:gradFill>
            <a:gsLst>
              <a:gs pos="0">
                <a:schemeClr val="accent2"/>
              </a:gs>
              <a:gs pos="100000">
                <a:schemeClr val="lt1"/>
              </a:gs>
            </a:gsLst>
            <a:lin ang="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0" i="0" u="none" strike="noStrike" cap="none">
              <a:solidFill>
                <a:srgbClr val="000000"/>
              </a:solidFill>
              <a:latin typeface="Tahoma"/>
              <a:ea typeface="Tahoma"/>
              <a:cs typeface="Tahoma"/>
              <a:sym typeface="Tahoma"/>
            </a:endParaRPr>
          </a:p>
        </p:txBody>
      </p:sp>
      <p:grpSp>
        <p:nvGrpSpPr>
          <p:cNvPr id="865" name="Google Shape;865;p42"/>
          <p:cNvGrpSpPr/>
          <p:nvPr/>
        </p:nvGrpSpPr>
        <p:grpSpPr>
          <a:xfrm>
            <a:off x="2014539" y="773113"/>
            <a:ext cx="738187" cy="474662"/>
            <a:chOff x="309" y="487"/>
            <a:chExt cx="465" cy="299"/>
          </a:xfrm>
        </p:grpSpPr>
        <p:sp>
          <p:nvSpPr>
            <p:cNvPr id="866" name="Google Shape;866;p42"/>
            <p:cNvSpPr/>
            <p:nvPr/>
          </p:nvSpPr>
          <p:spPr>
            <a:xfrm>
              <a:off x="309" y="487"/>
              <a:ext cx="266" cy="299"/>
            </a:xfrm>
            <a:prstGeom prst="rect">
              <a:avLst/>
            </a:prstGeom>
            <a:solidFill>
              <a:schemeClr val="folHlink"/>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0" i="0" u="none" strike="noStrike" cap="none">
                <a:solidFill>
                  <a:srgbClr val="000000"/>
                </a:solidFill>
                <a:latin typeface="Tahoma"/>
                <a:ea typeface="Tahoma"/>
                <a:cs typeface="Tahoma"/>
                <a:sym typeface="Tahoma"/>
              </a:endParaRPr>
            </a:p>
          </p:txBody>
        </p:sp>
        <p:sp>
          <p:nvSpPr>
            <p:cNvPr id="867" name="Google Shape;867;p42"/>
            <p:cNvSpPr/>
            <p:nvPr/>
          </p:nvSpPr>
          <p:spPr>
            <a:xfrm>
              <a:off x="542" y="487"/>
              <a:ext cx="232" cy="299"/>
            </a:xfrm>
            <a:prstGeom prst="rect">
              <a:avLst/>
            </a:prstGeom>
            <a:gradFill>
              <a:gsLst>
                <a:gs pos="0">
                  <a:schemeClr val="folHlink"/>
                </a:gs>
                <a:gs pos="100000">
                  <a:schemeClr val="lt1"/>
                </a:gs>
              </a:gsLst>
              <a:lin ang="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0" i="0" u="none" strike="noStrike" cap="none">
                <a:solidFill>
                  <a:srgbClr val="000000"/>
                </a:solidFill>
                <a:latin typeface="Tahoma"/>
                <a:ea typeface="Tahoma"/>
                <a:cs typeface="Tahoma"/>
                <a:sym typeface="Tahoma"/>
              </a:endParaRPr>
            </a:p>
          </p:txBody>
        </p:sp>
      </p:grpSp>
      <p:sp>
        <p:nvSpPr>
          <p:cNvPr id="868" name="Google Shape;868;p42"/>
          <p:cNvSpPr/>
          <p:nvPr/>
        </p:nvSpPr>
        <p:spPr>
          <a:xfrm>
            <a:off x="1600200" y="700089"/>
            <a:ext cx="560388" cy="422275"/>
          </a:xfrm>
          <a:prstGeom prst="rect">
            <a:avLst/>
          </a:prstGeom>
          <a:gradFill>
            <a:gsLst>
              <a:gs pos="0">
                <a:schemeClr val="lt1"/>
              </a:gs>
              <a:gs pos="100000">
                <a:schemeClr val="hlink"/>
              </a:gs>
            </a:gsLst>
            <a:lin ang="189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0" i="0" u="none" strike="noStrike" cap="none">
              <a:solidFill>
                <a:srgbClr val="000000"/>
              </a:solidFill>
              <a:latin typeface="Tahoma"/>
              <a:ea typeface="Tahoma"/>
              <a:cs typeface="Tahoma"/>
              <a:sym typeface="Tahoma"/>
            </a:endParaRPr>
          </a:p>
        </p:txBody>
      </p:sp>
      <p:sp>
        <p:nvSpPr>
          <p:cNvPr id="869" name="Google Shape;869;p42"/>
          <p:cNvSpPr/>
          <p:nvPr/>
        </p:nvSpPr>
        <p:spPr>
          <a:xfrm>
            <a:off x="2235200" y="242888"/>
            <a:ext cx="31750" cy="1052512"/>
          </a:xfrm>
          <a:prstGeom prst="rect">
            <a:avLst/>
          </a:prstGeom>
          <a:solidFill>
            <a:schemeClr val="l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0" i="0" u="none" strike="noStrike" cap="none">
              <a:solidFill>
                <a:srgbClr val="000000"/>
              </a:solidFill>
              <a:latin typeface="Tahoma"/>
              <a:ea typeface="Tahoma"/>
              <a:cs typeface="Tahoma"/>
              <a:sym typeface="Tahoma"/>
            </a:endParaRPr>
          </a:p>
        </p:txBody>
      </p:sp>
      <p:sp>
        <p:nvSpPr>
          <p:cNvPr id="870" name="Google Shape;870;p42"/>
          <p:cNvSpPr/>
          <p:nvPr/>
        </p:nvSpPr>
        <p:spPr>
          <a:xfrm>
            <a:off x="1966914" y="773113"/>
            <a:ext cx="8226425" cy="31750"/>
          </a:xfrm>
          <a:prstGeom prst="rect">
            <a:avLst/>
          </a:prstGeom>
          <a:gradFill>
            <a:gsLst>
              <a:gs pos="0">
                <a:schemeClr val="lt2"/>
              </a:gs>
              <a:gs pos="100000">
                <a:schemeClr val="lt1"/>
              </a:gs>
            </a:gsLst>
            <a:lin ang="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0" i="0" u="none" strike="noStrike" cap="none">
              <a:solidFill>
                <a:srgbClr val="000000"/>
              </a:solidFill>
              <a:latin typeface="Tahoma"/>
              <a:ea typeface="Tahoma"/>
              <a:cs typeface="Tahoma"/>
              <a:sym typeface="Tahoma"/>
            </a:endParaRPr>
          </a:p>
        </p:txBody>
      </p:sp>
      <p:sp>
        <p:nvSpPr>
          <p:cNvPr id="871" name="Google Shape;871;p42"/>
          <p:cNvSpPr/>
          <p:nvPr/>
        </p:nvSpPr>
        <p:spPr>
          <a:xfrm>
            <a:off x="1676400" y="1447800"/>
            <a:ext cx="8839200" cy="38100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b="1" i="0" u="none" strike="noStrike" cap="none">
              <a:solidFill>
                <a:srgbClr val="000000"/>
              </a:solidFill>
              <a:latin typeface="Times New Roman"/>
              <a:ea typeface="Times New Roman"/>
              <a:cs typeface="Times New Roman"/>
              <a:sym typeface="Times New Roman"/>
            </a:endParaRPr>
          </a:p>
        </p:txBody>
      </p:sp>
      <p:sp>
        <p:nvSpPr>
          <p:cNvPr id="872" name="Google Shape;872;p42"/>
          <p:cNvSpPr/>
          <p:nvPr/>
        </p:nvSpPr>
        <p:spPr>
          <a:xfrm>
            <a:off x="1752600" y="1447801"/>
            <a:ext cx="8534400" cy="1800225"/>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n-US" sz="2800" b="1" i="1" u="none" strike="noStrike" cap="none">
                <a:solidFill>
                  <a:srgbClr val="000000"/>
                </a:solidFill>
                <a:latin typeface="Times New Roman"/>
                <a:ea typeface="Times New Roman"/>
                <a:cs typeface="Times New Roman"/>
                <a:sym typeface="Times New Roman"/>
              </a:rPr>
              <a:t>Most local-area networks use a </a:t>
            </a:r>
            <a:r>
              <a:rPr lang="en-US" sz="2800" b="1" i="1" u="none" strike="noStrike" cap="none">
                <a:solidFill>
                  <a:srgbClr val="FF0000"/>
                </a:solidFill>
                <a:latin typeface="Times New Roman"/>
                <a:ea typeface="Times New Roman"/>
                <a:cs typeface="Times New Roman"/>
                <a:sym typeface="Times New Roman"/>
              </a:rPr>
              <a:t>48-bit</a:t>
            </a:r>
            <a:r>
              <a:rPr lang="en-US" sz="2800" b="1" i="1" u="none" strike="noStrike" cap="none">
                <a:solidFill>
                  <a:srgbClr val="000000"/>
                </a:solidFill>
                <a:latin typeface="Times New Roman"/>
                <a:ea typeface="Times New Roman"/>
                <a:cs typeface="Times New Roman"/>
                <a:sym typeface="Times New Roman"/>
              </a:rPr>
              <a:t> (6-byte) physical address written as 12 hexadecimal digits; every byte (2 hexadecimal digits) is separated by a colon, as shown below:</a:t>
            </a:r>
            <a:endParaRPr/>
          </a:p>
        </p:txBody>
      </p:sp>
      <p:sp>
        <p:nvSpPr>
          <p:cNvPr id="873" name="Google Shape;873;p42"/>
          <p:cNvSpPr txBox="1"/>
          <p:nvPr/>
        </p:nvSpPr>
        <p:spPr>
          <a:xfrm>
            <a:off x="2667001" y="182564"/>
            <a:ext cx="2284413" cy="57943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200" b="1" i="1" u="none" strike="noStrike" cap="none">
                <a:solidFill>
                  <a:srgbClr val="FF0000"/>
                </a:solidFill>
                <a:latin typeface="Times New Roman"/>
                <a:ea typeface="Times New Roman"/>
                <a:cs typeface="Times New Roman"/>
                <a:sym typeface="Times New Roman"/>
              </a:rPr>
              <a:t>Example 2.2</a:t>
            </a:r>
            <a:endParaRPr/>
          </a:p>
        </p:txBody>
      </p:sp>
      <p:sp>
        <p:nvSpPr>
          <p:cNvPr id="874" name="Google Shape;874;p42"/>
          <p:cNvSpPr/>
          <p:nvPr/>
        </p:nvSpPr>
        <p:spPr>
          <a:xfrm>
            <a:off x="1752600" y="3717926"/>
            <a:ext cx="8534400" cy="1503363"/>
          </a:xfrm>
          <a:prstGeom prst="rect">
            <a:avLst/>
          </a:prstGeom>
          <a:solidFill>
            <a:srgbClr val="FFFF00"/>
          </a:solidFill>
          <a:ln w="9525" cap="flat" cmpd="sng">
            <a:solidFill>
              <a:schemeClr val="dk1"/>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3200" b="1" i="0" u="none" strike="noStrike" cap="none">
                <a:solidFill>
                  <a:srgbClr val="3333CC"/>
                </a:solidFill>
                <a:latin typeface="Times New Roman"/>
                <a:ea typeface="Times New Roman"/>
                <a:cs typeface="Times New Roman"/>
                <a:sym typeface="Times New Roman"/>
              </a:rPr>
              <a:t>07:01:02:01:2C:4B</a:t>
            </a:r>
            <a:br>
              <a:rPr lang="en-US" sz="3200" b="1" i="0" u="none" strike="noStrike" cap="none">
                <a:solidFill>
                  <a:srgbClr val="3333CC"/>
                </a:solidFill>
                <a:latin typeface="Times New Roman"/>
                <a:ea typeface="Times New Roman"/>
                <a:cs typeface="Times New Roman"/>
                <a:sym typeface="Times New Roman"/>
              </a:rPr>
            </a:br>
            <a:endParaRPr sz="3200" b="1" i="0" u="none" strike="noStrike" cap="none">
              <a:solidFill>
                <a:srgbClr val="3333CC"/>
              </a:solidFill>
              <a:latin typeface="Times New Roman"/>
              <a:ea typeface="Times New Roman"/>
              <a:cs typeface="Times New Roman"/>
              <a:sym typeface="Times New Roman"/>
            </a:endParaRPr>
          </a:p>
          <a:p>
            <a:pPr marL="0" marR="0" lvl="0" indent="0" algn="ctr" rtl="0">
              <a:spcBef>
                <a:spcPts val="0"/>
              </a:spcBef>
              <a:spcAft>
                <a:spcPts val="0"/>
              </a:spcAft>
              <a:buNone/>
            </a:pPr>
            <a:r>
              <a:rPr lang="en-US" sz="2800" b="1" i="0" u="none" strike="noStrike" cap="none">
                <a:solidFill>
                  <a:srgbClr val="000000"/>
                </a:solidFill>
                <a:latin typeface="Times New Roman"/>
                <a:ea typeface="Times New Roman"/>
                <a:cs typeface="Times New Roman"/>
                <a:sym typeface="Times New Roman"/>
              </a:rPr>
              <a:t>A 6-byte (12 hexadecimal digits) physical address.</a:t>
            </a:r>
            <a:endParaRPr/>
          </a:p>
        </p:txBody>
      </p:sp>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879"/>
        <p:cNvGrpSpPr/>
        <p:nvPr/>
      </p:nvGrpSpPr>
      <p:grpSpPr>
        <a:xfrm>
          <a:off x="0" y="0"/>
          <a:ext cx="0" cy="0"/>
          <a:chOff x="0" y="0"/>
          <a:chExt cx="0" cy="0"/>
        </a:xfrm>
      </p:grpSpPr>
      <p:sp>
        <p:nvSpPr>
          <p:cNvPr id="880" name="Google Shape;880;p43"/>
          <p:cNvSpPr txBox="1">
            <a:spLocks noGrp="1"/>
          </p:cNvSpPr>
          <p:nvPr>
            <p:ph type="sldNum" idx="12"/>
          </p:nvPr>
        </p:nvSpPr>
        <p:spPr>
          <a:xfrm>
            <a:off x="0" y="6400800"/>
            <a:ext cx="2540000" cy="457200"/>
          </a:xfrm>
          <a:prstGeom prst="rect">
            <a:avLst/>
          </a:prstGeom>
          <a:noFill/>
          <a:ln>
            <a:noFill/>
          </a:ln>
        </p:spPr>
        <p:txBody>
          <a:bodyPr spcFirstLastPara="1" wrap="square" lIns="91425" tIns="45700" rIns="91425" bIns="45700" anchor="b" anchorCtr="0">
            <a:noAutofit/>
          </a:bodyPr>
          <a:lstStyle/>
          <a:p>
            <a:pPr marL="0" marR="0" lvl="0" indent="0" algn="l" rtl="0">
              <a:spcBef>
                <a:spcPts val="0"/>
              </a:spcBef>
              <a:spcAft>
                <a:spcPts val="0"/>
              </a:spcAft>
              <a:buNone/>
            </a:pPr>
            <a:r>
              <a:rPr lang="en-US" sz="2000" b="1" i="0" u="none" strike="noStrike" cap="none">
                <a:solidFill>
                  <a:srgbClr val="000000"/>
                </a:solidFill>
                <a:latin typeface="Arial"/>
                <a:ea typeface="Arial"/>
                <a:cs typeface="Arial"/>
                <a:sym typeface="Arial"/>
              </a:rPr>
              <a:t>2.</a:t>
            </a:r>
            <a:fld id="{00000000-1234-1234-1234-123412341234}" type="slidenum">
              <a:rPr lang="en-US" sz="2000" b="1" i="0" u="none" strike="noStrike" cap="none">
                <a:solidFill>
                  <a:srgbClr val="000000"/>
                </a:solidFill>
                <a:latin typeface="Arial"/>
                <a:ea typeface="Arial"/>
                <a:cs typeface="Arial"/>
                <a:sym typeface="Arial"/>
              </a:rPr>
              <a:t>43</a:t>
            </a:fld>
            <a:endParaRPr sz="2000" b="1" i="0" u="none" strike="noStrike" cap="none">
              <a:solidFill>
                <a:srgbClr val="000000"/>
              </a:solidFill>
              <a:latin typeface="Arial"/>
              <a:ea typeface="Arial"/>
              <a:cs typeface="Arial"/>
              <a:sym typeface="Arial"/>
            </a:endParaRPr>
          </a:p>
        </p:txBody>
      </p:sp>
      <p:sp>
        <p:nvSpPr>
          <p:cNvPr id="881" name="Google Shape;881;p43"/>
          <p:cNvSpPr/>
          <p:nvPr/>
        </p:nvSpPr>
        <p:spPr>
          <a:xfrm>
            <a:off x="1890713" y="350838"/>
            <a:ext cx="438150" cy="474662"/>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0" i="0" u="none" strike="noStrike" cap="none">
              <a:solidFill>
                <a:srgbClr val="000000"/>
              </a:solidFill>
              <a:latin typeface="Tahoma"/>
              <a:ea typeface="Tahoma"/>
              <a:cs typeface="Tahoma"/>
              <a:sym typeface="Tahoma"/>
            </a:endParaRPr>
          </a:p>
        </p:txBody>
      </p:sp>
      <p:sp>
        <p:nvSpPr>
          <p:cNvPr id="882" name="Google Shape;882;p43"/>
          <p:cNvSpPr/>
          <p:nvPr/>
        </p:nvSpPr>
        <p:spPr>
          <a:xfrm>
            <a:off x="2273301" y="350838"/>
            <a:ext cx="328613" cy="474662"/>
          </a:xfrm>
          <a:prstGeom prst="rect">
            <a:avLst/>
          </a:prstGeom>
          <a:gradFill>
            <a:gsLst>
              <a:gs pos="0">
                <a:schemeClr val="accent2"/>
              </a:gs>
              <a:gs pos="100000">
                <a:schemeClr val="lt1"/>
              </a:gs>
            </a:gsLst>
            <a:lin ang="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0" i="0" u="none" strike="noStrike" cap="none">
              <a:solidFill>
                <a:srgbClr val="000000"/>
              </a:solidFill>
              <a:latin typeface="Tahoma"/>
              <a:ea typeface="Tahoma"/>
              <a:cs typeface="Tahoma"/>
              <a:sym typeface="Tahoma"/>
            </a:endParaRPr>
          </a:p>
        </p:txBody>
      </p:sp>
      <p:grpSp>
        <p:nvGrpSpPr>
          <p:cNvPr id="883" name="Google Shape;883;p43"/>
          <p:cNvGrpSpPr/>
          <p:nvPr/>
        </p:nvGrpSpPr>
        <p:grpSpPr>
          <a:xfrm>
            <a:off x="2014539" y="773113"/>
            <a:ext cx="738187" cy="474662"/>
            <a:chOff x="309" y="487"/>
            <a:chExt cx="465" cy="299"/>
          </a:xfrm>
        </p:grpSpPr>
        <p:sp>
          <p:nvSpPr>
            <p:cNvPr id="884" name="Google Shape;884;p43"/>
            <p:cNvSpPr/>
            <p:nvPr/>
          </p:nvSpPr>
          <p:spPr>
            <a:xfrm>
              <a:off x="309" y="487"/>
              <a:ext cx="266" cy="299"/>
            </a:xfrm>
            <a:prstGeom prst="rect">
              <a:avLst/>
            </a:prstGeom>
            <a:solidFill>
              <a:schemeClr val="folHlink"/>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0" i="0" u="none" strike="noStrike" cap="none">
                <a:solidFill>
                  <a:srgbClr val="000000"/>
                </a:solidFill>
                <a:latin typeface="Tahoma"/>
                <a:ea typeface="Tahoma"/>
                <a:cs typeface="Tahoma"/>
                <a:sym typeface="Tahoma"/>
              </a:endParaRPr>
            </a:p>
          </p:txBody>
        </p:sp>
        <p:sp>
          <p:nvSpPr>
            <p:cNvPr id="885" name="Google Shape;885;p43"/>
            <p:cNvSpPr/>
            <p:nvPr/>
          </p:nvSpPr>
          <p:spPr>
            <a:xfrm>
              <a:off x="542" y="487"/>
              <a:ext cx="232" cy="299"/>
            </a:xfrm>
            <a:prstGeom prst="rect">
              <a:avLst/>
            </a:prstGeom>
            <a:gradFill>
              <a:gsLst>
                <a:gs pos="0">
                  <a:schemeClr val="folHlink"/>
                </a:gs>
                <a:gs pos="100000">
                  <a:schemeClr val="lt1"/>
                </a:gs>
              </a:gsLst>
              <a:lin ang="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0" i="0" u="none" strike="noStrike" cap="none">
                <a:solidFill>
                  <a:srgbClr val="000000"/>
                </a:solidFill>
                <a:latin typeface="Tahoma"/>
                <a:ea typeface="Tahoma"/>
                <a:cs typeface="Tahoma"/>
                <a:sym typeface="Tahoma"/>
              </a:endParaRPr>
            </a:p>
          </p:txBody>
        </p:sp>
      </p:grpSp>
      <p:sp>
        <p:nvSpPr>
          <p:cNvPr id="886" name="Google Shape;886;p43"/>
          <p:cNvSpPr/>
          <p:nvPr/>
        </p:nvSpPr>
        <p:spPr>
          <a:xfrm>
            <a:off x="1600200" y="700089"/>
            <a:ext cx="560388" cy="422275"/>
          </a:xfrm>
          <a:prstGeom prst="rect">
            <a:avLst/>
          </a:prstGeom>
          <a:gradFill>
            <a:gsLst>
              <a:gs pos="0">
                <a:schemeClr val="lt1"/>
              </a:gs>
              <a:gs pos="100000">
                <a:schemeClr val="hlink"/>
              </a:gs>
            </a:gsLst>
            <a:lin ang="189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0" i="0" u="none" strike="noStrike" cap="none">
              <a:solidFill>
                <a:srgbClr val="000000"/>
              </a:solidFill>
              <a:latin typeface="Tahoma"/>
              <a:ea typeface="Tahoma"/>
              <a:cs typeface="Tahoma"/>
              <a:sym typeface="Tahoma"/>
            </a:endParaRPr>
          </a:p>
        </p:txBody>
      </p:sp>
      <p:sp>
        <p:nvSpPr>
          <p:cNvPr id="887" name="Google Shape;887;p43"/>
          <p:cNvSpPr/>
          <p:nvPr/>
        </p:nvSpPr>
        <p:spPr>
          <a:xfrm>
            <a:off x="2235200" y="242888"/>
            <a:ext cx="31750" cy="1052512"/>
          </a:xfrm>
          <a:prstGeom prst="rect">
            <a:avLst/>
          </a:prstGeom>
          <a:solidFill>
            <a:schemeClr val="l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0" i="0" u="none" strike="noStrike" cap="none">
              <a:solidFill>
                <a:srgbClr val="000000"/>
              </a:solidFill>
              <a:latin typeface="Tahoma"/>
              <a:ea typeface="Tahoma"/>
              <a:cs typeface="Tahoma"/>
              <a:sym typeface="Tahoma"/>
            </a:endParaRPr>
          </a:p>
        </p:txBody>
      </p:sp>
      <p:sp>
        <p:nvSpPr>
          <p:cNvPr id="888" name="Google Shape;888;p43"/>
          <p:cNvSpPr/>
          <p:nvPr/>
        </p:nvSpPr>
        <p:spPr>
          <a:xfrm>
            <a:off x="1966914" y="773113"/>
            <a:ext cx="8226425" cy="31750"/>
          </a:xfrm>
          <a:prstGeom prst="rect">
            <a:avLst/>
          </a:prstGeom>
          <a:gradFill>
            <a:gsLst>
              <a:gs pos="0">
                <a:schemeClr val="lt2"/>
              </a:gs>
              <a:gs pos="100000">
                <a:schemeClr val="lt1"/>
              </a:gs>
            </a:gsLst>
            <a:lin ang="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0" i="0" u="none" strike="noStrike" cap="none">
              <a:solidFill>
                <a:srgbClr val="000000"/>
              </a:solidFill>
              <a:latin typeface="Tahoma"/>
              <a:ea typeface="Tahoma"/>
              <a:cs typeface="Tahoma"/>
              <a:sym typeface="Tahoma"/>
            </a:endParaRPr>
          </a:p>
        </p:txBody>
      </p:sp>
      <p:sp>
        <p:nvSpPr>
          <p:cNvPr id="889" name="Google Shape;889;p43"/>
          <p:cNvSpPr/>
          <p:nvPr/>
        </p:nvSpPr>
        <p:spPr>
          <a:xfrm>
            <a:off x="1676400" y="1447800"/>
            <a:ext cx="8839200" cy="38100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b="1" i="0" u="none" strike="noStrike" cap="none">
              <a:solidFill>
                <a:srgbClr val="000000"/>
              </a:solidFill>
              <a:latin typeface="Times New Roman"/>
              <a:ea typeface="Times New Roman"/>
              <a:cs typeface="Times New Roman"/>
              <a:sym typeface="Times New Roman"/>
            </a:endParaRPr>
          </a:p>
        </p:txBody>
      </p:sp>
      <p:sp>
        <p:nvSpPr>
          <p:cNvPr id="890" name="Google Shape;890;p43"/>
          <p:cNvSpPr/>
          <p:nvPr/>
        </p:nvSpPr>
        <p:spPr>
          <a:xfrm>
            <a:off x="1752600" y="1524001"/>
            <a:ext cx="8534400" cy="3935413"/>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n-US" sz="2800" b="1" i="1" u="none" strike="noStrike" cap="none">
                <a:solidFill>
                  <a:srgbClr val="000000"/>
                </a:solidFill>
                <a:latin typeface="Times New Roman"/>
                <a:ea typeface="Times New Roman"/>
                <a:cs typeface="Times New Roman"/>
                <a:sym typeface="Times New Roman"/>
              </a:rPr>
              <a:t>Figure 2.20 shows a part of an internet with two routers connecting three LANs. Each device (computer or router) has a pair of addresses (logical and physical) for each connection. In this case, each computer is connected to only one link and therefore has only one pair of addresses. Each router, however, is connected to three networks (only two are shown in the figure). So each router has three pairs of addresses, one for each connection. </a:t>
            </a:r>
            <a:endParaRPr/>
          </a:p>
        </p:txBody>
      </p:sp>
      <p:sp>
        <p:nvSpPr>
          <p:cNvPr id="891" name="Google Shape;891;p43"/>
          <p:cNvSpPr txBox="1"/>
          <p:nvPr/>
        </p:nvSpPr>
        <p:spPr>
          <a:xfrm>
            <a:off x="2667001" y="182564"/>
            <a:ext cx="2284413" cy="57943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200" b="1" i="1" u="none" strike="noStrike" cap="none">
                <a:solidFill>
                  <a:srgbClr val="FF0000"/>
                </a:solidFill>
                <a:latin typeface="Times New Roman"/>
                <a:ea typeface="Times New Roman"/>
                <a:cs typeface="Times New Roman"/>
                <a:sym typeface="Times New Roman"/>
              </a:rPr>
              <a:t>Example 2.3</a:t>
            </a:r>
            <a:endParaRPr/>
          </a:p>
        </p:txBody>
      </p:sp>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896"/>
        <p:cNvGrpSpPr/>
        <p:nvPr/>
      </p:nvGrpSpPr>
      <p:grpSpPr>
        <a:xfrm>
          <a:off x="0" y="0"/>
          <a:ext cx="0" cy="0"/>
          <a:chOff x="0" y="0"/>
          <a:chExt cx="0" cy="0"/>
        </a:xfrm>
      </p:grpSpPr>
      <p:sp>
        <p:nvSpPr>
          <p:cNvPr id="897" name="Google Shape;897;p44"/>
          <p:cNvSpPr txBox="1">
            <a:spLocks noGrp="1"/>
          </p:cNvSpPr>
          <p:nvPr>
            <p:ph type="sldNum" idx="12"/>
          </p:nvPr>
        </p:nvSpPr>
        <p:spPr>
          <a:xfrm>
            <a:off x="0" y="6400800"/>
            <a:ext cx="2540000" cy="457200"/>
          </a:xfrm>
          <a:prstGeom prst="rect">
            <a:avLst/>
          </a:prstGeom>
          <a:noFill/>
          <a:ln>
            <a:noFill/>
          </a:ln>
        </p:spPr>
        <p:txBody>
          <a:bodyPr spcFirstLastPara="1" wrap="square" lIns="91425" tIns="45700" rIns="91425" bIns="45700" anchor="b" anchorCtr="0">
            <a:noAutofit/>
          </a:bodyPr>
          <a:lstStyle/>
          <a:p>
            <a:pPr marL="0" marR="0" lvl="0" indent="0" algn="l" rtl="0">
              <a:spcBef>
                <a:spcPts val="0"/>
              </a:spcBef>
              <a:spcAft>
                <a:spcPts val="0"/>
              </a:spcAft>
              <a:buNone/>
            </a:pPr>
            <a:r>
              <a:rPr lang="en-US" sz="2000" b="1" i="0" u="none" strike="noStrike" cap="none">
                <a:solidFill>
                  <a:srgbClr val="000000"/>
                </a:solidFill>
                <a:latin typeface="Arial"/>
                <a:ea typeface="Arial"/>
                <a:cs typeface="Arial"/>
                <a:sym typeface="Arial"/>
              </a:rPr>
              <a:t>2.</a:t>
            </a:r>
            <a:fld id="{00000000-1234-1234-1234-123412341234}" type="slidenum">
              <a:rPr lang="en-US" sz="2000" b="1" i="0" u="none" strike="noStrike" cap="none">
                <a:solidFill>
                  <a:srgbClr val="000000"/>
                </a:solidFill>
                <a:latin typeface="Arial"/>
                <a:ea typeface="Arial"/>
                <a:cs typeface="Arial"/>
                <a:sym typeface="Arial"/>
              </a:rPr>
              <a:t>44</a:t>
            </a:fld>
            <a:endParaRPr sz="2000" b="1" i="0" u="none" strike="noStrike" cap="none">
              <a:solidFill>
                <a:srgbClr val="000000"/>
              </a:solidFill>
              <a:latin typeface="Arial"/>
              <a:ea typeface="Arial"/>
              <a:cs typeface="Arial"/>
              <a:sym typeface="Arial"/>
            </a:endParaRPr>
          </a:p>
        </p:txBody>
      </p:sp>
      <p:cxnSp>
        <p:nvCxnSpPr>
          <p:cNvPr id="898" name="Google Shape;898;p44"/>
          <p:cNvCxnSpPr/>
          <p:nvPr/>
        </p:nvCxnSpPr>
        <p:spPr>
          <a:xfrm>
            <a:off x="1676400" y="152400"/>
            <a:ext cx="8763000" cy="0"/>
          </a:xfrm>
          <a:prstGeom prst="straightConnector1">
            <a:avLst/>
          </a:prstGeom>
          <a:noFill/>
          <a:ln w="76200" cap="flat" cmpd="sng">
            <a:solidFill>
              <a:schemeClr val="hlink"/>
            </a:solidFill>
            <a:prstDash val="solid"/>
            <a:round/>
            <a:headEnd type="none" w="med" len="med"/>
            <a:tailEnd type="none" w="med" len="med"/>
          </a:ln>
        </p:spPr>
      </p:cxnSp>
      <p:cxnSp>
        <p:nvCxnSpPr>
          <p:cNvPr id="899" name="Google Shape;899;p44"/>
          <p:cNvCxnSpPr/>
          <p:nvPr/>
        </p:nvCxnSpPr>
        <p:spPr>
          <a:xfrm>
            <a:off x="1676400" y="990600"/>
            <a:ext cx="8763000" cy="0"/>
          </a:xfrm>
          <a:prstGeom prst="straightConnector1">
            <a:avLst/>
          </a:prstGeom>
          <a:noFill/>
          <a:ln w="19050" cap="flat" cmpd="sng">
            <a:solidFill>
              <a:schemeClr val="hlink"/>
            </a:solidFill>
            <a:prstDash val="solid"/>
            <a:round/>
            <a:headEnd type="none" w="med" len="med"/>
            <a:tailEnd type="none" w="med" len="med"/>
          </a:ln>
        </p:spPr>
      </p:cxnSp>
      <p:sp>
        <p:nvSpPr>
          <p:cNvPr id="900" name="Google Shape;900;p44"/>
          <p:cNvSpPr txBox="1"/>
          <p:nvPr/>
        </p:nvSpPr>
        <p:spPr>
          <a:xfrm>
            <a:off x="1828801" y="381000"/>
            <a:ext cx="3128963" cy="4572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1" i="0" u="none" strike="noStrike" cap="none">
                <a:solidFill>
                  <a:srgbClr val="3333CC"/>
                </a:solidFill>
                <a:latin typeface="Times New Roman"/>
                <a:ea typeface="Times New Roman"/>
                <a:cs typeface="Times New Roman"/>
                <a:sym typeface="Times New Roman"/>
              </a:rPr>
              <a:t>Figure 2.20  </a:t>
            </a:r>
            <a:r>
              <a:rPr lang="en-US" sz="2000" b="1" i="1" u="none" strike="noStrike" cap="none">
                <a:solidFill>
                  <a:srgbClr val="000000"/>
                </a:solidFill>
                <a:latin typeface="Times New Roman"/>
                <a:ea typeface="Times New Roman"/>
                <a:cs typeface="Times New Roman"/>
                <a:sym typeface="Times New Roman"/>
              </a:rPr>
              <a:t>IP addresses</a:t>
            </a:r>
            <a:endParaRPr/>
          </a:p>
        </p:txBody>
      </p:sp>
      <p:cxnSp>
        <p:nvCxnSpPr>
          <p:cNvPr id="901" name="Google Shape;901;p44"/>
          <p:cNvCxnSpPr/>
          <p:nvPr/>
        </p:nvCxnSpPr>
        <p:spPr>
          <a:xfrm>
            <a:off x="1676400" y="6248400"/>
            <a:ext cx="8763000" cy="0"/>
          </a:xfrm>
          <a:prstGeom prst="straightConnector1">
            <a:avLst/>
          </a:prstGeom>
          <a:noFill/>
          <a:ln w="76200" cap="flat" cmpd="sng">
            <a:solidFill>
              <a:schemeClr val="hlink"/>
            </a:solidFill>
            <a:prstDash val="solid"/>
            <a:round/>
            <a:headEnd type="none" w="med" len="med"/>
            <a:tailEnd type="none" w="med" len="med"/>
          </a:ln>
        </p:spPr>
      </p:cxnSp>
      <p:pic>
        <p:nvPicPr>
          <p:cNvPr id="902" name="Google Shape;902;p44"/>
          <p:cNvPicPr preferRelativeResize="0"/>
          <p:nvPr/>
        </p:nvPicPr>
        <p:blipFill rotWithShape="1">
          <a:blip r:embed="rId3">
            <a:alphaModFix/>
          </a:blip>
          <a:srcRect/>
          <a:stretch/>
        </p:blipFill>
        <p:spPr>
          <a:xfrm>
            <a:off x="3074988" y="1089026"/>
            <a:ext cx="6069012" cy="5083175"/>
          </a:xfrm>
          <a:prstGeom prst="rect">
            <a:avLst/>
          </a:prstGeom>
          <a:noFill/>
          <a:ln>
            <a:noFill/>
          </a:ln>
        </p:spPr>
      </p:pic>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907"/>
        <p:cNvGrpSpPr/>
        <p:nvPr/>
      </p:nvGrpSpPr>
      <p:grpSpPr>
        <a:xfrm>
          <a:off x="0" y="0"/>
          <a:ext cx="0" cy="0"/>
          <a:chOff x="0" y="0"/>
          <a:chExt cx="0" cy="0"/>
        </a:xfrm>
      </p:grpSpPr>
      <p:sp>
        <p:nvSpPr>
          <p:cNvPr id="908" name="Google Shape;908;p45"/>
          <p:cNvSpPr txBox="1">
            <a:spLocks noGrp="1"/>
          </p:cNvSpPr>
          <p:nvPr>
            <p:ph type="sldNum" idx="12"/>
          </p:nvPr>
        </p:nvSpPr>
        <p:spPr>
          <a:xfrm>
            <a:off x="0" y="6400800"/>
            <a:ext cx="2540000" cy="457200"/>
          </a:xfrm>
          <a:prstGeom prst="rect">
            <a:avLst/>
          </a:prstGeom>
          <a:noFill/>
          <a:ln>
            <a:noFill/>
          </a:ln>
        </p:spPr>
        <p:txBody>
          <a:bodyPr spcFirstLastPara="1" wrap="square" lIns="91425" tIns="45700" rIns="91425" bIns="45700" anchor="b" anchorCtr="0">
            <a:noAutofit/>
          </a:bodyPr>
          <a:lstStyle/>
          <a:p>
            <a:pPr marL="0" marR="0" lvl="0" indent="0" algn="l" rtl="0">
              <a:spcBef>
                <a:spcPts val="0"/>
              </a:spcBef>
              <a:spcAft>
                <a:spcPts val="0"/>
              </a:spcAft>
              <a:buNone/>
            </a:pPr>
            <a:r>
              <a:rPr lang="en-US" sz="2000" b="1" i="0" u="none" strike="noStrike" cap="none">
                <a:solidFill>
                  <a:srgbClr val="000000"/>
                </a:solidFill>
                <a:latin typeface="Arial"/>
                <a:ea typeface="Arial"/>
                <a:cs typeface="Arial"/>
                <a:sym typeface="Arial"/>
              </a:rPr>
              <a:t>2.</a:t>
            </a:r>
            <a:fld id="{00000000-1234-1234-1234-123412341234}" type="slidenum">
              <a:rPr lang="en-US" sz="2000" b="1" i="0" u="none" strike="noStrike" cap="none">
                <a:solidFill>
                  <a:srgbClr val="000000"/>
                </a:solidFill>
                <a:latin typeface="Arial"/>
                <a:ea typeface="Arial"/>
                <a:cs typeface="Arial"/>
                <a:sym typeface="Arial"/>
              </a:rPr>
              <a:t>45</a:t>
            </a:fld>
            <a:endParaRPr sz="2000" b="1" i="0" u="none" strike="noStrike" cap="none">
              <a:solidFill>
                <a:srgbClr val="000000"/>
              </a:solidFill>
              <a:latin typeface="Arial"/>
              <a:ea typeface="Arial"/>
              <a:cs typeface="Arial"/>
              <a:sym typeface="Arial"/>
            </a:endParaRPr>
          </a:p>
        </p:txBody>
      </p:sp>
      <p:sp>
        <p:nvSpPr>
          <p:cNvPr id="909" name="Google Shape;909;p45"/>
          <p:cNvSpPr/>
          <p:nvPr/>
        </p:nvSpPr>
        <p:spPr>
          <a:xfrm>
            <a:off x="1890713" y="350838"/>
            <a:ext cx="438150" cy="474662"/>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0" i="0" u="none" strike="noStrike" cap="none">
              <a:solidFill>
                <a:srgbClr val="000000"/>
              </a:solidFill>
              <a:latin typeface="Tahoma"/>
              <a:ea typeface="Tahoma"/>
              <a:cs typeface="Tahoma"/>
              <a:sym typeface="Tahoma"/>
            </a:endParaRPr>
          </a:p>
        </p:txBody>
      </p:sp>
      <p:sp>
        <p:nvSpPr>
          <p:cNvPr id="910" name="Google Shape;910;p45"/>
          <p:cNvSpPr/>
          <p:nvPr/>
        </p:nvSpPr>
        <p:spPr>
          <a:xfrm>
            <a:off x="2273301" y="350838"/>
            <a:ext cx="328613" cy="474662"/>
          </a:xfrm>
          <a:prstGeom prst="rect">
            <a:avLst/>
          </a:prstGeom>
          <a:gradFill>
            <a:gsLst>
              <a:gs pos="0">
                <a:schemeClr val="accent2"/>
              </a:gs>
              <a:gs pos="100000">
                <a:schemeClr val="lt1"/>
              </a:gs>
            </a:gsLst>
            <a:lin ang="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0" i="0" u="none" strike="noStrike" cap="none">
              <a:solidFill>
                <a:srgbClr val="000000"/>
              </a:solidFill>
              <a:latin typeface="Tahoma"/>
              <a:ea typeface="Tahoma"/>
              <a:cs typeface="Tahoma"/>
              <a:sym typeface="Tahoma"/>
            </a:endParaRPr>
          </a:p>
        </p:txBody>
      </p:sp>
      <p:grpSp>
        <p:nvGrpSpPr>
          <p:cNvPr id="911" name="Google Shape;911;p45"/>
          <p:cNvGrpSpPr/>
          <p:nvPr/>
        </p:nvGrpSpPr>
        <p:grpSpPr>
          <a:xfrm>
            <a:off x="2014539" y="773113"/>
            <a:ext cx="738187" cy="474662"/>
            <a:chOff x="309" y="487"/>
            <a:chExt cx="465" cy="299"/>
          </a:xfrm>
        </p:grpSpPr>
        <p:sp>
          <p:nvSpPr>
            <p:cNvPr id="912" name="Google Shape;912;p45"/>
            <p:cNvSpPr/>
            <p:nvPr/>
          </p:nvSpPr>
          <p:spPr>
            <a:xfrm>
              <a:off x="309" y="487"/>
              <a:ext cx="266" cy="299"/>
            </a:xfrm>
            <a:prstGeom prst="rect">
              <a:avLst/>
            </a:prstGeom>
            <a:solidFill>
              <a:schemeClr val="folHlink"/>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0" i="0" u="none" strike="noStrike" cap="none">
                <a:solidFill>
                  <a:srgbClr val="000000"/>
                </a:solidFill>
                <a:latin typeface="Tahoma"/>
                <a:ea typeface="Tahoma"/>
                <a:cs typeface="Tahoma"/>
                <a:sym typeface="Tahoma"/>
              </a:endParaRPr>
            </a:p>
          </p:txBody>
        </p:sp>
        <p:sp>
          <p:nvSpPr>
            <p:cNvPr id="913" name="Google Shape;913;p45"/>
            <p:cNvSpPr/>
            <p:nvPr/>
          </p:nvSpPr>
          <p:spPr>
            <a:xfrm>
              <a:off x="542" y="487"/>
              <a:ext cx="232" cy="299"/>
            </a:xfrm>
            <a:prstGeom prst="rect">
              <a:avLst/>
            </a:prstGeom>
            <a:gradFill>
              <a:gsLst>
                <a:gs pos="0">
                  <a:schemeClr val="folHlink"/>
                </a:gs>
                <a:gs pos="100000">
                  <a:schemeClr val="lt1"/>
                </a:gs>
              </a:gsLst>
              <a:lin ang="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0" i="0" u="none" strike="noStrike" cap="none">
                <a:solidFill>
                  <a:srgbClr val="000000"/>
                </a:solidFill>
                <a:latin typeface="Tahoma"/>
                <a:ea typeface="Tahoma"/>
                <a:cs typeface="Tahoma"/>
                <a:sym typeface="Tahoma"/>
              </a:endParaRPr>
            </a:p>
          </p:txBody>
        </p:sp>
      </p:grpSp>
      <p:sp>
        <p:nvSpPr>
          <p:cNvPr id="914" name="Google Shape;914;p45"/>
          <p:cNvSpPr/>
          <p:nvPr/>
        </p:nvSpPr>
        <p:spPr>
          <a:xfrm>
            <a:off x="1600200" y="700089"/>
            <a:ext cx="560388" cy="422275"/>
          </a:xfrm>
          <a:prstGeom prst="rect">
            <a:avLst/>
          </a:prstGeom>
          <a:gradFill>
            <a:gsLst>
              <a:gs pos="0">
                <a:schemeClr val="lt1"/>
              </a:gs>
              <a:gs pos="100000">
                <a:schemeClr val="hlink"/>
              </a:gs>
            </a:gsLst>
            <a:lin ang="189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0" i="0" u="none" strike="noStrike" cap="none">
              <a:solidFill>
                <a:srgbClr val="000000"/>
              </a:solidFill>
              <a:latin typeface="Tahoma"/>
              <a:ea typeface="Tahoma"/>
              <a:cs typeface="Tahoma"/>
              <a:sym typeface="Tahoma"/>
            </a:endParaRPr>
          </a:p>
        </p:txBody>
      </p:sp>
      <p:sp>
        <p:nvSpPr>
          <p:cNvPr id="915" name="Google Shape;915;p45"/>
          <p:cNvSpPr/>
          <p:nvPr/>
        </p:nvSpPr>
        <p:spPr>
          <a:xfrm>
            <a:off x="2235200" y="242888"/>
            <a:ext cx="31750" cy="1052512"/>
          </a:xfrm>
          <a:prstGeom prst="rect">
            <a:avLst/>
          </a:prstGeom>
          <a:solidFill>
            <a:schemeClr val="l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0" i="0" u="none" strike="noStrike" cap="none">
              <a:solidFill>
                <a:srgbClr val="000000"/>
              </a:solidFill>
              <a:latin typeface="Tahoma"/>
              <a:ea typeface="Tahoma"/>
              <a:cs typeface="Tahoma"/>
              <a:sym typeface="Tahoma"/>
            </a:endParaRPr>
          </a:p>
        </p:txBody>
      </p:sp>
      <p:sp>
        <p:nvSpPr>
          <p:cNvPr id="916" name="Google Shape;916;p45"/>
          <p:cNvSpPr/>
          <p:nvPr/>
        </p:nvSpPr>
        <p:spPr>
          <a:xfrm>
            <a:off x="1966914" y="773113"/>
            <a:ext cx="8226425" cy="31750"/>
          </a:xfrm>
          <a:prstGeom prst="rect">
            <a:avLst/>
          </a:prstGeom>
          <a:gradFill>
            <a:gsLst>
              <a:gs pos="0">
                <a:schemeClr val="lt2"/>
              </a:gs>
              <a:gs pos="100000">
                <a:schemeClr val="lt1"/>
              </a:gs>
            </a:gsLst>
            <a:lin ang="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0" i="0" u="none" strike="noStrike" cap="none">
              <a:solidFill>
                <a:srgbClr val="000000"/>
              </a:solidFill>
              <a:latin typeface="Tahoma"/>
              <a:ea typeface="Tahoma"/>
              <a:cs typeface="Tahoma"/>
              <a:sym typeface="Tahoma"/>
            </a:endParaRPr>
          </a:p>
        </p:txBody>
      </p:sp>
      <p:sp>
        <p:nvSpPr>
          <p:cNvPr id="917" name="Google Shape;917;p45"/>
          <p:cNvSpPr/>
          <p:nvPr/>
        </p:nvSpPr>
        <p:spPr>
          <a:xfrm>
            <a:off x="1676400" y="1447800"/>
            <a:ext cx="8839200" cy="38100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b="1" i="0" u="none" strike="noStrike" cap="none">
              <a:solidFill>
                <a:srgbClr val="000000"/>
              </a:solidFill>
              <a:latin typeface="Times New Roman"/>
              <a:ea typeface="Times New Roman"/>
              <a:cs typeface="Times New Roman"/>
              <a:sym typeface="Times New Roman"/>
            </a:endParaRPr>
          </a:p>
        </p:txBody>
      </p:sp>
      <p:sp>
        <p:nvSpPr>
          <p:cNvPr id="918" name="Google Shape;918;p45"/>
          <p:cNvSpPr/>
          <p:nvPr/>
        </p:nvSpPr>
        <p:spPr>
          <a:xfrm>
            <a:off x="1752600" y="1371600"/>
            <a:ext cx="8534400" cy="4362450"/>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n-US" sz="2800" b="1" i="1" u="none" strike="noStrike" cap="none">
                <a:solidFill>
                  <a:srgbClr val="000000"/>
                </a:solidFill>
                <a:latin typeface="Times New Roman"/>
                <a:ea typeface="Times New Roman"/>
                <a:cs typeface="Times New Roman"/>
                <a:sym typeface="Times New Roman"/>
              </a:rPr>
              <a:t>Figure 2.21 shows two computers communicating via the Internet. The sending computer is running three processes at this time with port addresses a, b, and c. The receiving computer is running two processes at this time with port addresses j and k. Process </a:t>
            </a:r>
            <a:r>
              <a:rPr lang="en-US" sz="2800" b="1" i="1" u="none" strike="noStrike" cap="none">
                <a:solidFill>
                  <a:srgbClr val="FF0000"/>
                </a:solidFill>
                <a:latin typeface="Times New Roman"/>
                <a:ea typeface="Times New Roman"/>
                <a:cs typeface="Times New Roman"/>
                <a:sym typeface="Times New Roman"/>
              </a:rPr>
              <a:t>a</a:t>
            </a:r>
            <a:r>
              <a:rPr lang="en-US" sz="2800" b="1" i="1" u="none" strike="noStrike" cap="none">
                <a:solidFill>
                  <a:srgbClr val="000000"/>
                </a:solidFill>
                <a:latin typeface="Times New Roman"/>
                <a:ea typeface="Times New Roman"/>
                <a:cs typeface="Times New Roman"/>
                <a:sym typeface="Times New Roman"/>
              </a:rPr>
              <a:t> in the sending computer needs to communicate with process </a:t>
            </a:r>
            <a:r>
              <a:rPr lang="en-US" sz="2800" b="1" i="1" u="none" strike="noStrike" cap="none">
                <a:solidFill>
                  <a:srgbClr val="FF0000"/>
                </a:solidFill>
                <a:latin typeface="Times New Roman"/>
                <a:ea typeface="Times New Roman"/>
                <a:cs typeface="Times New Roman"/>
                <a:sym typeface="Times New Roman"/>
              </a:rPr>
              <a:t>j</a:t>
            </a:r>
            <a:r>
              <a:rPr lang="en-US" sz="2800" b="1" i="1" u="none" strike="noStrike" cap="none">
                <a:solidFill>
                  <a:srgbClr val="000000"/>
                </a:solidFill>
                <a:latin typeface="Times New Roman"/>
                <a:ea typeface="Times New Roman"/>
                <a:cs typeface="Times New Roman"/>
                <a:sym typeface="Times New Roman"/>
              </a:rPr>
              <a:t> in the receiving computer. Note that although physical addresses change from hop to hop, logical and port addresses remain the same from the source to destination. </a:t>
            </a:r>
            <a:endParaRPr/>
          </a:p>
        </p:txBody>
      </p:sp>
      <p:sp>
        <p:nvSpPr>
          <p:cNvPr id="919" name="Google Shape;919;p45"/>
          <p:cNvSpPr txBox="1"/>
          <p:nvPr/>
        </p:nvSpPr>
        <p:spPr>
          <a:xfrm>
            <a:off x="2667001" y="182564"/>
            <a:ext cx="2284413" cy="57943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200" b="1" i="1" u="none" strike="noStrike" cap="none">
                <a:solidFill>
                  <a:srgbClr val="FF0000"/>
                </a:solidFill>
                <a:latin typeface="Times New Roman"/>
                <a:ea typeface="Times New Roman"/>
                <a:cs typeface="Times New Roman"/>
                <a:sym typeface="Times New Roman"/>
              </a:rPr>
              <a:t>Example 2.4</a:t>
            </a:r>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924"/>
        <p:cNvGrpSpPr/>
        <p:nvPr/>
      </p:nvGrpSpPr>
      <p:grpSpPr>
        <a:xfrm>
          <a:off x="0" y="0"/>
          <a:ext cx="0" cy="0"/>
          <a:chOff x="0" y="0"/>
          <a:chExt cx="0" cy="0"/>
        </a:xfrm>
      </p:grpSpPr>
      <p:sp>
        <p:nvSpPr>
          <p:cNvPr id="925" name="Google Shape;925;p46"/>
          <p:cNvSpPr txBox="1">
            <a:spLocks noGrp="1"/>
          </p:cNvSpPr>
          <p:nvPr>
            <p:ph type="sldNum" idx="12"/>
          </p:nvPr>
        </p:nvSpPr>
        <p:spPr>
          <a:xfrm>
            <a:off x="0" y="6400800"/>
            <a:ext cx="2540000" cy="457200"/>
          </a:xfrm>
          <a:prstGeom prst="rect">
            <a:avLst/>
          </a:prstGeom>
          <a:noFill/>
          <a:ln>
            <a:noFill/>
          </a:ln>
        </p:spPr>
        <p:txBody>
          <a:bodyPr spcFirstLastPara="1" wrap="square" lIns="91425" tIns="45700" rIns="91425" bIns="45700" anchor="b" anchorCtr="0">
            <a:noAutofit/>
          </a:bodyPr>
          <a:lstStyle/>
          <a:p>
            <a:pPr marL="0" marR="0" lvl="0" indent="0" algn="l" rtl="0">
              <a:spcBef>
                <a:spcPts val="0"/>
              </a:spcBef>
              <a:spcAft>
                <a:spcPts val="0"/>
              </a:spcAft>
              <a:buNone/>
            </a:pPr>
            <a:r>
              <a:rPr lang="en-US" sz="2000" b="1" i="0" u="none" strike="noStrike" cap="none">
                <a:solidFill>
                  <a:srgbClr val="000000"/>
                </a:solidFill>
                <a:latin typeface="Arial"/>
                <a:ea typeface="Arial"/>
                <a:cs typeface="Arial"/>
                <a:sym typeface="Arial"/>
              </a:rPr>
              <a:t>2.</a:t>
            </a:r>
            <a:fld id="{00000000-1234-1234-1234-123412341234}" type="slidenum">
              <a:rPr lang="en-US" sz="2000" b="1" i="0" u="none" strike="noStrike" cap="none">
                <a:solidFill>
                  <a:srgbClr val="000000"/>
                </a:solidFill>
                <a:latin typeface="Arial"/>
                <a:ea typeface="Arial"/>
                <a:cs typeface="Arial"/>
                <a:sym typeface="Arial"/>
              </a:rPr>
              <a:t>46</a:t>
            </a:fld>
            <a:endParaRPr sz="2000" b="1" i="0" u="none" strike="noStrike" cap="none">
              <a:solidFill>
                <a:srgbClr val="000000"/>
              </a:solidFill>
              <a:latin typeface="Arial"/>
              <a:ea typeface="Arial"/>
              <a:cs typeface="Arial"/>
              <a:sym typeface="Arial"/>
            </a:endParaRPr>
          </a:p>
        </p:txBody>
      </p:sp>
      <p:cxnSp>
        <p:nvCxnSpPr>
          <p:cNvPr id="926" name="Google Shape;926;p46"/>
          <p:cNvCxnSpPr/>
          <p:nvPr/>
        </p:nvCxnSpPr>
        <p:spPr>
          <a:xfrm>
            <a:off x="1676400" y="152400"/>
            <a:ext cx="8763000" cy="0"/>
          </a:xfrm>
          <a:prstGeom prst="straightConnector1">
            <a:avLst/>
          </a:prstGeom>
          <a:noFill/>
          <a:ln w="76200" cap="flat" cmpd="sng">
            <a:solidFill>
              <a:schemeClr val="hlink"/>
            </a:solidFill>
            <a:prstDash val="solid"/>
            <a:round/>
            <a:headEnd type="none" w="med" len="med"/>
            <a:tailEnd type="none" w="med" len="med"/>
          </a:ln>
        </p:spPr>
      </p:cxnSp>
      <p:cxnSp>
        <p:nvCxnSpPr>
          <p:cNvPr id="927" name="Google Shape;927;p46"/>
          <p:cNvCxnSpPr/>
          <p:nvPr/>
        </p:nvCxnSpPr>
        <p:spPr>
          <a:xfrm>
            <a:off x="1676400" y="990600"/>
            <a:ext cx="8763000" cy="0"/>
          </a:xfrm>
          <a:prstGeom prst="straightConnector1">
            <a:avLst/>
          </a:prstGeom>
          <a:noFill/>
          <a:ln w="19050" cap="flat" cmpd="sng">
            <a:solidFill>
              <a:schemeClr val="hlink"/>
            </a:solidFill>
            <a:prstDash val="solid"/>
            <a:round/>
            <a:headEnd type="none" w="med" len="med"/>
            <a:tailEnd type="none" w="med" len="med"/>
          </a:ln>
        </p:spPr>
      </p:cxnSp>
      <p:sp>
        <p:nvSpPr>
          <p:cNvPr id="928" name="Google Shape;928;p46"/>
          <p:cNvSpPr txBox="1"/>
          <p:nvPr/>
        </p:nvSpPr>
        <p:spPr>
          <a:xfrm>
            <a:off x="1828801" y="381000"/>
            <a:ext cx="3325813" cy="4572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1" i="0" u="none" strike="noStrike" cap="none">
                <a:solidFill>
                  <a:srgbClr val="3333CC"/>
                </a:solidFill>
                <a:latin typeface="Times New Roman"/>
                <a:ea typeface="Times New Roman"/>
                <a:cs typeface="Times New Roman"/>
                <a:sym typeface="Times New Roman"/>
              </a:rPr>
              <a:t>Figure 2.21  </a:t>
            </a:r>
            <a:r>
              <a:rPr lang="en-US" sz="2000" b="1" i="1" u="none" strike="noStrike" cap="none">
                <a:solidFill>
                  <a:srgbClr val="000000"/>
                </a:solidFill>
                <a:latin typeface="Times New Roman"/>
                <a:ea typeface="Times New Roman"/>
                <a:cs typeface="Times New Roman"/>
                <a:sym typeface="Times New Roman"/>
              </a:rPr>
              <a:t>Port addresses</a:t>
            </a:r>
            <a:endParaRPr/>
          </a:p>
        </p:txBody>
      </p:sp>
      <p:cxnSp>
        <p:nvCxnSpPr>
          <p:cNvPr id="929" name="Google Shape;929;p46"/>
          <p:cNvCxnSpPr/>
          <p:nvPr/>
        </p:nvCxnSpPr>
        <p:spPr>
          <a:xfrm>
            <a:off x="1676400" y="6324600"/>
            <a:ext cx="8763000" cy="0"/>
          </a:xfrm>
          <a:prstGeom prst="straightConnector1">
            <a:avLst/>
          </a:prstGeom>
          <a:noFill/>
          <a:ln w="76200" cap="flat" cmpd="sng">
            <a:solidFill>
              <a:schemeClr val="hlink"/>
            </a:solidFill>
            <a:prstDash val="solid"/>
            <a:round/>
            <a:headEnd type="none" w="med" len="med"/>
            <a:tailEnd type="none" w="med" len="med"/>
          </a:ln>
        </p:spPr>
      </p:cxnSp>
      <p:pic>
        <p:nvPicPr>
          <p:cNvPr id="930" name="Google Shape;930;p46"/>
          <p:cNvPicPr preferRelativeResize="0"/>
          <p:nvPr/>
        </p:nvPicPr>
        <p:blipFill rotWithShape="1">
          <a:blip r:embed="rId3">
            <a:alphaModFix/>
          </a:blip>
          <a:srcRect/>
          <a:stretch/>
        </p:blipFill>
        <p:spPr>
          <a:xfrm>
            <a:off x="2409826" y="990600"/>
            <a:ext cx="7038975" cy="5276850"/>
          </a:xfrm>
          <a:prstGeom prst="rect">
            <a:avLst/>
          </a:prstGeom>
          <a:noFill/>
          <a:ln>
            <a:noFill/>
          </a:ln>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935"/>
        <p:cNvGrpSpPr/>
        <p:nvPr/>
      </p:nvGrpSpPr>
      <p:grpSpPr>
        <a:xfrm>
          <a:off x="0" y="0"/>
          <a:ext cx="0" cy="0"/>
          <a:chOff x="0" y="0"/>
          <a:chExt cx="0" cy="0"/>
        </a:xfrm>
      </p:grpSpPr>
      <p:sp>
        <p:nvSpPr>
          <p:cNvPr id="936" name="Google Shape;936;p47"/>
          <p:cNvSpPr txBox="1">
            <a:spLocks noGrp="1"/>
          </p:cNvSpPr>
          <p:nvPr>
            <p:ph type="sldNum" idx="12"/>
          </p:nvPr>
        </p:nvSpPr>
        <p:spPr>
          <a:xfrm>
            <a:off x="0" y="6400800"/>
            <a:ext cx="2540000" cy="457200"/>
          </a:xfrm>
          <a:prstGeom prst="rect">
            <a:avLst/>
          </a:prstGeom>
          <a:noFill/>
          <a:ln>
            <a:noFill/>
          </a:ln>
        </p:spPr>
        <p:txBody>
          <a:bodyPr spcFirstLastPara="1" wrap="square" lIns="91425" tIns="45700" rIns="91425" bIns="45700" anchor="b" anchorCtr="0">
            <a:noAutofit/>
          </a:bodyPr>
          <a:lstStyle/>
          <a:p>
            <a:pPr marL="0" marR="0" lvl="0" indent="0" algn="l" rtl="0">
              <a:spcBef>
                <a:spcPts val="0"/>
              </a:spcBef>
              <a:spcAft>
                <a:spcPts val="0"/>
              </a:spcAft>
              <a:buNone/>
            </a:pPr>
            <a:r>
              <a:rPr lang="en-US" sz="2000" b="1" i="0" u="none" strike="noStrike" cap="none">
                <a:solidFill>
                  <a:srgbClr val="000000"/>
                </a:solidFill>
                <a:latin typeface="Arial"/>
                <a:ea typeface="Arial"/>
                <a:cs typeface="Arial"/>
                <a:sym typeface="Arial"/>
              </a:rPr>
              <a:t>2.</a:t>
            </a:r>
            <a:fld id="{00000000-1234-1234-1234-123412341234}" type="slidenum">
              <a:rPr lang="en-US" sz="2000" b="1" i="0" u="none" strike="noStrike" cap="none">
                <a:solidFill>
                  <a:srgbClr val="000000"/>
                </a:solidFill>
                <a:latin typeface="Arial"/>
                <a:ea typeface="Arial"/>
                <a:cs typeface="Arial"/>
                <a:sym typeface="Arial"/>
              </a:rPr>
              <a:t>47</a:t>
            </a:fld>
            <a:endParaRPr sz="2000" b="1" i="0" u="none" strike="noStrike" cap="none">
              <a:solidFill>
                <a:srgbClr val="000000"/>
              </a:solidFill>
              <a:latin typeface="Arial"/>
              <a:ea typeface="Arial"/>
              <a:cs typeface="Arial"/>
              <a:sym typeface="Arial"/>
            </a:endParaRPr>
          </a:p>
        </p:txBody>
      </p:sp>
      <p:sp>
        <p:nvSpPr>
          <p:cNvPr id="937" name="Google Shape;937;p47"/>
          <p:cNvSpPr/>
          <p:nvPr/>
        </p:nvSpPr>
        <p:spPr>
          <a:xfrm>
            <a:off x="1890713" y="107951"/>
            <a:ext cx="438150" cy="474663"/>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0" i="0" u="none" strike="noStrike" cap="none">
              <a:solidFill>
                <a:srgbClr val="000000"/>
              </a:solidFill>
              <a:latin typeface="Tahoma"/>
              <a:ea typeface="Tahoma"/>
              <a:cs typeface="Tahoma"/>
              <a:sym typeface="Tahoma"/>
            </a:endParaRPr>
          </a:p>
        </p:txBody>
      </p:sp>
      <p:sp>
        <p:nvSpPr>
          <p:cNvPr id="938" name="Google Shape;938;p47"/>
          <p:cNvSpPr/>
          <p:nvPr/>
        </p:nvSpPr>
        <p:spPr>
          <a:xfrm>
            <a:off x="2273301" y="107951"/>
            <a:ext cx="328613" cy="474663"/>
          </a:xfrm>
          <a:prstGeom prst="rect">
            <a:avLst/>
          </a:prstGeom>
          <a:gradFill>
            <a:gsLst>
              <a:gs pos="0">
                <a:schemeClr val="accent2"/>
              </a:gs>
              <a:gs pos="100000">
                <a:schemeClr val="lt1"/>
              </a:gs>
            </a:gsLst>
            <a:lin ang="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0" i="0" u="none" strike="noStrike" cap="none">
              <a:solidFill>
                <a:srgbClr val="000000"/>
              </a:solidFill>
              <a:latin typeface="Tahoma"/>
              <a:ea typeface="Tahoma"/>
              <a:cs typeface="Tahoma"/>
              <a:sym typeface="Tahoma"/>
            </a:endParaRPr>
          </a:p>
        </p:txBody>
      </p:sp>
      <p:sp>
        <p:nvSpPr>
          <p:cNvPr id="939" name="Google Shape;939;p47"/>
          <p:cNvSpPr/>
          <p:nvPr/>
        </p:nvSpPr>
        <p:spPr>
          <a:xfrm>
            <a:off x="2014539" y="530226"/>
            <a:ext cx="422275" cy="474663"/>
          </a:xfrm>
          <a:prstGeom prst="rect">
            <a:avLst/>
          </a:prstGeom>
          <a:solidFill>
            <a:schemeClr val="folHlink"/>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0" i="0" u="none" strike="noStrike" cap="none">
              <a:solidFill>
                <a:srgbClr val="000000"/>
              </a:solidFill>
              <a:latin typeface="Tahoma"/>
              <a:ea typeface="Tahoma"/>
              <a:cs typeface="Tahoma"/>
              <a:sym typeface="Tahoma"/>
            </a:endParaRPr>
          </a:p>
        </p:txBody>
      </p:sp>
      <p:sp>
        <p:nvSpPr>
          <p:cNvPr id="940" name="Google Shape;940;p47"/>
          <p:cNvSpPr/>
          <p:nvPr/>
        </p:nvSpPr>
        <p:spPr>
          <a:xfrm>
            <a:off x="2384425" y="530226"/>
            <a:ext cx="368300" cy="474663"/>
          </a:xfrm>
          <a:prstGeom prst="rect">
            <a:avLst/>
          </a:prstGeom>
          <a:gradFill>
            <a:gsLst>
              <a:gs pos="0">
                <a:schemeClr val="folHlink"/>
              </a:gs>
              <a:gs pos="100000">
                <a:schemeClr val="lt1"/>
              </a:gs>
            </a:gsLst>
            <a:lin ang="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0" i="0" u="none" strike="noStrike" cap="none">
              <a:solidFill>
                <a:srgbClr val="000000"/>
              </a:solidFill>
              <a:latin typeface="Tahoma"/>
              <a:ea typeface="Tahoma"/>
              <a:cs typeface="Tahoma"/>
              <a:sym typeface="Tahoma"/>
            </a:endParaRPr>
          </a:p>
        </p:txBody>
      </p:sp>
      <p:sp>
        <p:nvSpPr>
          <p:cNvPr id="941" name="Google Shape;941;p47"/>
          <p:cNvSpPr/>
          <p:nvPr/>
        </p:nvSpPr>
        <p:spPr>
          <a:xfrm>
            <a:off x="1600200" y="457201"/>
            <a:ext cx="560388" cy="422275"/>
          </a:xfrm>
          <a:prstGeom prst="rect">
            <a:avLst/>
          </a:prstGeom>
          <a:gradFill>
            <a:gsLst>
              <a:gs pos="0">
                <a:schemeClr val="lt1"/>
              </a:gs>
              <a:gs pos="100000">
                <a:schemeClr val="hlink"/>
              </a:gs>
            </a:gsLst>
            <a:lin ang="189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0" i="0" u="none" strike="noStrike" cap="none">
              <a:solidFill>
                <a:srgbClr val="000000"/>
              </a:solidFill>
              <a:latin typeface="Tahoma"/>
              <a:ea typeface="Tahoma"/>
              <a:cs typeface="Tahoma"/>
              <a:sym typeface="Tahoma"/>
            </a:endParaRPr>
          </a:p>
        </p:txBody>
      </p:sp>
      <p:sp>
        <p:nvSpPr>
          <p:cNvPr id="942" name="Google Shape;942;p47"/>
          <p:cNvSpPr/>
          <p:nvPr/>
        </p:nvSpPr>
        <p:spPr>
          <a:xfrm>
            <a:off x="2235200" y="1"/>
            <a:ext cx="31750" cy="1052513"/>
          </a:xfrm>
          <a:prstGeom prst="rect">
            <a:avLst/>
          </a:prstGeom>
          <a:solidFill>
            <a:schemeClr val="l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0" i="0" u="none" strike="noStrike" cap="none">
              <a:solidFill>
                <a:srgbClr val="000000"/>
              </a:solidFill>
              <a:latin typeface="Tahoma"/>
              <a:ea typeface="Tahoma"/>
              <a:cs typeface="Tahoma"/>
              <a:sym typeface="Tahoma"/>
            </a:endParaRPr>
          </a:p>
        </p:txBody>
      </p:sp>
      <p:sp>
        <p:nvSpPr>
          <p:cNvPr id="943" name="Google Shape;943;p47"/>
          <p:cNvSpPr/>
          <p:nvPr/>
        </p:nvSpPr>
        <p:spPr>
          <a:xfrm>
            <a:off x="1966914" y="533400"/>
            <a:ext cx="8226425" cy="31750"/>
          </a:xfrm>
          <a:prstGeom prst="rect">
            <a:avLst/>
          </a:prstGeom>
          <a:gradFill>
            <a:gsLst>
              <a:gs pos="0">
                <a:schemeClr val="lt2"/>
              </a:gs>
              <a:gs pos="100000">
                <a:schemeClr val="lt1"/>
              </a:gs>
            </a:gsLst>
            <a:lin ang="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0" i="0" u="none" strike="noStrike" cap="none">
              <a:solidFill>
                <a:srgbClr val="000000"/>
              </a:solidFill>
              <a:latin typeface="Tahoma"/>
              <a:ea typeface="Tahoma"/>
              <a:cs typeface="Tahoma"/>
              <a:sym typeface="Tahoma"/>
            </a:endParaRPr>
          </a:p>
        </p:txBody>
      </p:sp>
      <p:cxnSp>
        <p:nvCxnSpPr>
          <p:cNvPr id="944" name="Google Shape;944;p47"/>
          <p:cNvCxnSpPr/>
          <p:nvPr/>
        </p:nvCxnSpPr>
        <p:spPr>
          <a:xfrm>
            <a:off x="2057400" y="2971800"/>
            <a:ext cx="8153400" cy="0"/>
          </a:xfrm>
          <a:prstGeom prst="straightConnector1">
            <a:avLst/>
          </a:prstGeom>
          <a:noFill/>
          <a:ln w="76200" cap="flat" cmpd="sng">
            <a:solidFill>
              <a:srgbClr val="009900"/>
            </a:solidFill>
            <a:prstDash val="solid"/>
            <a:round/>
            <a:headEnd type="none" w="med" len="med"/>
            <a:tailEnd type="none" w="med" len="med"/>
          </a:ln>
        </p:spPr>
      </p:cxnSp>
      <p:cxnSp>
        <p:nvCxnSpPr>
          <p:cNvPr id="945" name="Google Shape;945;p47"/>
          <p:cNvCxnSpPr/>
          <p:nvPr/>
        </p:nvCxnSpPr>
        <p:spPr>
          <a:xfrm>
            <a:off x="1982788" y="3962400"/>
            <a:ext cx="8153400" cy="0"/>
          </a:xfrm>
          <a:prstGeom prst="straightConnector1">
            <a:avLst/>
          </a:prstGeom>
          <a:noFill/>
          <a:ln w="76200" cap="flat" cmpd="sng">
            <a:solidFill>
              <a:srgbClr val="009900"/>
            </a:solidFill>
            <a:prstDash val="solid"/>
            <a:round/>
            <a:headEnd type="none" w="med" len="med"/>
            <a:tailEnd type="none" w="med" len="med"/>
          </a:ln>
        </p:spPr>
      </p:cxnSp>
      <p:sp>
        <p:nvSpPr>
          <p:cNvPr id="946" name="Google Shape;946;p47"/>
          <p:cNvSpPr/>
          <p:nvPr/>
        </p:nvSpPr>
        <p:spPr>
          <a:xfrm>
            <a:off x="2019300" y="3063876"/>
            <a:ext cx="8077200" cy="830997"/>
          </a:xfrm>
          <a:prstGeom prst="rect">
            <a:avLst/>
          </a:prstGeom>
          <a:solidFill>
            <a:srgbClr val="99FF33"/>
          </a:solid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400" b="1" i="0" u="none" strike="noStrike" cap="none">
                <a:solidFill>
                  <a:srgbClr val="000000"/>
                </a:solidFill>
                <a:latin typeface="Times New Roman"/>
                <a:ea typeface="Times New Roman"/>
                <a:cs typeface="Times New Roman"/>
                <a:sym typeface="Times New Roman"/>
              </a:rPr>
              <a:t>The physical addresses will change from hop to hop,</a:t>
            </a:r>
            <a:endParaRPr/>
          </a:p>
          <a:p>
            <a:pPr marL="0" marR="0" lvl="0" indent="0" algn="ctr" rtl="0">
              <a:spcBef>
                <a:spcPts val="0"/>
              </a:spcBef>
              <a:spcAft>
                <a:spcPts val="0"/>
              </a:spcAft>
              <a:buNone/>
            </a:pPr>
            <a:r>
              <a:rPr lang="en-US" sz="2400" b="1" i="0" u="none" strike="noStrike" cap="none">
                <a:solidFill>
                  <a:srgbClr val="000000"/>
                </a:solidFill>
                <a:latin typeface="Times New Roman"/>
                <a:ea typeface="Times New Roman"/>
                <a:cs typeface="Times New Roman"/>
                <a:sym typeface="Times New Roman"/>
              </a:rPr>
              <a:t>but the logical addresses usually remain the same.</a:t>
            </a:r>
            <a:endParaRPr/>
          </a:p>
        </p:txBody>
      </p:sp>
      <p:grpSp>
        <p:nvGrpSpPr>
          <p:cNvPr id="947" name="Google Shape;947;p47"/>
          <p:cNvGrpSpPr/>
          <p:nvPr/>
        </p:nvGrpSpPr>
        <p:grpSpPr>
          <a:xfrm>
            <a:off x="2057400" y="2286000"/>
            <a:ext cx="1143000" cy="566738"/>
            <a:chOff x="1200" y="1248"/>
            <a:chExt cx="720" cy="357"/>
          </a:xfrm>
        </p:grpSpPr>
        <p:pic>
          <p:nvPicPr>
            <p:cNvPr id="948" name="Google Shape;948;p47"/>
            <p:cNvPicPr preferRelativeResize="0"/>
            <p:nvPr/>
          </p:nvPicPr>
          <p:blipFill rotWithShape="1">
            <a:blip r:embed="rId3">
              <a:alphaModFix/>
            </a:blip>
            <a:srcRect/>
            <a:stretch/>
          </p:blipFill>
          <p:spPr>
            <a:xfrm>
              <a:off x="1200" y="1248"/>
              <a:ext cx="720" cy="357"/>
            </a:xfrm>
            <a:prstGeom prst="rect">
              <a:avLst/>
            </a:prstGeom>
            <a:noFill/>
            <a:ln>
              <a:noFill/>
            </a:ln>
          </p:spPr>
        </p:pic>
        <p:sp>
          <p:nvSpPr>
            <p:cNvPr id="949" name="Google Shape;949;p47"/>
            <p:cNvSpPr txBox="1"/>
            <p:nvPr/>
          </p:nvSpPr>
          <p:spPr>
            <a:xfrm>
              <a:off x="1284" y="1248"/>
              <a:ext cx="551" cy="32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b="1" i="1" u="none" strike="noStrike" cap="none">
                  <a:solidFill>
                    <a:srgbClr val="FF0000"/>
                  </a:solidFill>
                  <a:latin typeface="Times New Roman"/>
                  <a:ea typeface="Times New Roman"/>
                  <a:cs typeface="Times New Roman"/>
                  <a:sym typeface="Times New Roman"/>
                </a:rPr>
                <a:t>Note</a:t>
              </a:r>
              <a:endParaRPr/>
            </a:p>
          </p:txBody>
        </p:sp>
      </p:gr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954"/>
        <p:cNvGrpSpPr/>
        <p:nvPr/>
      </p:nvGrpSpPr>
      <p:grpSpPr>
        <a:xfrm>
          <a:off x="0" y="0"/>
          <a:ext cx="0" cy="0"/>
          <a:chOff x="0" y="0"/>
          <a:chExt cx="0" cy="0"/>
        </a:xfrm>
      </p:grpSpPr>
      <p:sp>
        <p:nvSpPr>
          <p:cNvPr id="955" name="Google Shape;955;p48"/>
          <p:cNvSpPr txBox="1">
            <a:spLocks noGrp="1"/>
          </p:cNvSpPr>
          <p:nvPr>
            <p:ph type="sldNum" idx="12"/>
          </p:nvPr>
        </p:nvSpPr>
        <p:spPr>
          <a:xfrm>
            <a:off x="0" y="6400800"/>
            <a:ext cx="2540000" cy="457200"/>
          </a:xfrm>
          <a:prstGeom prst="rect">
            <a:avLst/>
          </a:prstGeom>
          <a:noFill/>
          <a:ln>
            <a:noFill/>
          </a:ln>
        </p:spPr>
        <p:txBody>
          <a:bodyPr spcFirstLastPara="1" wrap="square" lIns="91425" tIns="45700" rIns="91425" bIns="45700" anchor="b" anchorCtr="0">
            <a:noAutofit/>
          </a:bodyPr>
          <a:lstStyle/>
          <a:p>
            <a:pPr marL="0" marR="0" lvl="0" indent="0" algn="l" rtl="0">
              <a:spcBef>
                <a:spcPts val="0"/>
              </a:spcBef>
              <a:spcAft>
                <a:spcPts val="0"/>
              </a:spcAft>
              <a:buNone/>
            </a:pPr>
            <a:r>
              <a:rPr lang="en-US" sz="2000" b="1" i="0" u="none" strike="noStrike" cap="none">
                <a:solidFill>
                  <a:srgbClr val="000000"/>
                </a:solidFill>
                <a:latin typeface="Arial"/>
                <a:ea typeface="Arial"/>
                <a:cs typeface="Arial"/>
                <a:sym typeface="Arial"/>
              </a:rPr>
              <a:t>2.</a:t>
            </a:r>
            <a:fld id="{00000000-1234-1234-1234-123412341234}" type="slidenum">
              <a:rPr lang="en-US" sz="2000" b="1" i="0" u="none" strike="noStrike" cap="none">
                <a:solidFill>
                  <a:srgbClr val="000000"/>
                </a:solidFill>
                <a:latin typeface="Arial"/>
                <a:ea typeface="Arial"/>
                <a:cs typeface="Arial"/>
                <a:sym typeface="Arial"/>
              </a:rPr>
              <a:t>48</a:t>
            </a:fld>
            <a:endParaRPr sz="2000" b="1" i="0" u="none" strike="noStrike" cap="none">
              <a:solidFill>
                <a:srgbClr val="000000"/>
              </a:solidFill>
              <a:latin typeface="Arial"/>
              <a:ea typeface="Arial"/>
              <a:cs typeface="Arial"/>
              <a:sym typeface="Arial"/>
            </a:endParaRPr>
          </a:p>
        </p:txBody>
      </p:sp>
      <p:sp>
        <p:nvSpPr>
          <p:cNvPr id="956" name="Google Shape;956;p48"/>
          <p:cNvSpPr/>
          <p:nvPr/>
        </p:nvSpPr>
        <p:spPr>
          <a:xfrm>
            <a:off x="1890713" y="350838"/>
            <a:ext cx="438150" cy="474662"/>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0" i="0" u="none" strike="noStrike" cap="none">
              <a:solidFill>
                <a:srgbClr val="000000"/>
              </a:solidFill>
              <a:latin typeface="Tahoma"/>
              <a:ea typeface="Tahoma"/>
              <a:cs typeface="Tahoma"/>
              <a:sym typeface="Tahoma"/>
            </a:endParaRPr>
          </a:p>
        </p:txBody>
      </p:sp>
      <p:sp>
        <p:nvSpPr>
          <p:cNvPr id="957" name="Google Shape;957;p48"/>
          <p:cNvSpPr/>
          <p:nvPr/>
        </p:nvSpPr>
        <p:spPr>
          <a:xfrm>
            <a:off x="2273301" y="350838"/>
            <a:ext cx="328613" cy="474662"/>
          </a:xfrm>
          <a:prstGeom prst="rect">
            <a:avLst/>
          </a:prstGeom>
          <a:gradFill>
            <a:gsLst>
              <a:gs pos="0">
                <a:schemeClr val="accent2"/>
              </a:gs>
              <a:gs pos="100000">
                <a:schemeClr val="lt1"/>
              </a:gs>
            </a:gsLst>
            <a:lin ang="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0" i="0" u="none" strike="noStrike" cap="none">
              <a:solidFill>
                <a:srgbClr val="000000"/>
              </a:solidFill>
              <a:latin typeface="Tahoma"/>
              <a:ea typeface="Tahoma"/>
              <a:cs typeface="Tahoma"/>
              <a:sym typeface="Tahoma"/>
            </a:endParaRPr>
          </a:p>
        </p:txBody>
      </p:sp>
      <p:grpSp>
        <p:nvGrpSpPr>
          <p:cNvPr id="958" name="Google Shape;958;p48"/>
          <p:cNvGrpSpPr/>
          <p:nvPr/>
        </p:nvGrpSpPr>
        <p:grpSpPr>
          <a:xfrm>
            <a:off x="2014539" y="773113"/>
            <a:ext cx="738187" cy="474662"/>
            <a:chOff x="309" y="487"/>
            <a:chExt cx="465" cy="299"/>
          </a:xfrm>
        </p:grpSpPr>
        <p:sp>
          <p:nvSpPr>
            <p:cNvPr id="959" name="Google Shape;959;p48"/>
            <p:cNvSpPr/>
            <p:nvPr/>
          </p:nvSpPr>
          <p:spPr>
            <a:xfrm>
              <a:off x="309" y="487"/>
              <a:ext cx="266" cy="299"/>
            </a:xfrm>
            <a:prstGeom prst="rect">
              <a:avLst/>
            </a:prstGeom>
            <a:solidFill>
              <a:schemeClr val="folHlink"/>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0" i="0" u="none" strike="noStrike" cap="none">
                <a:solidFill>
                  <a:srgbClr val="000000"/>
                </a:solidFill>
                <a:latin typeface="Tahoma"/>
                <a:ea typeface="Tahoma"/>
                <a:cs typeface="Tahoma"/>
                <a:sym typeface="Tahoma"/>
              </a:endParaRPr>
            </a:p>
          </p:txBody>
        </p:sp>
        <p:sp>
          <p:nvSpPr>
            <p:cNvPr id="960" name="Google Shape;960;p48"/>
            <p:cNvSpPr/>
            <p:nvPr/>
          </p:nvSpPr>
          <p:spPr>
            <a:xfrm>
              <a:off x="542" y="487"/>
              <a:ext cx="232" cy="299"/>
            </a:xfrm>
            <a:prstGeom prst="rect">
              <a:avLst/>
            </a:prstGeom>
            <a:gradFill>
              <a:gsLst>
                <a:gs pos="0">
                  <a:schemeClr val="folHlink"/>
                </a:gs>
                <a:gs pos="100000">
                  <a:schemeClr val="lt1"/>
                </a:gs>
              </a:gsLst>
              <a:lin ang="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0" i="0" u="none" strike="noStrike" cap="none">
                <a:solidFill>
                  <a:srgbClr val="000000"/>
                </a:solidFill>
                <a:latin typeface="Tahoma"/>
                <a:ea typeface="Tahoma"/>
                <a:cs typeface="Tahoma"/>
                <a:sym typeface="Tahoma"/>
              </a:endParaRPr>
            </a:p>
          </p:txBody>
        </p:sp>
      </p:grpSp>
      <p:sp>
        <p:nvSpPr>
          <p:cNvPr id="961" name="Google Shape;961;p48"/>
          <p:cNvSpPr/>
          <p:nvPr/>
        </p:nvSpPr>
        <p:spPr>
          <a:xfrm>
            <a:off x="1600200" y="700089"/>
            <a:ext cx="560388" cy="422275"/>
          </a:xfrm>
          <a:prstGeom prst="rect">
            <a:avLst/>
          </a:prstGeom>
          <a:gradFill>
            <a:gsLst>
              <a:gs pos="0">
                <a:schemeClr val="lt1"/>
              </a:gs>
              <a:gs pos="100000">
                <a:schemeClr val="hlink"/>
              </a:gs>
            </a:gsLst>
            <a:lin ang="189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0" i="0" u="none" strike="noStrike" cap="none">
              <a:solidFill>
                <a:srgbClr val="000000"/>
              </a:solidFill>
              <a:latin typeface="Tahoma"/>
              <a:ea typeface="Tahoma"/>
              <a:cs typeface="Tahoma"/>
              <a:sym typeface="Tahoma"/>
            </a:endParaRPr>
          </a:p>
        </p:txBody>
      </p:sp>
      <p:sp>
        <p:nvSpPr>
          <p:cNvPr id="962" name="Google Shape;962;p48"/>
          <p:cNvSpPr/>
          <p:nvPr/>
        </p:nvSpPr>
        <p:spPr>
          <a:xfrm>
            <a:off x="2235200" y="242888"/>
            <a:ext cx="31750" cy="1052512"/>
          </a:xfrm>
          <a:prstGeom prst="rect">
            <a:avLst/>
          </a:prstGeom>
          <a:solidFill>
            <a:schemeClr val="l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0" i="0" u="none" strike="noStrike" cap="none">
              <a:solidFill>
                <a:srgbClr val="000000"/>
              </a:solidFill>
              <a:latin typeface="Tahoma"/>
              <a:ea typeface="Tahoma"/>
              <a:cs typeface="Tahoma"/>
              <a:sym typeface="Tahoma"/>
            </a:endParaRPr>
          </a:p>
        </p:txBody>
      </p:sp>
      <p:sp>
        <p:nvSpPr>
          <p:cNvPr id="963" name="Google Shape;963;p48"/>
          <p:cNvSpPr/>
          <p:nvPr/>
        </p:nvSpPr>
        <p:spPr>
          <a:xfrm>
            <a:off x="1966914" y="773113"/>
            <a:ext cx="8226425" cy="31750"/>
          </a:xfrm>
          <a:prstGeom prst="rect">
            <a:avLst/>
          </a:prstGeom>
          <a:gradFill>
            <a:gsLst>
              <a:gs pos="0">
                <a:schemeClr val="lt2"/>
              </a:gs>
              <a:gs pos="100000">
                <a:schemeClr val="lt1"/>
              </a:gs>
            </a:gsLst>
            <a:lin ang="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0" i="0" u="none" strike="noStrike" cap="none">
              <a:solidFill>
                <a:srgbClr val="000000"/>
              </a:solidFill>
              <a:latin typeface="Tahoma"/>
              <a:ea typeface="Tahoma"/>
              <a:cs typeface="Tahoma"/>
              <a:sym typeface="Tahoma"/>
            </a:endParaRPr>
          </a:p>
        </p:txBody>
      </p:sp>
      <p:sp>
        <p:nvSpPr>
          <p:cNvPr id="964" name="Google Shape;964;p48"/>
          <p:cNvSpPr/>
          <p:nvPr/>
        </p:nvSpPr>
        <p:spPr>
          <a:xfrm>
            <a:off x="1676400" y="1447800"/>
            <a:ext cx="8839200" cy="38100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b="1" i="0" u="none" strike="noStrike" cap="none">
              <a:solidFill>
                <a:srgbClr val="000000"/>
              </a:solidFill>
              <a:latin typeface="Times New Roman"/>
              <a:ea typeface="Times New Roman"/>
              <a:cs typeface="Times New Roman"/>
              <a:sym typeface="Times New Roman"/>
            </a:endParaRPr>
          </a:p>
        </p:txBody>
      </p:sp>
      <p:sp>
        <p:nvSpPr>
          <p:cNvPr id="965" name="Google Shape;965;p48"/>
          <p:cNvSpPr txBox="1"/>
          <p:nvPr/>
        </p:nvSpPr>
        <p:spPr>
          <a:xfrm>
            <a:off x="2667001" y="182564"/>
            <a:ext cx="2284413" cy="57943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200" b="1" i="1" u="none" strike="noStrike" cap="none">
                <a:solidFill>
                  <a:srgbClr val="FF0000"/>
                </a:solidFill>
                <a:latin typeface="Times New Roman"/>
                <a:ea typeface="Times New Roman"/>
                <a:cs typeface="Times New Roman"/>
                <a:sym typeface="Times New Roman"/>
              </a:rPr>
              <a:t>Example 2.5</a:t>
            </a:r>
            <a:endParaRPr/>
          </a:p>
        </p:txBody>
      </p:sp>
      <p:sp>
        <p:nvSpPr>
          <p:cNvPr id="966" name="Google Shape;966;p48"/>
          <p:cNvSpPr/>
          <p:nvPr/>
        </p:nvSpPr>
        <p:spPr>
          <a:xfrm>
            <a:off x="1752600" y="1447800"/>
            <a:ext cx="8534400" cy="946150"/>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n-US" sz="2800" b="1" i="1" u="none" strike="noStrike" cap="none">
                <a:solidFill>
                  <a:srgbClr val="000000"/>
                </a:solidFill>
                <a:latin typeface="Times New Roman"/>
                <a:ea typeface="Times New Roman"/>
                <a:cs typeface="Times New Roman"/>
                <a:sym typeface="Times New Roman"/>
              </a:rPr>
              <a:t>A port address is a 16-bit address represented by one decimal number as shown.</a:t>
            </a:r>
            <a:endParaRPr/>
          </a:p>
        </p:txBody>
      </p:sp>
      <p:sp>
        <p:nvSpPr>
          <p:cNvPr id="967" name="Google Shape;967;p48"/>
          <p:cNvSpPr/>
          <p:nvPr/>
        </p:nvSpPr>
        <p:spPr>
          <a:xfrm>
            <a:off x="1828800" y="2819400"/>
            <a:ext cx="8382000" cy="1930400"/>
          </a:xfrm>
          <a:prstGeom prst="rect">
            <a:avLst/>
          </a:prstGeom>
          <a:solidFill>
            <a:srgbClr val="FFFF00"/>
          </a:solidFill>
          <a:ln w="9525" cap="flat" cmpd="sng">
            <a:solidFill>
              <a:schemeClr val="dk1"/>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3200" b="1" i="0" u="none" strike="noStrike" cap="none">
                <a:solidFill>
                  <a:srgbClr val="3333CC"/>
                </a:solidFill>
                <a:latin typeface="Times New Roman"/>
                <a:ea typeface="Times New Roman"/>
                <a:cs typeface="Times New Roman"/>
                <a:sym typeface="Times New Roman"/>
              </a:rPr>
              <a:t>753</a:t>
            </a:r>
            <a:br>
              <a:rPr lang="en-US" sz="3200" b="1" i="0" u="none" strike="noStrike" cap="none">
                <a:solidFill>
                  <a:srgbClr val="3333CC"/>
                </a:solidFill>
                <a:latin typeface="Times New Roman"/>
                <a:ea typeface="Times New Roman"/>
                <a:cs typeface="Times New Roman"/>
                <a:sym typeface="Times New Roman"/>
              </a:rPr>
            </a:br>
            <a:endParaRPr sz="3200" b="1" i="0" u="none" strike="noStrike" cap="none">
              <a:solidFill>
                <a:srgbClr val="3333CC"/>
              </a:solidFill>
              <a:latin typeface="Times New Roman"/>
              <a:ea typeface="Times New Roman"/>
              <a:cs typeface="Times New Roman"/>
              <a:sym typeface="Times New Roman"/>
            </a:endParaRPr>
          </a:p>
          <a:p>
            <a:pPr marL="0" marR="0" lvl="0" indent="0" algn="ctr" rtl="0">
              <a:spcBef>
                <a:spcPts val="0"/>
              </a:spcBef>
              <a:spcAft>
                <a:spcPts val="0"/>
              </a:spcAft>
              <a:buNone/>
            </a:pPr>
            <a:r>
              <a:rPr lang="en-US" sz="2800" b="1" i="0" u="none" strike="noStrike" cap="none">
                <a:solidFill>
                  <a:srgbClr val="000000"/>
                </a:solidFill>
                <a:latin typeface="Times New Roman"/>
                <a:ea typeface="Times New Roman"/>
                <a:cs typeface="Times New Roman"/>
                <a:sym typeface="Times New Roman"/>
              </a:rPr>
              <a:t>A 16-bit port address represented </a:t>
            </a:r>
            <a:br>
              <a:rPr lang="en-US" sz="2800" b="1" i="0" u="none" strike="noStrike" cap="none">
                <a:solidFill>
                  <a:srgbClr val="000000"/>
                </a:solidFill>
                <a:latin typeface="Times New Roman"/>
                <a:ea typeface="Times New Roman"/>
                <a:cs typeface="Times New Roman"/>
                <a:sym typeface="Times New Roman"/>
              </a:rPr>
            </a:br>
            <a:r>
              <a:rPr lang="en-US" sz="2800" b="1" i="0" u="none" strike="noStrike" cap="none">
                <a:solidFill>
                  <a:srgbClr val="000000"/>
                </a:solidFill>
                <a:latin typeface="Times New Roman"/>
                <a:ea typeface="Times New Roman"/>
                <a:cs typeface="Times New Roman"/>
                <a:sym typeface="Times New Roman"/>
              </a:rPr>
              <a:t>as one single number.</a:t>
            </a:r>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971"/>
        <p:cNvGrpSpPr/>
        <p:nvPr/>
      </p:nvGrpSpPr>
      <p:grpSpPr>
        <a:xfrm>
          <a:off x="0" y="0"/>
          <a:ext cx="0" cy="0"/>
          <a:chOff x="0" y="0"/>
          <a:chExt cx="0" cy="0"/>
        </a:xfrm>
      </p:grpSpPr>
      <p:sp>
        <p:nvSpPr>
          <p:cNvPr id="972" name="Google Shape;972;p49"/>
          <p:cNvSpPr txBox="1">
            <a:spLocks noGrp="1"/>
          </p:cNvSpPr>
          <p:nvPr>
            <p:ph type="title"/>
          </p:nvPr>
        </p:nvSpPr>
        <p:spPr>
          <a:xfrm>
            <a:off x="444500" y="542925"/>
            <a:ext cx="11214100" cy="535531"/>
          </a:xfrm>
          <a:prstGeom prst="rect">
            <a:avLst/>
          </a:prstGeom>
          <a:noFill/>
          <a:ln>
            <a:noFill/>
          </a:ln>
        </p:spPr>
        <p:txBody>
          <a:bodyPr spcFirstLastPara="1" wrap="square" lIns="91425" tIns="45700" rIns="91425" bIns="45700" anchor="t" anchorCtr="0">
            <a:spAutoFit/>
          </a:bodyPr>
          <a:lstStyle/>
          <a:p>
            <a:pPr marL="0" lvl="0" indent="0" algn="l" rtl="0">
              <a:lnSpc>
                <a:spcPct val="90000"/>
              </a:lnSpc>
              <a:spcBef>
                <a:spcPts val="0"/>
              </a:spcBef>
              <a:spcAft>
                <a:spcPts val="0"/>
              </a:spcAft>
              <a:buClr>
                <a:schemeClr val="lt1"/>
              </a:buClr>
              <a:buSzPts val="3200"/>
              <a:buFont typeface="Trebuchet MS"/>
              <a:buNone/>
            </a:pPr>
            <a:r>
              <a:rPr lang="en-US"/>
              <a:t>THE ORIGINS OF THE INTERNET</a:t>
            </a:r>
            <a:endParaRPr/>
          </a:p>
        </p:txBody>
      </p:sp>
      <p:sp>
        <p:nvSpPr>
          <p:cNvPr id="973" name="Google Shape;973;p49"/>
          <p:cNvSpPr txBox="1">
            <a:spLocks noGrp="1"/>
          </p:cNvSpPr>
          <p:nvPr>
            <p:ph type="sldNum" idx="12"/>
          </p:nvPr>
        </p:nvSpPr>
        <p:spPr>
          <a:xfrm>
            <a:off x="11252200" y="6315075"/>
            <a:ext cx="4064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49</a:t>
            </a:fld>
            <a:endParaRPr/>
          </a:p>
        </p:txBody>
      </p:sp>
      <p:sp>
        <p:nvSpPr>
          <p:cNvPr id="974" name="Google Shape;974;p49"/>
          <p:cNvSpPr txBox="1">
            <a:spLocks noGrp="1"/>
          </p:cNvSpPr>
          <p:nvPr>
            <p:ph type="body" idx="1"/>
          </p:nvPr>
        </p:nvSpPr>
        <p:spPr>
          <a:xfrm>
            <a:off x="443365" y="1825625"/>
            <a:ext cx="11215235" cy="4351338"/>
          </a:xfrm>
          <a:prstGeom prst="rect">
            <a:avLst/>
          </a:prstGeom>
          <a:noFill/>
          <a:ln>
            <a:noFill/>
          </a:ln>
        </p:spPr>
        <p:txBody>
          <a:bodyPr spcFirstLastPara="1" wrap="square" lIns="91425" tIns="45700" rIns="91425" bIns="45700" anchor="t" anchorCtr="0">
            <a:normAutofit/>
          </a:bodyPr>
          <a:lstStyle/>
          <a:p>
            <a:pPr marL="228600" lvl="0" indent="-228600" algn="just" rtl="0">
              <a:lnSpc>
                <a:spcPct val="90000"/>
              </a:lnSpc>
              <a:spcBef>
                <a:spcPts val="0"/>
              </a:spcBef>
              <a:spcAft>
                <a:spcPts val="0"/>
              </a:spcAft>
              <a:buSzPts val="2800"/>
              <a:buChar char="•"/>
            </a:pPr>
            <a:r>
              <a:rPr lang="en-US"/>
              <a:t>The origins of the internet are rooted in the USA of the 1950s. The Cold War was at its height and huge tensions existed between North America and the Soviet Union. </a:t>
            </a:r>
            <a:endParaRPr/>
          </a:p>
          <a:p>
            <a:pPr marL="228600" lvl="0" indent="-228600" algn="just" rtl="0">
              <a:lnSpc>
                <a:spcPct val="90000"/>
              </a:lnSpc>
              <a:spcBef>
                <a:spcPts val="1000"/>
              </a:spcBef>
              <a:spcAft>
                <a:spcPts val="0"/>
              </a:spcAft>
              <a:buSzPts val="2800"/>
              <a:buChar char="•"/>
            </a:pPr>
            <a:r>
              <a:rPr lang="en-US"/>
              <a:t>Both superpowers were in possession of deadly nuclear weapons, and people lived in fear of long-range surprise attacks. The US realized it needed a communications system that could not be affected by a Soviet nuclear attack.</a:t>
            </a:r>
            <a:endParaRPr/>
          </a:p>
          <a:p>
            <a:pPr marL="228600" lvl="0" indent="-228600" algn="just" rtl="0">
              <a:lnSpc>
                <a:spcPct val="90000"/>
              </a:lnSpc>
              <a:spcBef>
                <a:spcPts val="1000"/>
              </a:spcBef>
              <a:spcAft>
                <a:spcPts val="0"/>
              </a:spcAft>
              <a:buSzPts val="2800"/>
              <a:buChar char="•"/>
            </a:pPr>
            <a:r>
              <a:rPr lang="en-US"/>
              <a:t>At this time, computers were large, expensive machines exclusively used by military scientists and university staff.</a:t>
            </a:r>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978"/>
        <p:cNvGrpSpPr/>
        <p:nvPr/>
      </p:nvGrpSpPr>
      <p:grpSpPr>
        <a:xfrm>
          <a:off x="0" y="0"/>
          <a:ext cx="0" cy="0"/>
          <a:chOff x="0" y="0"/>
          <a:chExt cx="0" cy="0"/>
        </a:xfrm>
      </p:grpSpPr>
      <p:sp>
        <p:nvSpPr>
          <p:cNvPr id="979" name="Google Shape;979;p50"/>
          <p:cNvSpPr txBox="1">
            <a:spLocks noGrp="1"/>
          </p:cNvSpPr>
          <p:nvPr>
            <p:ph type="title"/>
          </p:nvPr>
        </p:nvSpPr>
        <p:spPr>
          <a:xfrm>
            <a:off x="444500" y="542925"/>
            <a:ext cx="11214100" cy="535531"/>
          </a:xfrm>
          <a:prstGeom prst="rect">
            <a:avLst/>
          </a:prstGeom>
          <a:noFill/>
          <a:ln>
            <a:noFill/>
          </a:ln>
        </p:spPr>
        <p:txBody>
          <a:bodyPr spcFirstLastPara="1" wrap="square" lIns="91425" tIns="45700" rIns="91425" bIns="45700" anchor="t" anchorCtr="0">
            <a:spAutoFit/>
          </a:bodyPr>
          <a:lstStyle/>
          <a:p>
            <a:pPr marL="0" lvl="0" indent="0" algn="l" rtl="0">
              <a:lnSpc>
                <a:spcPct val="90000"/>
              </a:lnSpc>
              <a:spcBef>
                <a:spcPts val="0"/>
              </a:spcBef>
              <a:spcAft>
                <a:spcPts val="0"/>
              </a:spcAft>
              <a:buClr>
                <a:schemeClr val="lt1"/>
              </a:buClr>
              <a:buSzPts val="3200"/>
              <a:buFont typeface="Trebuchet MS"/>
              <a:buNone/>
            </a:pPr>
            <a:r>
              <a:rPr lang="en-US"/>
              <a:t>THE ORIGINS OF THE INTERNET</a:t>
            </a:r>
            <a:endParaRPr/>
          </a:p>
        </p:txBody>
      </p:sp>
      <p:sp>
        <p:nvSpPr>
          <p:cNvPr id="980" name="Google Shape;980;p50"/>
          <p:cNvSpPr txBox="1">
            <a:spLocks noGrp="1"/>
          </p:cNvSpPr>
          <p:nvPr>
            <p:ph type="sldNum" idx="12"/>
          </p:nvPr>
        </p:nvSpPr>
        <p:spPr>
          <a:xfrm>
            <a:off x="11252200" y="6315075"/>
            <a:ext cx="4064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50</a:t>
            </a:fld>
            <a:endParaRPr/>
          </a:p>
        </p:txBody>
      </p:sp>
      <p:sp>
        <p:nvSpPr>
          <p:cNvPr id="981" name="Google Shape;981;p50"/>
          <p:cNvSpPr txBox="1">
            <a:spLocks noGrp="1"/>
          </p:cNvSpPr>
          <p:nvPr>
            <p:ph type="body" idx="1"/>
          </p:nvPr>
        </p:nvSpPr>
        <p:spPr>
          <a:xfrm>
            <a:off x="443365" y="1825625"/>
            <a:ext cx="11215235" cy="4351338"/>
          </a:xfrm>
          <a:prstGeom prst="rect">
            <a:avLst/>
          </a:prstGeom>
          <a:noFill/>
          <a:ln>
            <a:noFill/>
          </a:ln>
        </p:spPr>
        <p:txBody>
          <a:bodyPr spcFirstLastPara="1" wrap="square" lIns="91425" tIns="45700" rIns="91425" bIns="45700" anchor="t" anchorCtr="0">
            <a:normAutofit lnSpcReduction="10000"/>
          </a:bodyPr>
          <a:lstStyle/>
          <a:p>
            <a:pPr marL="228600" lvl="0" indent="-228600" algn="just" rtl="0">
              <a:lnSpc>
                <a:spcPct val="90000"/>
              </a:lnSpc>
              <a:spcBef>
                <a:spcPts val="0"/>
              </a:spcBef>
              <a:spcAft>
                <a:spcPts val="0"/>
              </a:spcAft>
              <a:buSzPts val="2800"/>
              <a:buChar char="•"/>
            </a:pPr>
            <a:r>
              <a:rPr lang="en-US"/>
              <a:t>These machines were powerful but limited in numbers, and researchers grew increasingly frustrated: they required access to the technology, but had to travel great distances to use it.</a:t>
            </a:r>
            <a:endParaRPr/>
          </a:p>
          <a:p>
            <a:pPr marL="228600" lvl="0" indent="-228600" algn="just" rtl="0">
              <a:lnSpc>
                <a:spcPct val="90000"/>
              </a:lnSpc>
              <a:spcBef>
                <a:spcPts val="1000"/>
              </a:spcBef>
              <a:spcAft>
                <a:spcPts val="0"/>
              </a:spcAft>
              <a:buSzPts val="2800"/>
              <a:buChar char="•"/>
            </a:pPr>
            <a:r>
              <a:rPr lang="en-US"/>
              <a:t>To solve this problem, researchers started ‘time-sharing’. This meant that users could simultaneously access a mainframe computer through a series of terminals, although individually they had only a fraction of the computer’s actual power at their command.</a:t>
            </a:r>
            <a:endParaRPr/>
          </a:p>
          <a:p>
            <a:pPr marL="228600" lvl="0" indent="-228600" algn="just" rtl="0">
              <a:lnSpc>
                <a:spcPct val="90000"/>
              </a:lnSpc>
              <a:spcBef>
                <a:spcPts val="1000"/>
              </a:spcBef>
              <a:spcAft>
                <a:spcPts val="0"/>
              </a:spcAft>
              <a:buSzPts val="2800"/>
              <a:buChar char="•"/>
            </a:pPr>
            <a:r>
              <a:rPr lang="en-US"/>
              <a:t>The difficulty of using such systems led various scientists, engineers and organizations to research the possibility of a large-scale computer network.</a:t>
            </a:r>
            <a:endParaRPr/>
          </a:p>
        </p:txBody>
      </p:sp>
    </p:spTree>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985"/>
        <p:cNvGrpSpPr/>
        <p:nvPr/>
      </p:nvGrpSpPr>
      <p:grpSpPr>
        <a:xfrm>
          <a:off x="0" y="0"/>
          <a:ext cx="0" cy="0"/>
          <a:chOff x="0" y="0"/>
          <a:chExt cx="0" cy="0"/>
        </a:xfrm>
      </p:grpSpPr>
      <p:sp>
        <p:nvSpPr>
          <p:cNvPr id="986" name="Google Shape;986;p51"/>
          <p:cNvSpPr txBox="1">
            <a:spLocks noGrp="1"/>
          </p:cNvSpPr>
          <p:nvPr>
            <p:ph type="sldNum" idx="12"/>
          </p:nvPr>
        </p:nvSpPr>
        <p:spPr>
          <a:xfrm>
            <a:off x="11252200" y="6315075"/>
            <a:ext cx="4064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51</a:t>
            </a:fld>
            <a:endParaRPr/>
          </a:p>
        </p:txBody>
      </p:sp>
      <p:pic>
        <p:nvPicPr>
          <p:cNvPr id="987" name="Google Shape;987;p51"/>
          <p:cNvPicPr preferRelativeResize="0"/>
          <p:nvPr/>
        </p:nvPicPr>
        <p:blipFill rotWithShape="1">
          <a:blip r:embed="rId3">
            <a:alphaModFix/>
          </a:blip>
          <a:srcRect/>
          <a:stretch/>
        </p:blipFill>
        <p:spPr>
          <a:xfrm>
            <a:off x="0" y="0"/>
            <a:ext cx="12192000" cy="6858000"/>
          </a:xfrm>
          <a:prstGeom prst="rect">
            <a:avLst/>
          </a:prstGeom>
          <a:noFill/>
          <a:ln>
            <a:noFill/>
          </a:ln>
        </p:spPr>
      </p:pic>
    </p:spTree>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991"/>
        <p:cNvGrpSpPr/>
        <p:nvPr/>
      </p:nvGrpSpPr>
      <p:grpSpPr>
        <a:xfrm>
          <a:off x="0" y="0"/>
          <a:ext cx="0" cy="0"/>
          <a:chOff x="0" y="0"/>
          <a:chExt cx="0" cy="0"/>
        </a:xfrm>
      </p:grpSpPr>
      <p:sp>
        <p:nvSpPr>
          <p:cNvPr id="992" name="Google Shape;992;p52"/>
          <p:cNvSpPr txBox="1">
            <a:spLocks noGrp="1"/>
          </p:cNvSpPr>
          <p:nvPr>
            <p:ph type="title"/>
          </p:nvPr>
        </p:nvSpPr>
        <p:spPr>
          <a:xfrm>
            <a:off x="444500" y="542925"/>
            <a:ext cx="11214100" cy="535531"/>
          </a:xfrm>
          <a:prstGeom prst="rect">
            <a:avLst/>
          </a:prstGeom>
          <a:noFill/>
          <a:ln>
            <a:noFill/>
          </a:ln>
        </p:spPr>
        <p:txBody>
          <a:bodyPr spcFirstLastPara="1" wrap="square" lIns="91425" tIns="45700" rIns="91425" bIns="45700" anchor="t" anchorCtr="0">
            <a:spAutoFit/>
          </a:bodyPr>
          <a:lstStyle/>
          <a:p>
            <a:pPr marL="0" lvl="0" indent="0" algn="l" rtl="0">
              <a:lnSpc>
                <a:spcPct val="90000"/>
              </a:lnSpc>
              <a:spcBef>
                <a:spcPts val="0"/>
              </a:spcBef>
              <a:spcAft>
                <a:spcPts val="0"/>
              </a:spcAft>
              <a:buClr>
                <a:schemeClr val="lt1"/>
              </a:buClr>
              <a:buSzPts val="3200"/>
              <a:buFont typeface="Trebuchet MS"/>
              <a:buNone/>
            </a:pPr>
            <a:r>
              <a:rPr lang="en-US"/>
              <a:t>Evolution</a:t>
            </a:r>
            <a:endParaRPr/>
          </a:p>
        </p:txBody>
      </p:sp>
      <p:sp>
        <p:nvSpPr>
          <p:cNvPr id="993" name="Google Shape;993;p52"/>
          <p:cNvSpPr txBox="1">
            <a:spLocks noGrp="1"/>
          </p:cNvSpPr>
          <p:nvPr>
            <p:ph type="sldNum" idx="12"/>
          </p:nvPr>
        </p:nvSpPr>
        <p:spPr>
          <a:xfrm>
            <a:off x="11252200" y="6315075"/>
            <a:ext cx="4064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52</a:t>
            </a:fld>
            <a:endParaRPr/>
          </a:p>
        </p:txBody>
      </p:sp>
      <p:sp>
        <p:nvSpPr>
          <p:cNvPr id="994" name="Google Shape;994;p52"/>
          <p:cNvSpPr txBox="1">
            <a:spLocks noGrp="1"/>
          </p:cNvSpPr>
          <p:nvPr>
            <p:ph type="body" idx="1"/>
          </p:nvPr>
        </p:nvSpPr>
        <p:spPr>
          <a:xfrm>
            <a:off x="443365" y="1381328"/>
            <a:ext cx="11215235" cy="4933747"/>
          </a:xfrm>
          <a:prstGeom prst="rect">
            <a:avLst/>
          </a:prstGeom>
          <a:noFill/>
          <a:ln>
            <a:noFill/>
          </a:ln>
        </p:spPr>
        <p:txBody>
          <a:bodyPr spcFirstLastPara="1" wrap="square" lIns="91425" tIns="45700" rIns="91425" bIns="45700" anchor="t" anchorCtr="0">
            <a:normAutofit fontScale="70000" lnSpcReduction="20000"/>
          </a:bodyPr>
          <a:lstStyle/>
          <a:p>
            <a:pPr marL="228600" lvl="0" indent="-228600" algn="l" rtl="0">
              <a:lnSpc>
                <a:spcPct val="120000"/>
              </a:lnSpc>
              <a:spcBef>
                <a:spcPts val="0"/>
              </a:spcBef>
              <a:spcAft>
                <a:spcPts val="0"/>
              </a:spcAft>
              <a:buSzPct val="100000"/>
              <a:buChar char="•"/>
            </a:pPr>
            <a:r>
              <a:rPr lang="en-US"/>
              <a:t>The concept of Internet was originated in 1969 and has undergone several technological &amp; Infrastructural changes as discussed below:</a:t>
            </a:r>
            <a:endParaRPr/>
          </a:p>
          <a:p>
            <a:pPr marL="228600" lvl="0" indent="-228600" algn="l" rtl="0">
              <a:lnSpc>
                <a:spcPct val="120000"/>
              </a:lnSpc>
              <a:spcBef>
                <a:spcPts val="1000"/>
              </a:spcBef>
              <a:spcAft>
                <a:spcPts val="0"/>
              </a:spcAft>
              <a:buSzPct val="100000"/>
              <a:buChar char="•"/>
            </a:pPr>
            <a:r>
              <a:rPr lang="en-US"/>
              <a:t>The origin of Internet devised from the concept of Advanced Research Project Agency Network (ARPANET).</a:t>
            </a:r>
            <a:endParaRPr/>
          </a:p>
          <a:p>
            <a:pPr marL="228600" lvl="0" indent="-228600" algn="l" rtl="0">
              <a:lnSpc>
                <a:spcPct val="120000"/>
              </a:lnSpc>
              <a:spcBef>
                <a:spcPts val="1000"/>
              </a:spcBef>
              <a:spcAft>
                <a:spcPts val="0"/>
              </a:spcAft>
              <a:buSzPct val="100000"/>
              <a:buChar char="•"/>
            </a:pPr>
            <a:r>
              <a:rPr lang="en-US"/>
              <a:t>ARPANET was developed by United States Department of Defense.</a:t>
            </a:r>
            <a:endParaRPr/>
          </a:p>
          <a:p>
            <a:pPr marL="228600" lvl="0" indent="-228600" algn="l" rtl="0">
              <a:lnSpc>
                <a:spcPct val="120000"/>
              </a:lnSpc>
              <a:spcBef>
                <a:spcPts val="1000"/>
              </a:spcBef>
              <a:spcAft>
                <a:spcPts val="0"/>
              </a:spcAft>
              <a:buSzPct val="100000"/>
              <a:buChar char="•"/>
            </a:pPr>
            <a:r>
              <a:rPr lang="en-US"/>
              <a:t>Basic purpose of ARPANET was to provide communication among the various bodies of government.</a:t>
            </a:r>
            <a:endParaRPr/>
          </a:p>
          <a:p>
            <a:pPr marL="228600" lvl="0" indent="-228600" algn="l" rtl="0">
              <a:lnSpc>
                <a:spcPct val="120000"/>
              </a:lnSpc>
              <a:spcBef>
                <a:spcPts val="1000"/>
              </a:spcBef>
              <a:spcAft>
                <a:spcPts val="0"/>
              </a:spcAft>
              <a:buSzPct val="100000"/>
              <a:buChar char="•"/>
            </a:pPr>
            <a:r>
              <a:rPr lang="en-US"/>
              <a:t>Initially, there were only four nodes, formally called Hosts.</a:t>
            </a:r>
            <a:endParaRPr/>
          </a:p>
          <a:p>
            <a:pPr marL="228600" lvl="0" indent="-228600" algn="l" rtl="0">
              <a:lnSpc>
                <a:spcPct val="120000"/>
              </a:lnSpc>
              <a:spcBef>
                <a:spcPts val="1000"/>
              </a:spcBef>
              <a:spcAft>
                <a:spcPts val="0"/>
              </a:spcAft>
              <a:buSzPct val="100000"/>
              <a:buChar char="•"/>
            </a:pPr>
            <a:r>
              <a:rPr lang="en-US"/>
              <a:t>In 1972, the ARPANET spread over the globe with 23 nodes located at different countries and thus became known as Internet.</a:t>
            </a:r>
            <a:endParaRPr/>
          </a:p>
          <a:p>
            <a:pPr marL="228600" lvl="0" indent="-228600" algn="l" rtl="0">
              <a:lnSpc>
                <a:spcPct val="120000"/>
              </a:lnSpc>
              <a:spcBef>
                <a:spcPts val="1000"/>
              </a:spcBef>
              <a:spcAft>
                <a:spcPts val="0"/>
              </a:spcAft>
              <a:buSzPct val="100000"/>
              <a:buChar char="•"/>
            </a:pPr>
            <a:r>
              <a:rPr lang="en-US"/>
              <a:t>By the time, with invention of new technologies such as TCP/IP protocols, DNS, WWW, browsers, scripting languages etc. Internet provided a medium to publish and access information over the web.</a:t>
            </a:r>
            <a:endParaRPr/>
          </a:p>
        </p:txBody>
      </p:sp>
    </p:spTree>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998"/>
        <p:cNvGrpSpPr/>
        <p:nvPr/>
      </p:nvGrpSpPr>
      <p:grpSpPr>
        <a:xfrm>
          <a:off x="0" y="0"/>
          <a:ext cx="0" cy="0"/>
          <a:chOff x="0" y="0"/>
          <a:chExt cx="0" cy="0"/>
        </a:xfrm>
      </p:grpSpPr>
      <p:sp>
        <p:nvSpPr>
          <p:cNvPr id="999" name="Google Shape;999;p53"/>
          <p:cNvSpPr txBox="1">
            <a:spLocks noGrp="1"/>
          </p:cNvSpPr>
          <p:nvPr>
            <p:ph type="title"/>
          </p:nvPr>
        </p:nvSpPr>
        <p:spPr>
          <a:xfrm>
            <a:off x="444500" y="542925"/>
            <a:ext cx="11214100" cy="535531"/>
          </a:xfrm>
          <a:prstGeom prst="rect">
            <a:avLst/>
          </a:prstGeom>
          <a:noFill/>
          <a:ln>
            <a:noFill/>
          </a:ln>
        </p:spPr>
        <p:txBody>
          <a:bodyPr spcFirstLastPara="1" wrap="square" lIns="91425" tIns="45700" rIns="91425" bIns="45700" anchor="t" anchorCtr="0">
            <a:spAutoFit/>
          </a:bodyPr>
          <a:lstStyle/>
          <a:p>
            <a:pPr marL="0" lvl="0" indent="0" algn="l" rtl="0">
              <a:lnSpc>
                <a:spcPct val="90000"/>
              </a:lnSpc>
              <a:spcBef>
                <a:spcPts val="0"/>
              </a:spcBef>
              <a:spcAft>
                <a:spcPts val="0"/>
              </a:spcAft>
              <a:buClr>
                <a:schemeClr val="lt1"/>
              </a:buClr>
              <a:buSzPts val="3200"/>
              <a:buFont typeface="Trebuchet MS"/>
              <a:buNone/>
            </a:pPr>
            <a:r>
              <a:rPr lang="en-US"/>
              <a:t>Internet Design Principles</a:t>
            </a:r>
            <a:endParaRPr/>
          </a:p>
        </p:txBody>
      </p:sp>
      <p:sp>
        <p:nvSpPr>
          <p:cNvPr id="1000" name="Google Shape;1000;p53"/>
          <p:cNvSpPr txBox="1">
            <a:spLocks noGrp="1"/>
          </p:cNvSpPr>
          <p:nvPr>
            <p:ph type="sldNum" idx="12"/>
          </p:nvPr>
        </p:nvSpPr>
        <p:spPr>
          <a:xfrm>
            <a:off x="11252200" y="6315075"/>
            <a:ext cx="4064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53</a:t>
            </a:fld>
            <a:endParaRPr/>
          </a:p>
        </p:txBody>
      </p:sp>
      <p:sp>
        <p:nvSpPr>
          <p:cNvPr id="1001" name="Google Shape;1001;p53"/>
          <p:cNvSpPr txBox="1">
            <a:spLocks noGrp="1"/>
          </p:cNvSpPr>
          <p:nvPr>
            <p:ph type="body" idx="1"/>
          </p:nvPr>
        </p:nvSpPr>
        <p:spPr>
          <a:xfrm>
            <a:off x="443365" y="1825625"/>
            <a:ext cx="11215235" cy="4351338"/>
          </a:xfrm>
          <a:prstGeom prst="rect">
            <a:avLst/>
          </a:prstGeom>
          <a:noFill/>
          <a:ln>
            <a:noFill/>
          </a:ln>
        </p:spPr>
        <p:txBody>
          <a:bodyPr spcFirstLastPara="1" wrap="square" lIns="91425" tIns="45700" rIns="91425" bIns="45700" anchor="t" anchorCtr="0">
            <a:normAutofit/>
          </a:bodyPr>
          <a:lstStyle/>
          <a:p>
            <a:pPr marL="228600" lvl="0" indent="-228600" algn="just" rtl="0">
              <a:lnSpc>
                <a:spcPct val="90000"/>
              </a:lnSpc>
              <a:spcBef>
                <a:spcPts val="0"/>
              </a:spcBef>
              <a:spcAft>
                <a:spcPts val="0"/>
              </a:spcAft>
              <a:buSzPts val="2800"/>
              <a:buChar char="•"/>
            </a:pPr>
            <a:r>
              <a:rPr lang="en-US"/>
              <a:t>The success and fast expansion of the Internet has been due to three critical design principles: </a:t>
            </a:r>
            <a:r>
              <a:rPr lang="en-US" b="1"/>
              <a:t>openness, access, and end-to-end</a:t>
            </a:r>
            <a:r>
              <a:rPr lang="en-US"/>
              <a:t>. Borrowing from the Internet Society (ISOC) definition and the author Stephen Krasner, a principle is understood as “beliefs of fact, causation, and rectitude”. These three principles are the cornerstone for the pervasive and ubiquitous internet uses in our daily lives today.</a:t>
            </a:r>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1005"/>
        <p:cNvGrpSpPr/>
        <p:nvPr/>
      </p:nvGrpSpPr>
      <p:grpSpPr>
        <a:xfrm>
          <a:off x="0" y="0"/>
          <a:ext cx="0" cy="0"/>
          <a:chOff x="0" y="0"/>
          <a:chExt cx="0" cy="0"/>
        </a:xfrm>
      </p:grpSpPr>
      <p:sp>
        <p:nvSpPr>
          <p:cNvPr id="1006" name="Google Shape;1006;p54"/>
          <p:cNvSpPr txBox="1">
            <a:spLocks noGrp="1"/>
          </p:cNvSpPr>
          <p:nvPr>
            <p:ph type="title"/>
          </p:nvPr>
        </p:nvSpPr>
        <p:spPr>
          <a:xfrm>
            <a:off x="444500" y="542925"/>
            <a:ext cx="11214100" cy="535531"/>
          </a:xfrm>
          <a:prstGeom prst="rect">
            <a:avLst/>
          </a:prstGeom>
          <a:noFill/>
          <a:ln>
            <a:noFill/>
          </a:ln>
        </p:spPr>
        <p:txBody>
          <a:bodyPr spcFirstLastPara="1" wrap="square" lIns="91425" tIns="45700" rIns="91425" bIns="45700" anchor="t" anchorCtr="0">
            <a:spAutoFit/>
          </a:bodyPr>
          <a:lstStyle/>
          <a:p>
            <a:pPr marL="0" lvl="0" indent="0" algn="l" rtl="0">
              <a:lnSpc>
                <a:spcPct val="90000"/>
              </a:lnSpc>
              <a:spcBef>
                <a:spcPts val="0"/>
              </a:spcBef>
              <a:spcAft>
                <a:spcPts val="0"/>
              </a:spcAft>
              <a:buClr>
                <a:schemeClr val="lt1"/>
              </a:buClr>
              <a:buSzPts val="3200"/>
              <a:buFont typeface="Trebuchet MS"/>
              <a:buNone/>
            </a:pPr>
            <a:r>
              <a:rPr lang="en-US"/>
              <a:t>Openness</a:t>
            </a:r>
            <a:endParaRPr/>
          </a:p>
        </p:txBody>
      </p:sp>
      <p:sp>
        <p:nvSpPr>
          <p:cNvPr id="1007" name="Google Shape;1007;p54"/>
          <p:cNvSpPr txBox="1">
            <a:spLocks noGrp="1"/>
          </p:cNvSpPr>
          <p:nvPr>
            <p:ph type="sldNum" idx="12"/>
          </p:nvPr>
        </p:nvSpPr>
        <p:spPr>
          <a:xfrm>
            <a:off x="11252200" y="6315075"/>
            <a:ext cx="4064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54</a:t>
            </a:fld>
            <a:endParaRPr/>
          </a:p>
        </p:txBody>
      </p:sp>
      <p:sp>
        <p:nvSpPr>
          <p:cNvPr id="1008" name="Google Shape;1008;p54"/>
          <p:cNvSpPr txBox="1">
            <a:spLocks noGrp="1"/>
          </p:cNvSpPr>
          <p:nvPr>
            <p:ph type="body" idx="1"/>
          </p:nvPr>
        </p:nvSpPr>
        <p:spPr>
          <a:xfrm>
            <a:off x="443365" y="1521096"/>
            <a:ext cx="11215235" cy="4351338"/>
          </a:xfrm>
          <a:prstGeom prst="rect">
            <a:avLst/>
          </a:prstGeom>
          <a:noFill/>
          <a:ln>
            <a:noFill/>
          </a:ln>
        </p:spPr>
        <p:txBody>
          <a:bodyPr spcFirstLastPara="1" wrap="square" lIns="91425" tIns="45700" rIns="91425" bIns="45700" anchor="t" anchorCtr="0">
            <a:normAutofit fontScale="77500" lnSpcReduction="20000"/>
          </a:bodyPr>
          <a:lstStyle/>
          <a:p>
            <a:pPr marL="228600" lvl="0" indent="-228600" algn="just" rtl="0">
              <a:lnSpc>
                <a:spcPct val="110000"/>
              </a:lnSpc>
              <a:spcBef>
                <a:spcPts val="0"/>
              </a:spcBef>
              <a:spcAft>
                <a:spcPts val="0"/>
              </a:spcAft>
              <a:buSzPct val="100000"/>
              <a:buChar char="•"/>
            </a:pPr>
            <a:r>
              <a:rPr lang="en-US"/>
              <a:t>The first principle is ‘openness’. </a:t>
            </a:r>
            <a:endParaRPr/>
          </a:p>
          <a:p>
            <a:pPr marL="228600" lvl="0" indent="-228600" algn="just" rtl="0">
              <a:lnSpc>
                <a:spcPct val="110000"/>
              </a:lnSpc>
              <a:spcBef>
                <a:spcPts val="1000"/>
              </a:spcBef>
              <a:spcAft>
                <a:spcPts val="0"/>
              </a:spcAft>
              <a:buSzPct val="100000"/>
              <a:buChar char="•"/>
            </a:pPr>
            <a:r>
              <a:rPr lang="en-US"/>
              <a:t>Openness can have multiple meanings for different stakeholders. </a:t>
            </a:r>
            <a:endParaRPr/>
          </a:p>
          <a:p>
            <a:pPr marL="228600" lvl="0" indent="-228600" algn="just" rtl="0">
              <a:lnSpc>
                <a:spcPct val="110000"/>
              </a:lnSpc>
              <a:spcBef>
                <a:spcPts val="1000"/>
              </a:spcBef>
              <a:spcAft>
                <a:spcPts val="0"/>
              </a:spcAft>
              <a:buSzPct val="100000"/>
              <a:buChar char="•"/>
            </a:pPr>
            <a:r>
              <a:rPr lang="en-US"/>
              <a:t>One common understanding of openness can refer to technical standards. Another understanding for openness is the open and transparent process on deciding how the Internet should operate. </a:t>
            </a:r>
            <a:endParaRPr/>
          </a:p>
          <a:p>
            <a:pPr marL="228600" lvl="0" indent="-228600" algn="just" rtl="0">
              <a:lnSpc>
                <a:spcPct val="110000"/>
              </a:lnSpc>
              <a:spcBef>
                <a:spcPts val="1000"/>
              </a:spcBef>
              <a:spcAft>
                <a:spcPts val="0"/>
              </a:spcAft>
              <a:buSzPct val="100000"/>
              <a:buChar char="•"/>
            </a:pPr>
            <a:r>
              <a:rPr lang="en-US"/>
              <a:t>This practice translates to minimal barriers to participation and access to information. Concerning Open standards, these are developed transparently and are non-proprietary by organizations such as the Internet Engineering Task Force (IETF), the Internet Research Task Force (IRTF) and the Internet Architecture Board (IAB). </a:t>
            </a:r>
            <a:endParaRPr/>
          </a:p>
          <a:p>
            <a:pPr marL="228600" lvl="0" indent="-228600" algn="just" rtl="0">
              <a:lnSpc>
                <a:spcPct val="110000"/>
              </a:lnSpc>
              <a:spcBef>
                <a:spcPts val="1000"/>
              </a:spcBef>
              <a:spcAft>
                <a:spcPts val="0"/>
              </a:spcAft>
              <a:buSzPct val="100000"/>
              <a:buChar char="•"/>
            </a:pPr>
            <a:r>
              <a:rPr lang="en-US"/>
              <a:t>The standards that are developed are essential to enabling devices, services and applications to work together on a wide and dispersed network of networks, thus ensuring interoperability.</a:t>
            </a:r>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1012"/>
        <p:cNvGrpSpPr/>
        <p:nvPr/>
      </p:nvGrpSpPr>
      <p:grpSpPr>
        <a:xfrm>
          <a:off x="0" y="0"/>
          <a:ext cx="0" cy="0"/>
          <a:chOff x="0" y="0"/>
          <a:chExt cx="0" cy="0"/>
        </a:xfrm>
      </p:grpSpPr>
      <p:sp>
        <p:nvSpPr>
          <p:cNvPr id="1013" name="Google Shape;1013;p55"/>
          <p:cNvSpPr txBox="1">
            <a:spLocks noGrp="1"/>
          </p:cNvSpPr>
          <p:nvPr>
            <p:ph type="title"/>
          </p:nvPr>
        </p:nvSpPr>
        <p:spPr>
          <a:xfrm>
            <a:off x="444500" y="542925"/>
            <a:ext cx="11214100" cy="535531"/>
          </a:xfrm>
          <a:prstGeom prst="rect">
            <a:avLst/>
          </a:prstGeom>
          <a:noFill/>
          <a:ln>
            <a:noFill/>
          </a:ln>
        </p:spPr>
        <p:txBody>
          <a:bodyPr spcFirstLastPara="1" wrap="square" lIns="91425" tIns="45700" rIns="91425" bIns="45700" anchor="t" anchorCtr="0">
            <a:spAutoFit/>
          </a:bodyPr>
          <a:lstStyle/>
          <a:p>
            <a:pPr marL="0" lvl="0" indent="0" algn="l" rtl="0">
              <a:lnSpc>
                <a:spcPct val="90000"/>
              </a:lnSpc>
              <a:spcBef>
                <a:spcPts val="0"/>
              </a:spcBef>
              <a:spcAft>
                <a:spcPts val="0"/>
              </a:spcAft>
              <a:buClr>
                <a:schemeClr val="lt1"/>
              </a:buClr>
              <a:buSzPts val="3200"/>
              <a:buFont typeface="Trebuchet MS"/>
              <a:buNone/>
            </a:pPr>
            <a:r>
              <a:rPr lang="en-US"/>
              <a:t>Access</a:t>
            </a:r>
            <a:endParaRPr/>
          </a:p>
        </p:txBody>
      </p:sp>
      <p:sp>
        <p:nvSpPr>
          <p:cNvPr id="1014" name="Google Shape;1014;p55"/>
          <p:cNvSpPr txBox="1">
            <a:spLocks noGrp="1"/>
          </p:cNvSpPr>
          <p:nvPr>
            <p:ph type="sldNum" idx="12"/>
          </p:nvPr>
        </p:nvSpPr>
        <p:spPr>
          <a:xfrm>
            <a:off x="11252200" y="6315075"/>
            <a:ext cx="4064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55</a:t>
            </a:fld>
            <a:endParaRPr/>
          </a:p>
        </p:txBody>
      </p:sp>
      <p:sp>
        <p:nvSpPr>
          <p:cNvPr id="1015" name="Google Shape;1015;p55"/>
          <p:cNvSpPr txBox="1">
            <a:spLocks noGrp="1"/>
          </p:cNvSpPr>
          <p:nvPr>
            <p:ph type="body" idx="1"/>
          </p:nvPr>
        </p:nvSpPr>
        <p:spPr>
          <a:xfrm>
            <a:off x="443365" y="1825625"/>
            <a:ext cx="11215235" cy="4351338"/>
          </a:xfrm>
          <a:prstGeom prst="rect">
            <a:avLst/>
          </a:prstGeom>
          <a:noFill/>
          <a:ln>
            <a:noFill/>
          </a:ln>
        </p:spPr>
        <p:txBody>
          <a:bodyPr spcFirstLastPara="1" wrap="square" lIns="91425" tIns="45700" rIns="91425" bIns="45700" anchor="t" anchorCtr="0">
            <a:normAutofit/>
          </a:bodyPr>
          <a:lstStyle/>
          <a:p>
            <a:pPr marL="228600" lvl="0" indent="-228600" algn="just" rtl="0">
              <a:lnSpc>
                <a:spcPct val="90000"/>
              </a:lnSpc>
              <a:spcBef>
                <a:spcPts val="0"/>
              </a:spcBef>
              <a:spcAft>
                <a:spcPts val="0"/>
              </a:spcAft>
              <a:buSzPts val="2800"/>
              <a:buChar char="•"/>
            </a:pPr>
            <a:r>
              <a:rPr lang="en-US"/>
              <a:t>The second principle is access, this is a key design feature since the birth of the Internet that has allowed for its growth and expansion.</a:t>
            </a:r>
            <a:endParaRPr/>
          </a:p>
          <a:p>
            <a:pPr marL="228600" lvl="0" indent="-228600" algn="just" rtl="0">
              <a:lnSpc>
                <a:spcPct val="90000"/>
              </a:lnSpc>
              <a:spcBef>
                <a:spcPts val="1000"/>
              </a:spcBef>
              <a:spcAft>
                <a:spcPts val="0"/>
              </a:spcAft>
              <a:buSzPts val="2800"/>
              <a:buChar char="•"/>
            </a:pPr>
            <a:r>
              <a:rPr lang="en-US"/>
              <a:t> The ‘access’ principle can be understood as no single entity or small collection of individuals can control the network as described by Leslie Daigle’s 2015 article On the Nature of the Internet. </a:t>
            </a:r>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1019"/>
        <p:cNvGrpSpPr/>
        <p:nvPr/>
      </p:nvGrpSpPr>
      <p:grpSpPr>
        <a:xfrm>
          <a:off x="0" y="0"/>
          <a:ext cx="0" cy="0"/>
          <a:chOff x="0" y="0"/>
          <a:chExt cx="0" cy="0"/>
        </a:xfrm>
      </p:grpSpPr>
      <p:sp>
        <p:nvSpPr>
          <p:cNvPr id="1020" name="Google Shape;1020;p56"/>
          <p:cNvSpPr txBox="1">
            <a:spLocks noGrp="1"/>
          </p:cNvSpPr>
          <p:nvPr>
            <p:ph type="title"/>
          </p:nvPr>
        </p:nvSpPr>
        <p:spPr>
          <a:xfrm>
            <a:off x="444500" y="542925"/>
            <a:ext cx="11214100" cy="535531"/>
          </a:xfrm>
          <a:prstGeom prst="rect">
            <a:avLst/>
          </a:prstGeom>
          <a:noFill/>
          <a:ln>
            <a:noFill/>
          </a:ln>
        </p:spPr>
        <p:txBody>
          <a:bodyPr spcFirstLastPara="1" wrap="square" lIns="91425" tIns="45700" rIns="91425" bIns="45700" anchor="t" anchorCtr="0">
            <a:spAutoFit/>
          </a:bodyPr>
          <a:lstStyle/>
          <a:p>
            <a:pPr marL="0" lvl="0" indent="0" algn="l" rtl="0">
              <a:lnSpc>
                <a:spcPct val="90000"/>
              </a:lnSpc>
              <a:spcBef>
                <a:spcPts val="0"/>
              </a:spcBef>
              <a:spcAft>
                <a:spcPts val="0"/>
              </a:spcAft>
              <a:buClr>
                <a:schemeClr val="lt1"/>
              </a:buClr>
              <a:buSzPts val="3200"/>
              <a:buFont typeface="Trebuchet MS"/>
              <a:buNone/>
            </a:pPr>
            <a:r>
              <a:rPr lang="en-US"/>
              <a:t>End-to-end</a:t>
            </a:r>
            <a:endParaRPr/>
          </a:p>
        </p:txBody>
      </p:sp>
      <p:sp>
        <p:nvSpPr>
          <p:cNvPr id="1021" name="Google Shape;1021;p56"/>
          <p:cNvSpPr txBox="1">
            <a:spLocks noGrp="1"/>
          </p:cNvSpPr>
          <p:nvPr>
            <p:ph type="sldNum" idx="12"/>
          </p:nvPr>
        </p:nvSpPr>
        <p:spPr>
          <a:xfrm>
            <a:off x="11252200" y="6315075"/>
            <a:ext cx="4064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56</a:t>
            </a:fld>
            <a:endParaRPr/>
          </a:p>
        </p:txBody>
      </p:sp>
      <p:sp>
        <p:nvSpPr>
          <p:cNvPr id="1022" name="Google Shape;1022;p56"/>
          <p:cNvSpPr txBox="1">
            <a:spLocks noGrp="1"/>
          </p:cNvSpPr>
          <p:nvPr>
            <p:ph type="body" idx="1"/>
          </p:nvPr>
        </p:nvSpPr>
        <p:spPr>
          <a:xfrm>
            <a:off x="443365" y="1825625"/>
            <a:ext cx="11215235" cy="4351338"/>
          </a:xfrm>
          <a:prstGeom prst="rect">
            <a:avLst/>
          </a:prstGeom>
          <a:noFill/>
          <a:ln>
            <a:noFill/>
          </a:ln>
        </p:spPr>
        <p:txBody>
          <a:bodyPr spcFirstLastPara="1" wrap="square" lIns="91425" tIns="45700" rIns="91425" bIns="45700" anchor="t" anchorCtr="0">
            <a:normAutofit/>
          </a:bodyPr>
          <a:lstStyle/>
          <a:p>
            <a:pPr marL="228600" lvl="0" indent="-228600" algn="just" rtl="0">
              <a:lnSpc>
                <a:spcPct val="90000"/>
              </a:lnSpc>
              <a:spcBef>
                <a:spcPts val="0"/>
              </a:spcBef>
              <a:spcAft>
                <a:spcPts val="0"/>
              </a:spcAft>
              <a:buSzPts val="2800"/>
              <a:buChar char="•"/>
            </a:pPr>
            <a:r>
              <a:rPr lang="en-US"/>
              <a:t>Lastly, the end-to-end principle is a key feature to ensure the reliability of the network. </a:t>
            </a:r>
            <a:endParaRPr/>
          </a:p>
          <a:p>
            <a:pPr marL="228600" lvl="0" indent="-228600" algn="just" rtl="0">
              <a:lnSpc>
                <a:spcPct val="90000"/>
              </a:lnSpc>
              <a:spcBef>
                <a:spcPts val="1000"/>
              </a:spcBef>
              <a:spcAft>
                <a:spcPts val="0"/>
              </a:spcAft>
              <a:buSzPts val="2800"/>
              <a:buChar char="•"/>
            </a:pPr>
            <a:r>
              <a:rPr lang="en-US"/>
              <a:t>To reference ISCO, this principle is understood as whenever possible, communications protocol operations should be defined to occur at the end-points of a communications system, or as close as possible to the resource being controlled”.</a:t>
            </a:r>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1026"/>
        <p:cNvGrpSpPr/>
        <p:nvPr/>
      </p:nvGrpSpPr>
      <p:grpSpPr>
        <a:xfrm>
          <a:off x="0" y="0"/>
          <a:ext cx="0" cy="0"/>
          <a:chOff x="0" y="0"/>
          <a:chExt cx="0" cy="0"/>
        </a:xfrm>
      </p:grpSpPr>
      <p:sp>
        <p:nvSpPr>
          <p:cNvPr id="1027" name="Google Shape;1027;p57"/>
          <p:cNvSpPr txBox="1">
            <a:spLocks noGrp="1"/>
          </p:cNvSpPr>
          <p:nvPr>
            <p:ph type="title"/>
          </p:nvPr>
        </p:nvSpPr>
        <p:spPr>
          <a:xfrm>
            <a:off x="444500" y="542925"/>
            <a:ext cx="11214100" cy="535531"/>
          </a:xfrm>
          <a:prstGeom prst="rect">
            <a:avLst/>
          </a:prstGeom>
          <a:noFill/>
          <a:ln>
            <a:noFill/>
          </a:ln>
        </p:spPr>
        <p:txBody>
          <a:bodyPr spcFirstLastPara="1" wrap="square" lIns="91425" tIns="45700" rIns="91425" bIns="45700" anchor="t" anchorCtr="0">
            <a:spAutoFit/>
          </a:bodyPr>
          <a:lstStyle/>
          <a:p>
            <a:pPr marL="0" lvl="0" indent="0" algn="l" rtl="0">
              <a:lnSpc>
                <a:spcPct val="90000"/>
              </a:lnSpc>
              <a:spcBef>
                <a:spcPts val="0"/>
              </a:spcBef>
              <a:spcAft>
                <a:spcPts val="0"/>
              </a:spcAft>
              <a:buClr>
                <a:schemeClr val="lt1"/>
              </a:buClr>
              <a:buSzPts val="3200"/>
              <a:buFont typeface="Trebuchet MS"/>
              <a:buNone/>
            </a:pPr>
            <a:r>
              <a:rPr lang="en-US"/>
              <a:t>Internet Protocol: </a:t>
            </a:r>
            <a:endParaRPr/>
          </a:p>
        </p:txBody>
      </p:sp>
      <p:sp>
        <p:nvSpPr>
          <p:cNvPr id="1028" name="Google Shape;1028;p57"/>
          <p:cNvSpPr txBox="1">
            <a:spLocks noGrp="1"/>
          </p:cNvSpPr>
          <p:nvPr>
            <p:ph type="sldNum" idx="12"/>
          </p:nvPr>
        </p:nvSpPr>
        <p:spPr>
          <a:xfrm>
            <a:off x="11252200" y="6315075"/>
            <a:ext cx="4064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57</a:t>
            </a:fld>
            <a:endParaRPr/>
          </a:p>
        </p:txBody>
      </p:sp>
      <p:sp>
        <p:nvSpPr>
          <p:cNvPr id="1029" name="Google Shape;1029;p57"/>
          <p:cNvSpPr txBox="1">
            <a:spLocks noGrp="1"/>
          </p:cNvSpPr>
          <p:nvPr>
            <p:ph type="body" idx="1"/>
          </p:nvPr>
        </p:nvSpPr>
        <p:spPr>
          <a:xfrm>
            <a:off x="443365" y="1825625"/>
            <a:ext cx="11215235" cy="4351338"/>
          </a:xfrm>
          <a:prstGeom prst="rect">
            <a:avLst/>
          </a:prstGeom>
          <a:noFill/>
          <a:ln>
            <a:noFill/>
          </a:ln>
        </p:spPr>
        <p:txBody>
          <a:bodyPr spcFirstLastPara="1" wrap="square" lIns="91425" tIns="45700" rIns="91425" bIns="45700" anchor="t" anchorCtr="0">
            <a:normAutofit/>
          </a:bodyPr>
          <a:lstStyle/>
          <a:p>
            <a:pPr marL="228600" lvl="0" indent="-228600" algn="just" rtl="0">
              <a:lnSpc>
                <a:spcPct val="90000"/>
              </a:lnSpc>
              <a:spcBef>
                <a:spcPts val="0"/>
              </a:spcBef>
              <a:spcAft>
                <a:spcPts val="0"/>
              </a:spcAft>
              <a:buSzPts val="2800"/>
              <a:buChar char="•"/>
            </a:pPr>
            <a:r>
              <a:rPr lang="en-US"/>
              <a:t>IP is an unreliable and connectionless datagram protocol—a best-effort delivery service. The term best-effort means that IP packets can be corrupted, lost, arrive out of order, or delayed and may create congestion for the network. </a:t>
            </a:r>
            <a:endParaRPr/>
          </a:p>
          <a:p>
            <a:pPr marL="228600" lvl="0" indent="-228600" algn="just" rtl="0">
              <a:lnSpc>
                <a:spcPct val="90000"/>
              </a:lnSpc>
              <a:spcBef>
                <a:spcPts val="1000"/>
              </a:spcBef>
              <a:spcAft>
                <a:spcPts val="0"/>
              </a:spcAft>
              <a:buSzPts val="2800"/>
              <a:buChar char="•"/>
            </a:pPr>
            <a:r>
              <a:rPr lang="en-US"/>
              <a:t>The identifier used in the IP layer of the TCP/IP protocol suite to identify each device connected to the Internet is called the Internet address or IP address. An IPv4 address is a 32-bit address that uniquely and universally defines the connection of a host or a router to the Internet; an IP address is the address of the interface. </a:t>
            </a:r>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1033"/>
        <p:cNvGrpSpPr/>
        <p:nvPr/>
      </p:nvGrpSpPr>
      <p:grpSpPr>
        <a:xfrm>
          <a:off x="0" y="0"/>
          <a:ext cx="0" cy="0"/>
          <a:chOff x="0" y="0"/>
          <a:chExt cx="0" cy="0"/>
        </a:xfrm>
      </p:grpSpPr>
      <p:sp>
        <p:nvSpPr>
          <p:cNvPr id="1034" name="Google Shape;1034;p58"/>
          <p:cNvSpPr txBox="1">
            <a:spLocks noGrp="1"/>
          </p:cNvSpPr>
          <p:nvPr>
            <p:ph type="title"/>
          </p:nvPr>
        </p:nvSpPr>
        <p:spPr>
          <a:xfrm>
            <a:off x="444500" y="542925"/>
            <a:ext cx="11214100" cy="535531"/>
          </a:xfrm>
          <a:prstGeom prst="rect">
            <a:avLst/>
          </a:prstGeom>
          <a:noFill/>
          <a:ln>
            <a:noFill/>
          </a:ln>
        </p:spPr>
        <p:txBody>
          <a:bodyPr spcFirstLastPara="1" wrap="square" lIns="91425" tIns="45700" rIns="91425" bIns="45700" anchor="t" anchorCtr="0">
            <a:spAutoFit/>
          </a:bodyPr>
          <a:lstStyle/>
          <a:p>
            <a:pPr marL="0" lvl="0" indent="0" algn="l" rtl="0">
              <a:lnSpc>
                <a:spcPct val="90000"/>
              </a:lnSpc>
              <a:spcBef>
                <a:spcPts val="0"/>
              </a:spcBef>
              <a:spcAft>
                <a:spcPts val="0"/>
              </a:spcAft>
              <a:buClr>
                <a:schemeClr val="lt1"/>
              </a:buClr>
              <a:buSzPts val="3200"/>
              <a:buFont typeface="Trebuchet MS"/>
              <a:buNone/>
            </a:pPr>
            <a:r>
              <a:rPr lang="en-US"/>
              <a:t>IP datagram</a:t>
            </a:r>
            <a:endParaRPr/>
          </a:p>
        </p:txBody>
      </p:sp>
      <p:sp>
        <p:nvSpPr>
          <p:cNvPr id="1035" name="Google Shape;1035;p58"/>
          <p:cNvSpPr txBox="1">
            <a:spLocks noGrp="1"/>
          </p:cNvSpPr>
          <p:nvPr>
            <p:ph type="sldNum" idx="12"/>
          </p:nvPr>
        </p:nvSpPr>
        <p:spPr>
          <a:xfrm>
            <a:off x="11252200" y="6315075"/>
            <a:ext cx="4064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58</a:t>
            </a:fld>
            <a:endParaRPr/>
          </a:p>
        </p:txBody>
      </p:sp>
      <p:pic>
        <p:nvPicPr>
          <p:cNvPr id="1036" name="Google Shape;1036;p58"/>
          <p:cNvPicPr preferRelativeResize="0"/>
          <p:nvPr/>
        </p:nvPicPr>
        <p:blipFill rotWithShape="1">
          <a:blip r:embed="rId3">
            <a:alphaModFix/>
          </a:blip>
          <a:srcRect/>
          <a:stretch/>
        </p:blipFill>
        <p:spPr>
          <a:xfrm>
            <a:off x="1961653" y="1447055"/>
            <a:ext cx="7793476" cy="4700826"/>
          </a:xfrm>
          <a:prstGeom prst="rect">
            <a:avLst/>
          </a:prstGeom>
          <a:noFill/>
          <a:ln>
            <a:noFill/>
          </a:ln>
        </p:spPr>
      </p:pic>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1040"/>
        <p:cNvGrpSpPr/>
        <p:nvPr/>
      </p:nvGrpSpPr>
      <p:grpSpPr>
        <a:xfrm>
          <a:off x="0" y="0"/>
          <a:ext cx="0" cy="0"/>
          <a:chOff x="0" y="0"/>
          <a:chExt cx="0" cy="0"/>
        </a:xfrm>
      </p:grpSpPr>
      <p:sp>
        <p:nvSpPr>
          <p:cNvPr id="1041" name="Google Shape;1041;p59"/>
          <p:cNvSpPr txBox="1">
            <a:spLocks noGrp="1"/>
          </p:cNvSpPr>
          <p:nvPr>
            <p:ph type="title"/>
          </p:nvPr>
        </p:nvSpPr>
        <p:spPr>
          <a:xfrm>
            <a:off x="444500" y="542925"/>
            <a:ext cx="11214100" cy="535531"/>
          </a:xfrm>
          <a:prstGeom prst="rect">
            <a:avLst/>
          </a:prstGeom>
          <a:noFill/>
          <a:ln>
            <a:noFill/>
          </a:ln>
        </p:spPr>
        <p:txBody>
          <a:bodyPr spcFirstLastPara="1" wrap="square" lIns="91425" tIns="45700" rIns="91425" bIns="45700" anchor="t" anchorCtr="0">
            <a:spAutoFit/>
          </a:bodyPr>
          <a:lstStyle/>
          <a:p>
            <a:pPr marL="0" lvl="0" indent="0" algn="l" rtl="0">
              <a:lnSpc>
                <a:spcPct val="90000"/>
              </a:lnSpc>
              <a:spcBef>
                <a:spcPts val="0"/>
              </a:spcBef>
              <a:spcAft>
                <a:spcPts val="0"/>
              </a:spcAft>
              <a:buClr>
                <a:schemeClr val="lt1"/>
              </a:buClr>
              <a:buSzPts val="3200"/>
              <a:buFont typeface="Trebuchet MS"/>
              <a:buNone/>
            </a:pPr>
            <a:r>
              <a:rPr lang="en-US"/>
              <a:t>IPv4</a:t>
            </a:r>
            <a:endParaRPr/>
          </a:p>
        </p:txBody>
      </p:sp>
      <p:sp>
        <p:nvSpPr>
          <p:cNvPr id="1042" name="Google Shape;1042;p59"/>
          <p:cNvSpPr txBox="1">
            <a:spLocks noGrp="1"/>
          </p:cNvSpPr>
          <p:nvPr>
            <p:ph type="sldNum" idx="12"/>
          </p:nvPr>
        </p:nvSpPr>
        <p:spPr>
          <a:xfrm>
            <a:off x="11252200" y="6315075"/>
            <a:ext cx="4064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59</a:t>
            </a:fld>
            <a:endParaRPr/>
          </a:p>
        </p:txBody>
      </p:sp>
      <p:sp>
        <p:nvSpPr>
          <p:cNvPr id="1043" name="Google Shape;1043;p59"/>
          <p:cNvSpPr txBox="1">
            <a:spLocks noGrp="1"/>
          </p:cNvSpPr>
          <p:nvPr>
            <p:ph type="body" idx="1"/>
          </p:nvPr>
        </p:nvSpPr>
        <p:spPr>
          <a:xfrm>
            <a:off x="443365" y="1825625"/>
            <a:ext cx="11215235" cy="4351338"/>
          </a:xfrm>
          <a:prstGeom prst="rect">
            <a:avLst/>
          </a:prstGeom>
          <a:noFill/>
          <a:ln>
            <a:noFill/>
          </a:ln>
        </p:spPr>
        <p:txBody>
          <a:bodyPr spcFirstLastPara="1" wrap="square" lIns="91425" tIns="45700" rIns="91425" bIns="45700" anchor="t" anchorCtr="0">
            <a:normAutofit/>
          </a:bodyPr>
          <a:lstStyle/>
          <a:p>
            <a:pPr marL="228600" lvl="0" indent="-228600" algn="just" rtl="0">
              <a:lnSpc>
                <a:spcPct val="90000"/>
              </a:lnSpc>
              <a:spcBef>
                <a:spcPts val="0"/>
              </a:spcBef>
              <a:spcAft>
                <a:spcPts val="0"/>
              </a:spcAft>
              <a:buSzPts val="2800"/>
              <a:buChar char="•"/>
            </a:pPr>
            <a:r>
              <a:rPr lang="en-US"/>
              <a:t>IPv4 addresses are unique. They are unique in the sense that each address defines one, and only one, connection to the Internet. Two devices on the Internet can never have the same address at the same time. However, if a device has two connections to the Internet, via two networks, it has two IPv4 addresses. The IPv4 addresses are universal in the sense that the addressing system must be accepted by any host that wants to be connected to the Internet.</a:t>
            </a:r>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Shape 1047"/>
        <p:cNvGrpSpPr/>
        <p:nvPr/>
      </p:nvGrpSpPr>
      <p:grpSpPr>
        <a:xfrm>
          <a:off x="0" y="0"/>
          <a:ext cx="0" cy="0"/>
          <a:chOff x="0" y="0"/>
          <a:chExt cx="0" cy="0"/>
        </a:xfrm>
      </p:grpSpPr>
      <p:sp>
        <p:nvSpPr>
          <p:cNvPr id="1048" name="Google Shape;1048;p60"/>
          <p:cNvSpPr txBox="1">
            <a:spLocks noGrp="1"/>
          </p:cNvSpPr>
          <p:nvPr>
            <p:ph type="title"/>
          </p:nvPr>
        </p:nvSpPr>
        <p:spPr>
          <a:xfrm>
            <a:off x="444500" y="542925"/>
            <a:ext cx="11214100" cy="535531"/>
          </a:xfrm>
          <a:prstGeom prst="rect">
            <a:avLst/>
          </a:prstGeom>
          <a:noFill/>
          <a:ln>
            <a:noFill/>
          </a:ln>
        </p:spPr>
        <p:txBody>
          <a:bodyPr spcFirstLastPara="1" wrap="square" lIns="91425" tIns="45700" rIns="91425" bIns="45700" anchor="t" anchorCtr="0">
            <a:spAutoFit/>
          </a:bodyPr>
          <a:lstStyle/>
          <a:p>
            <a:pPr marL="0" lvl="0" indent="0" algn="l" rtl="0">
              <a:lnSpc>
                <a:spcPct val="90000"/>
              </a:lnSpc>
              <a:spcBef>
                <a:spcPts val="0"/>
              </a:spcBef>
              <a:spcAft>
                <a:spcPts val="0"/>
              </a:spcAft>
              <a:buClr>
                <a:schemeClr val="lt1"/>
              </a:buClr>
              <a:buSzPts val="3200"/>
              <a:buFont typeface="Trebuchet MS"/>
              <a:buNone/>
            </a:pPr>
            <a:r>
              <a:rPr lang="en-US"/>
              <a:t>Address Space</a:t>
            </a:r>
            <a:endParaRPr/>
          </a:p>
        </p:txBody>
      </p:sp>
      <p:sp>
        <p:nvSpPr>
          <p:cNvPr id="1049" name="Google Shape;1049;p60"/>
          <p:cNvSpPr txBox="1">
            <a:spLocks noGrp="1"/>
          </p:cNvSpPr>
          <p:nvPr>
            <p:ph type="sldNum" idx="12"/>
          </p:nvPr>
        </p:nvSpPr>
        <p:spPr>
          <a:xfrm>
            <a:off x="11252200" y="6315075"/>
            <a:ext cx="4064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60</a:t>
            </a:fld>
            <a:endParaRPr/>
          </a:p>
        </p:txBody>
      </p:sp>
      <p:sp>
        <p:nvSpPr>
          <p:cNvPr id="1050" name="Google Shape;1050;p60"/>
          <p:cNvSpPr txBox="1">
            <a:spLocks noGrp="1"/>
          </p:cNvSpPr>
          <p:nvPr>
            <p:ph type="body" idx="1"/>
          </p:nvPr>
        </p:nvSpPr>
        <p:spPr>
          <a:xfrm>
            <a:off x="443365" y="1825625"/>
            <a:ext cx="11215235" cy="4351338"/>
          </a:xfrm>
          <a:prstGeom prst="rect">
            <a:avLst/>
          </a:prstGeom>
          <a:noFill/>
          <a:ln>
            <a:noFill/>
          </a:ln>
        </p:spPr>
        <p:txBody>
          <a:bodyPr spcFirstLastPara="1" wrap="square" lIns="91425" tIns="45700" rIns="91425" bIns="45700" anchor="t" anchorCtr="0">
            <a:normAutofit/>
          </a:bodyPr>
          <a:lstStyle/>
          <a:p>
            <a:pPr marL="228600" lvl="0" indent="-228600" algn="just" rtl="0">
              <a:lnSpc>
                <a:spcPct val="90000"/>
              </a:lnSpc>
              <a:spcBef>
                <a:spcPts val="0"/>
              </a:spcBef>
              <a:spcAft>
                <a:spcPts val="0"/>
              </a:spcAft>
              <a:buSzPts val="2800"/>
              <a:buChar char="•"/>
            </a:pPr>
            <a:r>
              <a:rPr lang="en-US"/>
              <a:t>A protocol like IPv4 that defines addresses has an address space. An address space is the total number of addresses used by the protocol. If a protocol uses b bits to define an address, the address space is 2b because each bit can have two different values (0 or 1). IPv4 uses 32-bit addresses, which means that the address space is 232 or 4,294,967,296 (more than four billion). Theoretically, if there were no restrictions, more than 4 billion devices could be connected to the Internet. </a:t>
            </a:r>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Shape 1054"/>
        <p:cNvGrpSpPr/>
        <p:nvPr/>
      </p:nvGrpSpPr>
      <p:grpSpPr>
        <a:xfrm>
          <a:off x="0" y="0"/>
          <a:ext cx="0" cy="0"/>
          <a:chOff x="0" y="0"/>
          <a:chExt cx="0" cy="0"/>
        </a:xfrm>
      </p:grpSpPr>
      <p:sp>
        <p:nvSpPr>
          <p:cNvPr id="1055" name="Google Shape;1055;p61"/>
          <p:cNvSpPr txBox="1">
            <a:spLocks noGrp="1"/>
          </p:cNvSpPr>
          <p:nvPr>
            <p:ph type="ctrTitle"/>
          </p:nvPr>
        </p:nvSpPr>
        <p:spPr>
          <a:xfrm>
            <a:off x="1720628" y="1748061"/>
            <a:ext cx="7077456" cy="1243584"/>
          </a:xfrm>
          <a:prstGeom prst="rect">
            <a:avLst/>
          </a:prstGeom>
          <a:noFill/>
          <a:ln>
            <a:noFill/>
          </a:ln>
        </p:spPr>
        <p:txBody>
          <a:bodyPr spcFirstLastPara="1" wrap="square" lIns="91425" tIns="45700" rIns="91425" bIns="45700" anchor="b" anchorCtr="0">
            <a:noAutofit/>
          </a:bodyPr>
          <a:lstStyle/>
          <a:p>
            <a:pPr marL="0" lvl="0" indent="0" algn="l" rtl="0">
              <a:lnSpc>
                <a:spcPct val="90000"/>
              </a:lnSpc>
              <a:spcBef>
                <a:spcPts val="0"/>
              </a:spcBef>
              <a:spcAft>
                <a:spcPts val="0"/>
              </a:spcAft>
              <a:buClr>
                <a:schemeClr val="accent2"/>
              </a:buClr>
              <a:buSzPts val="6600"/>
              <a:buFont typeface="Trebuchet MS"/>
              <a:buNone/>
            </a:pPr>
            <a:r>
              <a:rPr lang="en-US"/>
              <a:t>Notation</a:t>
            </a:r>
            <a:endParaRPr/>
          </a:p>
        </p:txBody>
      </p:sp>
      <p:sp>
        <p:nvSpPr>
          <p:cNvPr id="1056" name="Google Shape;1056;p61"/>
          <p:cNvSpPr txBox="1">
            <a:spLocks noGrp="1"/>
          </p:cNvSpPr>
          <p:nvPr>
            <p:ph type="subTitle" idx="1"/>
          </p:nvPr>
        </p:nvSpPr>
        <p:spPr>
          <a:xfrm>
            <a:off x="1614792" y="3210128"/>
            <a:ext cx="8482519" cy="2607012"/>
          </a:xfrm>
          <a:prstGeom prst="rect">
            <a:avLst/>
          </a:prstGeom>
          <a:noFill/>
          <a:ln>
            <a:noFill/>
          </a:ln>
        </p:spPr>
        <p:txBody>
          <a:bodyPr spcFirstLastPara="1" wrap="square" lIns="91425" tIns="45700" rIns="91425" bIns="45700" anchor="t" anchorCtr="0">
            <a:normAutofit/>
          </a:bodyPr>
          <a:lstStyle/>
          <a:p>
            <a:pPr marL="0" lvl="0" indent="0" algn="just" rtl="0">
              <a:lnSpc>
                <a:spcPct val="90000"/>
              </a:lnSpc>
              <a:spcBef>
                <a:spcPts val="0"/>
              </a:spcBef>
              <a:spcAft>
                <a:spcPts val="0"/>
              </a:spcAft>
              <a:buSzPts val="2800"/>
              <a:buNone/>
            </a:pPr>
            <a:r>
              <a:rPr lang="en-US" sz="2800"/>
              <a:t>There are three common notations to show an IPv4 address: binary notation (base 2), dotted-decimal notation (base 256), and hexadecimal notation (base 16). The most prevalent, however, is base 256.</a:t>
            </a:r>
            <a:endParaRPr sz="2800"/>
          </a:p>
        </p:txBody>
      </p:sp>
      <p:sp>
        <p:nvSpPr>
          <p:cNvPr id="1057" name="Google Shape;1057;p61"/>
          <p:cNvSpPr txBox="1">
            <a:spLocks noGrp="1"/>
          </p:cNvSpPr>
          <p:nvPr>
            <p:ph type="sldNum" idx="4294967295"/>
          </p:nvPr>
        </p:nvSpPr>
        <p:spPr>
          <a:xfrm>
            <a:off x="11785600" y="6315075"/>
            <a:ext cx="4064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61</a:t>
            </a:fld>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Shape 1061"/>
        <p:cNvGrpSpPr/>
        <p:nvPr/>
      </p:nvGrpSpPr>
      <p:grpSpPr>
        <a:xfrm>
          <a:off x="0" y="0"/>
          <a:ext cx="0" cy="0"/>
          <a:chOff x="0" y="0"/>
          <a:chExt cx="0" cy="0"/>
        </a:xfrm>
      </p:grpSpPr>
      <p:sp>
        <p:nvSpPr>
          <p:cNvPr id="1062" name="Google Shape;1062;p62"/>
          <p:cNvSpPr txBox="1">
            <a:spLocks noGrp="1"/>
          </p:cNvSpPr>
          <p:nvPr>
            <p:ph type="title"/>
          </p:nvPr>
        </p:nvSpPr>
        <p:spPr>
          <a:xfrm>
            <a:off x="444500" y="542925"/>
            <a:ext cx="11214100" cy="535531"/>
          </a:xfrm>
          <a:prstGeom prst="rect">
            <a:avLst/>
          </a:prstGeom>
          <a:noFill/>
          <a:ln>
            <a:noFill/>
          </a:ln>
        </p:spPr>
        <p:txBody>
          <a:bodyPr spcFirstLastPara="1" wrap="square" lIns="91425" tIns="45700" rIns="91425" bIns="45700" anchor="t" anchorCtr="0">
            <a:spAutoFit/>
          </a:bodyPr>
          <a:lstStyle/>
          <a:p>
            <a:pPr marL="0" lvl="0" indent="0" algn="l" rtl="0">
              <a:lnSpc>
                <a:spcPct val="90000"/>
              </a:lnSpc>
              <a:spcBef>
                <a:spcPts val="0"/>
              </a:spcBef>
              <a:spcAft>
                <a:spcPts val="0"/>
              </a:spcAft>
              <a:buClr>
                <a:schemeClr val="lt1"/>
              </a:buClr>
              <a:buSzPts val="3200"/>
              <a:buFont typeface="Trebuchet MS"/>
              <a:buNone/>
            </a:pPr>
            <a:r>
              <a:rPr lang="en-US"/>
              <a:t>Binary Notation: Base 2</a:t>
            </a:r>
            <a:endParaRPr/>
          </a:p>
        </p:txBody>
      </p:sp>
      <p:sp>
        <p:nvSpPr>
          <p:cNvPr id="1063" name="Google Shape;1063;p62"/>
          <p:cNvSpPr txBox="1">
            <a:spLocks noGrp="1"/>
          </p:cNvSpPr>
          <p:nvPr>
            <p:ph type="sldNum" idx="12"/>
          </p:nvPr>
        </p:nvSpPr>
        <p:spPr>
          <a:xfrm>
            <a:off x="11252200" y="6315075"/>
            <a:ext cx="4064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62</a:t>
            </a:fld>
            <a:endParaRPr/>
          </a:p>
        </p:txBody>
      </p:sp>
      <p:sp>
        <p:nvSpPr>
          <p:cNvPr id="1064" name="Google Shape;1064;p62"/>
          <p:cNvSpPr txBox="1">
            <a:spLocks noGrp="1"/>
          </p:cNvSpPr>
          <p:nvPr>
            <p:ph type="body" idx="1"/>
          </p:nvPr>
        </p:nvSpPr>
        <p:spPr>
          <a:xfrm>
            <a:off x="443365" y="1825625"/>
            <a:ext cx="11215235" cy="4351338"/>
          </a:xfrm>
          <a:prstGeom prst="rect">
            <a:avLst/>
          </a:prstGeom>
          <a:noFill/>
          <a:ln>
            <a:noFill/>
          </a:ln>
        </p:spPr>
        <p:txBody>
          <a:bodyPr spcFirstLastPara="1" wrap="square" lIns="91425" tIns="45700" rIns="91425" bIns="45700" anchor="t" anchorCtr="0">
            <a:normAutofit/>
          </a:bodyPr>
          <a:lstStyle/>
          <a:p>
            <a:pPr marL="228600" lvl="0" indent="-228600" algn="just" rtl="0">
              <a:lnSpc>
                <a:spcPct val="90000"/>
              </a:lnSpc>
              <a:spcBef>
                <a:spcPts val="0"/>
              </a:spcBef>
              <a:spcAft>
                <a:spcPts val="0"/>
              </a:spcAft>
              <a:buSzPts val="2800"/>
              <a:buChar char="•"/>
            </a:pPr>
            <a:r>
              <a:rPr lang="en-US"/>
              <a:t>In binary notation, an IPv4 address is displayed as 32 bits. To make the address more readable, one or more spaces is usually inserted between each octet (8 bits). Each octet is often referred to as a byte. So it is common to hear an IPv4 address referred to as a 32-bit address, a 4-octet address, or a 4-byte address. The following is an example of an IPv4 address in binary notation: </a:t>
            </a:r>
            <a:endParaRPr/>
          </a:p>
          <a:p>
            <a:pPr marL="228600" lvl="0" indent="-50800" algn="just" rtl="0">
              <a:lnSpc>
                <a:spcPct val="90000"/>
              </a:lnSpc>
              <a:spcBef>
                <a:spcPts val="1000"/>
              </a:spcBef>
              <a:spcAft>
                <a:spcPts val="0"/>
              </a:spcAft>
              <a:buSzPts val="2800"/>
              <a:buNone/>
            </a:pPr>
            <a:endParaRPr/>
          </a:p>
          <a:p>
            <a:pPr marL="0" lvl="0" indent="0" algn="ctr" rtl="0">
              <a:lnSpc>
                <a:spcPct val="90000"/>
              </a:lnSpc>
              <a:spcBef>
                <a:spcPts val="1000"/>
              </a:spcBef>
              <a:spcAft>
                <a:spcPts val="0"/>
              </a:spcAft>
              <a:buSzPts val="2800"/>
              <a:buNone/>
            </a:pPr>
            <a:r>
              <a:rPr lang="en-US"/>
              <a:t>01110101 10010101 00011101 11101010</a:t>
            </a:r>
            <a:endParaRP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Shape 1068"/>
        <p:cNvGrpSpPr/>
        <p:nvPr/>
      </p:nvGrpSpPr>
      <p:grpSpPr>
        <a:xfrm>
          <a:off x="0" y="0"/>
          <a:ext cx="0" cy="0"/>
          <a:chOff x="0" y="0"/>
          <a:chExt cx="0" cy="0"/>
        </a:xfrm>
      </p:grpSpPr>
      <p:sp>
        <p:nvSpPr>
          <p:cNvPr id="1069" name="Google Shape;1069;p63"/>
          <p:cNvSpPr txBox="1">
            <a:spLocks noGrp="1"/>
          </p:cNvSpPr>
          <p:nvPr>
            <p:ph type="title"/>
          </p:nvPr>
        </p:nvSpPr>
        <p:spPr>
          <a:xfrm>
            <a:off x="444500" y="542925"/>
            <a:ext cx="11214100" cy="535531"/>
          </a:xfrm>
          <a:prstGeom prst="rect">
            <a:avLst/>
          </a:prstGeom>
          <a:noFill/>
          <a:ln>
            <a:noFill/>
          </a:ln>
        </p:spPr>
        <p:txBody>
          <a:bodyPr spcFirstLastPara="1" wrap="square" lIns="91425" tIns="45700" rIns="91425" bIns="45700" anchor="t" anchorCtr="0">
            <a:spAutoFit/>
          </a:bodyPr>
          <a:lstStyle/>
          <a:p>
            <a:pPr marL="0" lvl="0" indent="0" algn="l" rtl="0">
              <a:lnSpc>
                <a:spcPct val="90000"/>
              </a:lnSpc>
              <a:spcBef>
                <a:spcPts val="0"/>
              </a:spcBef>
              <a:spcAft>
                <a:spcPts val="0"/>
              </a:spcAft>
              <a:buClr>
                <a:schemeClr val="lt1"/>
              </a:buClr>
              <a:buSzPts val="3200"/>
              <a:buFont typeface="Trebuchet MS"/>
              <a:buNone/>
            </a:pPr>
            <a:r>
              <a:rPr lang="en-US"/>
              <a:t>Dotted-Decimal Notation: Base 256</a:t>
            </a:r>
            <a:endParaRPr/>
          </a:p>
        </p:txBody>
      </p:sp>
      <p:sp>
        <p:nvSpPr>
          <p:cNvPr id="1070" name="Google Shape;1070;p63"/>
          <p:cNvSpPr txBox="1">
            <a:spLocks noGrp="1"/>
          </p:cNvSpPr>
          <p:nvPr>
            <p:ph type="sldNum" idx="12"/>
          </p:nvPr>
        </p:nvSpPr>
        <p:spPr>
          <a:xfrm>
            <a:off x="11252200" y="6315075"/>
            <a:ext cx="4064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63</a:t>
            </a:fld>
            <a:endParaRPr/>
          </a:p>
        </p:txBody>
      </p:sp>
      <p:sp>
        <p:nvSpPr>
          <p:cNvPr id="1071" name="Google Shape;1071;p63"/>
          <p:cNvSpPr txBox="1">
            <a:spLocks noGrp="1"/>
          </p:cNvSpPr>
          <p:nvPr>
            <p:ph type="body" idx="1"/>
          </p:nvPr>
        </p:nvSpPr>
        <p:spPr>
          <a:xfrm>
            <a:off x="443365" y="1410511"/>
            <a:ext cx="11215235" cy="2480553"/>
          </a:xfrm>
          <a:prstGeom prst="rect">
            <a:avLst/>
          </a:prstGeom>
          <a:noFill/>
          <a:ln>
            <a:noFill/>
          </a:ln>
        </p:spPr>
        <p:txBody>
          <a:bodyPr spcFirstLastPara="1" wrap="square" lIns="91425" tIns="45700" rIns="91425" bIns="45700" anchor="t" anchorCtr="0">
            <a:normAutofit lnSpcReduction="10000"/>
          </a:bodyPr>
          <a:lstStyle/>
          <a:p>
            <a:pPr marL="228600" lvl="0" indent="-228600" algn="just" rtl="0">
              <a:lnSpc>
                <a:spcPct val="90000"/>
              </a:lnSpc>
              <a:spcBef>
                <a:spcPts val="0"/>
              </a:spcBef>
              <a:spcAft>
                <a:spcPts val="0"/>
              </a:spcAft>
              <a:buSzPts val="2800"/>
              <a:buChar char="•"/>
            </a:pPr>
            <a:r>
              <a:rPr lang="en-US"/>
              <a:t>To make the IPv4 address more compact and easier to read, an IPv4 address is usually written in decimal form with a decimal point (dot) separating the bytes. This format is referred to as dotted-decimal notation.</a:t>
            </a:r>
            <a:endParaRPr/>
          </a:p>
          <a:p>
            <a:pPr marL="228600" lvl="0" indent="-228600" algn="just" rtl="0">
              <a:lnSpc>
                <a:spcPct val="90000"/>
              </a:lnSpc>
              <a:spcBef>
                <a:spcPts val="1000"/>
              </a:spcBef>
              <a:spcAft>
                <a:spcPts val="0"/>
              </a:spcAft>
              <a:buSzPts val="2800"/>
              <a:buChar char="•"/>
            </a:pPr>
            <a:r>
              <a:rPr lang="en-US"/>
              <a:t>Note that because each byte (octet) is only 8 bits, each number in the dotted-decimal notation is between 0 and 255.</a:t>
            </a:r>
            <a:endParaRPr/>
          </a:p>
        </p:txBody>
      </p:sp>
      <p:pic>
        <p:nvPicPr>
          <p:cNvPr id="1072" name="Google Shape;1072;p63"/>
          <p:cNvPicPr preferRelativeResize="0"/>
          <p:nvPr/>
        </p:nvPicPr>
        <p:blipFill rotWithShape="1">
          <a:blip r:embed="rId3">
            <a:alphaModFix/>
          </a:blip>
          <a:srcRect/>
          <a:stretch/>
        </p:blipFill>
        <p:spPr>
          <a:xfrm>
            <a:off x="2159477" y="4075770"/>
            <a:ext cx="7094835" cy="1371719"/>
          </a:xfrm>
          <a:prstGeom prst="rect">
            <a:avLst/>
          </a:prstGeom>
          <a:noFill/>
          <a:ln>
            <a:noFill/>
          </a:ln>
        </p:spPr>
      </p:pic>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Shape 1076"/>
        <p:cNvGrpSpPr/>
        <p:nvPr/>
      </p:nvGrpSpPr>
      <p:grpSpPr>
        <a:xfrm>
          <a:off x="0" y="0"/>
          <a:ext cx="0" cy="0"/>
          <a:chOff x="0" y="0"/>
          <a:chExt cx="0" cy="0"/>
        </a:xfrm>
      </p:grpSpPr>
      <p:sp>
        <p:nvSpPr>
          <p:cNvPr id="1077" name="Google Shape;1077;p64"/>
          <p:cNvSpPr txBox="1">
            <a:spLocks noGrp="1"/>
          </p:cNvSpPr>
          <p:nvPr>
            <p:ph type="title"/>
          </p:nvPr>
        </p:nvSpPr>
        <p:spPr>
          <a:xfrm>
            <a:off x="444500" y="542925"/>
            <a:ext cx="11214100" cy="535531"/>
          </a:xfrm>
          <a:prstGeom prst="rect">
            <a:avLst/>
          </a:prstGeom>
          <a:noFill/>
          <a:ln>
            <a:noFill/>
          </a:ln>
        </p:spPr>
        <p:txBody>
          <a:bodyPr spcFirstLastPara="1" wrap="square" lIns="91425" tIns="45700" rIns="91425" bIns="45700" anchor="t" anchorCtr="0">
            <a:spAutoFit/>
          </a:bodyPr>
          <a:lstStyle/>
          <a:p>
            <a:pPr marL="0" lvl="0" indent="0" algn="l" rtl="0">
              <a:lnSpc>
                <a:spcPct val="90000"/>
              </a:lnSpc>
              <a:spcBef>
                <a:spcPts val="0"/>
              </a:spcBef>
              <a:spcAft>
                <a:spcPts val="0"/>
              </a:spcAft>
              <a:buClr>
                <a:schemeClr val="lt1"/>
              </a:buClr>
              <a:buSzPts val="3200"/>
              <a:buFont typeface="Trebuchet MS"/>
              <a:buNone/>
            </a:pPr>
            <a:r>
              <a:rPr lang="en-US"/>
              <a:t>Hexadecimal Notation: Base 16</a:t>
            </a:r>
            <a:endParaRPr/>
          </a:p>
        </p:txBody>
      </p:sp>
      <p:sp>
        <p:nvSpPr>
          <p:cNvPr id="1078" name="Google Shape;1078;p64"/>
          <p:cNvSpPr txBox="1">
            <a:spLocks noGrp="1"/>
          </p:cNvSpPr>
          <p:nvPr>
            <p:ph type="sldNum" idx="12"/>
          </p:nvPr>
        </p:nvSpPr>
        <p:spPr>
          <a:xfrm>
            <a:off x="11252200" y="6315075"/>
            <a:ext cx="4064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64</a:t>
            </a:fld>
            <a:endParaRPr/>
          </a:p>
        </p:txBody>
      </p:sp>
      <p:sp>
        <p:nvSpPr>
          <p:cNvPr id="1079" name="Google Shape;1079;p64"/>
          <p:cNvSpPr txBox="1">
            <a:spLocks noGrp="1"/>
          </p:cNvSpPr>
          <p:nvPr>
            <p:ph type="body" idx="1"/>
          </p:nvPr>
        </p:nvSpPr>
        <p:spPr>
          <a:xfrm>
            <a:off x="443365" y="1825625"/>
            <a:ext cx="11215235" cy="4351338"/>
          </a:xfrm>
          <a:prstGeom prst="rect">
            <a:avLst/>
          </a:prstGeom>
          <a:noFill/>
          <a:ln>
            <a:noFill/>
          </a:ln>
        </p:spPr>
        <p:txBody>
          <a:bodyPr spcFirstLastPara="1" wrap="square" lIns="91425" tIns="45700" rIns="91425" bIns="45700" anchor="t" anchorCtr="0">
            <a:normAutofit/>
          </a:bodyPr>
          <a:lstStyle/>
          <a:p>
            <a:pPr marL="228600" lvl="0" indent="-228600" algn="just" rtl="0">
              <a:lnSpc>
                <a:spcPct val="90000"/>
              </a:lnSpc>
              <a:spcBef>
                <a:spcPts val="0"/>
              </a:spcBef>
              <a:spcAft>
                <a:spcPts val="0"/>
              </a:spcAft>
              <a:buSzPts val="2800"/>
              <a:buChar char="•"/>
            </a:pPr>
            <a:r>
              <a:rPr lang="en-US"/>
              <a:t>We sometimes see an IPv4 address in hexadecimal notation. Each hexadecimal digit is equivalent to four bits. This means that a 32-bit address has 8 hexadecimal digits. This notation is often used in network programming.</a:t>
            </a:r>
            <a:endParaRP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Shape 1083"/>
        <p:cNvGrpSpPr/>
        <p:nvPr/>
      </p:nvGrpSpPr>
      <p:grpSpPr>
        <a:xfrm>
          <a:off x="0" y="0"/>
          <a:ext cx="0" cy="0"/>
          <a:chOff x="0" y="0"/>
          <a:chExt cx="0" cy="0"/>
        </a:xfrm>
      </p:grpSpPr>
      <p:sp>
        <p:nvSpPr>
          <p:cNvPr id="1084" name="Google Shape;1084;p65"/>
          <p:cNvSpPr txBox="1">
            <a:spLocks noGrp="1"/>
          </p:cNvSpPr>
          <p:nvPr>
            <p:ph type="title"/>
          </p:nvPr>
        </p:nvSpPr>
        <p:spPr>
          <a:xfrm>
            <a:off x="444500" y="542925"/>
            <a:ext cx="11214100" cy="535531"/>
          </a:xfrm>
          <a:prstGeom prst="rect">
            <a:avLst/>
          </a:prstGeom>
          <a:noFill/>
          <a:ln>
            <a:noFill/>
          </a:ln>
        </p:spPr>
        <p:txBody>
          <a:bodyPr spcFirstLastPara="1" wrap="square" lIns="91425" tIns="45700" rIns="91425" bIns="45700" anchor="t" anchorCtr="0">
            <a:spAutoFit/>
          </a:bodyPr>
          <a:lstStyle/>
          <a:p>
            <a:pPr marL="0" lvl="0" indent="0" algn="l" rtl="0">
              <a:lnSpc>
                <a:spcPct val="90000"/>
              </a:lnSpc>
              <a:spcBef>
                <a:spcPts val="0"/>
              </a:spcBef>
              <a:spcAft>
                <a:spcPts val="0"/>
              </a:spcAft>
              <a:buClr>
                <a:schemeClr val="lt1"/>
              </a:buClr>
              <a:buSzPts val="3200"/>
              <a:buFont typeface="Trebuchet MS"/>
              <a:buNone/>
            </a:pPr>
            <a:r>
              <a:rPr lang="en-US"/>
              <a:t>Classful Addressing</a:t>
            </a:r>
            <a:endParaRPr/>
          </a:p>
        </p:txBody>
      </p:sp>
      <p:sp>
        <p:nvSpPr>
          <p:cNvPr id="1085" name="Google Shape;1085;p65"/>
          <p:cNvSpPr txBox="1">
            <a:spLocks noGrp="1"/>
          </p:cNvSpPr>
          <p:nvPr>
            <p:ph type="sldNum" idx="12"/>
          </p:nvPr>
        </p:nvSpPr>
        <p:spPr>
          <a:xfrm>
            <a:off x="11252200" y="6315075"/>
            <a:ext cx="4064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65</a:t>
            </a:fld>
            <a:endParaRPr/>
          </a:p>
        </p:txBody>
      </p:sp>
      <p:sp>
        <p:nvSpPr>
          <p:cNvPr id="1086" name="Google Shape;1086;p65"/>
          <p:cNvSpPr txBox="1">
            <a:spLocks noGrp="1"/>
          </p:cNvSpPr>
          <p:nvPr>
            <p:ph type="body" idx="1"/>
          </p:nvPr>
        </p:nvSpPr>
        <p:spPr>
          <a:xfrm>
            <a:off x="443365" y="1521096"/>
            <a:ext cx="4692839" cy="4351338"/>
          </a:xfrm>
          <a:prstGeom prst="rect">
            <a:avLst/>
          </a:prstGeom>
          <a:noFill/>
          <a:ln>
            <a:noFill/>
          </a:ln>
        </p:spPr>
        <p:txBody>
          <a:bodyPr spcFirstLastPara="1" wrap="square" lIns="91425" tIns="45700" rIns="91425" bIns="45700" anchor="t" anchorCtr="0">
            <a:normAutofit/>
          </a:bodyPr>
          <a:lstStyle/>
          <a:p>
            <a:pPr marL="228600" lvl="0" indent="-228600" algn="just" rtl="0">
              <a:lnSpc>
                <a:spcPct val="90000"/>
              </a:lnSpc>
              <a:spcBef>
                <a:spcPts val="0"/>
              </a:spcBef>
              <a:spcAft>
                <a:spcPts val="0"/>
              </a:spcAft>
              <a:buSzPts val="2400"/>
              <a:buChar char="•"/>
            </a:pPr>
            <a:r>
              <a:rPr lang="en-US" sz="2400"/>
              <a:t>IP addresses, when started a few decades ago, used the concept of classes. This architecture is called classful addressing. In classful addressing, the IP address space is divided into five classes: A, B, C, D, and E. Each class occupies some part of the whole address space. </a:t>
            </a:r>
            <a:endParaRPr sz="2400"/>
          </a:p>
        </p:txBody>
      </p:sp>
      <p:pic>
        <p:nvPicPr>
          <p:cNvPr id="1087" name="Google Shape;1087;p65"/>
          <p:cNvPicPr preferRelativeResize="0"/>
          <p:nvPr/>
        </p:nvPicPr>
        <p:blipFill rotWithShape="1">
          <a:blip r:embed="rId3">
            <a:alphaModFix/>
          </a:blip>
          <a:srcRect/>
          <a:stretch/>
        </p:blipFill>
        <p:spPr>
          <a:xfrm>
            <a:off x="5441370" y="2293521"/>
            <a:ext cx="6523285" cy="2270957"/>
          </a:xfrm>
          <a:prstGeom prst="rect">
            <a:avLst/>
          </a:prstGeom>
          <a:noFill/>
          <a:ln>
            <a:noFill/>
          </a:ln>
        </p:spPr>
      </p:pic>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Shape 1356"/>
        <p:cNvGrpSpPr/>
        <p:nvPr/>
      </p:nvGrpSpPr>
      <p:grpSpPr>
        <a:xfrm>
          <a:off x="0" y="0"/>
          <a:ext cx="0" cy="0"/>
          <a:chOff x="0" y="0"/>
          <a:chExt cx="0" cy="0"/>
        </a:xfrm>
      </p:grpSpPr>
      <p:sp>
        <p:nvSpPr>
          <p:cNvPr id="1357" name="Google Shape;1357;p103"/>
          <p:cNvSpPr txBox="1">
            <a:spLocks noGrp="1"/>
          </p:cNvSpPr>
          <p:nvPr>
            <p:ph type="ctrTitle"/>
          </p:nvPr>
        </p:nvSpPr>
        <p:spPr>
          <a:xfrm>
            <a:off x="5217242" y="2807208"/>
            <a:ext cx="4945598" cy="1243584"/>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lt1"/>
              </a:buClr>
              <a:buSzPts val="5400"/>
              <a:buFont typeface="Trebuchet MS"/>
              <a:buNone/>
            </a:pPr>
            <a:r>
              <a:rPr lang="en-US"/>
              <a:t>Thank You </a:t>
            </a:r>
            <a:endParaRPr/>
          </a:p>
        </p:txBody>
      </p:sp>
    </p:spTree>
  </p:cSld>
  <p:clrMapOvr>
    <a:masterClrMapping/>
  </p:clrMapOvr>
  <p:transition spd="slow">
    <p:wipe/>
  </p:transition>
</p:sld>
</file>

<file path=ppt/theme/theme1.xml><?xml version="1.0" encoding="utf-8"?>
<a:theme xmlns:a="http://schemas.openxmlformats.org/drawingml/2006/main" name="Office Theme">
  <a:themeElements>
    <a:clrScheme name="Custom 12">
      <a:dk1>
        <a:srgbClr val="000000"/>
      </a:dk1>
      <a:lt1>
        <a:srgbClr val="FFFFFF"/>
      </a:lt1>
      <a:dk2>
        <a:srgbClr val="6D6E71"/>
      </a:dk2>
      <a:lt2>
        <a:srgbClr val="58595B"/>
      </a:lt2>
      <a:accent1>
        <a:srgbClr val="0065A4"/>
      </a:accent1>
      <a:accent2>
        <a:srgbClr val="47C3D3"/>
      </a:accent2>
      <a:accent3>
        <a:srgbClr val="8F2D63"/>
      </a:accent3>
      <a:accent4>
        <a:srgbClr val="1A6871"/>
      </a:accent4>
      <a:accent5>
        <a:srgbClr val="0C4360"/>
      </a:accent5>
      <a:accent6>
        <a:srgbClr val="F47735"/>
      </a:accent6>
      <a:hlink>
        <a:srgbClr val="00559A"/>
      </a:hlink>
      <a:folHlink>
        <a:srgbClr val="595851"/>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Blends">
  <a:themeElements>
    <a:clrScheme name="Blends 3">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42</TotalTime>
  <Words>2545</Words>
  <Application>Microsoft Office PowerPoint</Application>
  <PresentationFormat>Widescreen</PresentationFormat>
  <Paragraphs>280</Paragraphs>
  <Slides>66</Slides>
  <Notes>66</Notes>
  <HiddenSlides>0</HiddenSlides>
  <MMClips>0</MMClips>
  <ScaleCrop>false</ScaleCrop>
  <HeadingPairs>
    <vt:vector size="6" baseType="variant">
      <vt:variant>
        <vt:lpstr>Fonts Used</vt:lpstr>
      </vt:variant>
      <vt:variant>
        <vt:i4>9</vt:i4>
      </vt:variant>
      <vt:variant>
        <vt:lpstr>Theme</vt:lpstr>
      </vt:variant>
      <vt:variant>
        <vt:i4>2</vt:i4>
      </vt:variant>
      <vt:variant>
        <vt:lpstr>Slide Titles</vt:lpstr>
      </vt:variant>
      <vt:variant>
        <vt:i4>66</vt:i4>
      </vt:variant>
    </vt:vector>
  </HeadingPairs>
  <TitlesOfParts>
    <vt:vector size="77" baseType="lpstr">
      <vt:lpstr>Tahoma</vt:lpstr>
      <vt:lpstr>Times</vt:lpstr>
      <vt:lpstr>Noto Sans Symbols</vt:lpstr>
      <vt:lpstr>Arial</vt:lpstr>
      <vt:lpstr>Times New Roman</vt:lpstr>
      <vt:lpstr>Oswald</vt:lpstr>
      <vt:lpstr>Trebuchet MS</vt:lpstr>
      <vt:lpstr>Aharoni</vt:lpstr>
      <vt:lpstr>Calibri</vt:lpstr>
      <vt:lpstr>Office Theme</vt:lpstr>
      <vt:lpstr>Blends</vt:lpstr>
      <vt:lpstr>Web Technologies </vt:lpstr>
      <vt:lpstr>Introduction</vt:lpstr>
      <vt:lpstr>Network</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The physical layer is also concerned with the following</vt:lpstr>
      <vt:lpstr>PowerPoint Presentation</vt:lpstr>
      <vt:lpstr>PowerPoint Presentation</vt:lpstr>
      <vt:lpstr>PowerPoint Presentation</vt:lpstr>
      <vt:lpstr>Other responsibilities of the data link layer include the following:</vt:lpstr>
      <vt:lpstr>PowerPoint Presentation</vt:lpstr>
      <vt:lpstr>PowerPoint Presentation</vt:lpstr>
      <vt:lpstr>PowerPoint Presentation</vt:lpstr>
      <vt:lpstr>Other responsibilities of the network layer include the following:</vt:lpstr>
      <vt:lpstr>PowerPoint Presentation</vt:lpstr>
      <vt:lpstr>PowerPoint Presentation</vt:lpstr>
      <vt:lpstr>PowerPoint Presentation</vt:lpstr>
      <vt:lpstr>Other responsibilities of the transport layer include the following:</vt:lpstr>
      <vt:lpstr>PowerPoint Presentation</vt:lpstr>
      <vt:lpstr>PowerPoint Presentation</vt:lpstr>
      <vt:lpstr>Specific responsibilities of the session layer include the following:</vt:lpstr>
      <vt:lpstr>PowerPoint Presentation</vt:lpstr>
      <vt:lpstr>PowerPoint Presentation</vt:lpstr>
      <vt:lpstr>PowerPoint Presentation</vt:lpstr>
      <vt:lpstr>PowerPoint Presentation</vt:lpstr>
      <vt:lpstr>Specific services provided by the application layer include the following:</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THE ORIGINS OF THE INTERNET</vt:lpstr>
      <vt:lpstr>THE ORIGINS OF THE INTERNET</vt:lpstr>
      <vt:lpstr>PowerPoint Presentation</vt:lpstr>
      <vt:lpstr>Evolution</vt:lpstr>
      <vt:lpstr>Internet Design Principles</vt:lpstr>
      <vt:lpstr>Openness</vt:lpstr>
      <vt:lpstr>Access</vt:lpstr>
      <vt:lpstr>End-to-end</vt:lpstr>
      <vt:lpstr>Internet Protocol: </vt:lpstr>
      <vt:lpstr>IP datagram</vt:lpstr>
      <vt:lpstr>IPv4</vt:lpstr>
      <vt:lpstr>Address Space</vt:lpstr>
      <vt:lpstr>Notation</vt:lpstr>
      <vt:lpstr>Binary Notation: Base 2</vt:lpstr>
      <vt:lpstr>Dotted-Decimal Notation: Base 256</vt:lpstr>
      <vt:lpstr>Hexadecimal Notation: Base 16</vt:lpstr>
      <vt:lpstr>Classful Addressing</vt:lpstr>
      <vt:lpstr>Thank You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Web Technologies </dc:title>
  <dc:creator>Arpita Tiwari</dc:creator>
  <cp:lastModifiedBy>Arpita Tiwari</cp:lastModifiedBy>
  <cp:revision>6</cp:revision>
  <dcterms:created xsi:type="dcterms:W3CDTF">2022-09-29T08:32:36Z</dcterms:created>
  <dcterms:modified xsi:type="dcterms:W3CDTF">2023-09-06T19:31:47Z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